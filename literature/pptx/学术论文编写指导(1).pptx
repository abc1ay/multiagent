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.xml" ContentType="application/inkml+xml"/>
  <Override PartName="/ppt/ink/ink20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.xml" ContentType="application/inkml+xml"/>
  <Override PartName="/ppt/ink/ink30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133.000 362.000,'0.069'0.034,"0.105"0.052,0.118 0.059,0.116 0.058,0.104 0.052,-0.308-0.160,0.467 0.144,0.152-0.018,0.135-0.028,-0.560-0.122,0.668 0.101,-0.008 0.006,-0.058 0.015,-0.788-0.157,0.012 0.003,1.008 0.183,0.190 0.018,0.126-0.001,-1.175-0.186,0.446 0.052,1.447 0.119,0.156-0.030,0.012-0.032,-1.901-0.130,0.602 0.028,1.350 0.039,0.068-0.021,-0.040-0.019,-1.875-0.049,2.193-0.073,0.630-0.109,-0.053-0.055,-0.189-0.022,-2.526 0.189,3.060-0.404,-0.220-0.053,-0.376 0.011,-0.388 0.050,-0.080 0.021,-0.004 0.021,-2.117 0.333,2.242-0.213,0.370 0.035,1.570-0.020,0.223 0.064,0.028 0.058,-0.150 0.049,-0.248 0.039,-0.287 0.030,-0.804 0.022,-0.163 0.012,-0.176 0.008,-0.174 0.005,0.335 0.034,-0.220 0.045,-0.201 0.048,-0.475-0.003,-0.059 0.001,-0.021-0.008,-1.355-0.073,1.350 0.053,-0.037-0.016,-0.066-0.016,-0.776 0.021,0.864 0.134,-0.035 0.040,-0.086 0.010,-1.747-0.218,1.901 0.218,-0.044-0.031,-0.077-0.038,-0.925-0.098,0.550 0.020,-0.057-0.027,-0.066-0.025,0.034 0.003,-0.118 0.014,-0.121 0.025,-0.259-0.011,4.729 0.544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114.000 447.000,'0.000'0.033,"0.000"0.051,0.000 0.057,0.000 0.055,0.000 0.049,0.000 0.041,0.000 0.033,0.000 0.025,-0.028 0.142,-0.043 0.221,-0.048 0.244,-0.085 0.230,-0.147 0.513,-0.157 0.564,-0.149 0.456,-0.121 0.292,-0.096 0.162,-0.182 0.526,0.060-0.249,0.112-0.369,0.137-0.419,0.143-0.420,0.201-0.527,0.176-0.361,0.174-0.326,0.139-0.324,0.103-0.322,0.072-0.287,0.047-0.245,1.426-2.900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117.000 471.000,'0.011'0.046,"0.018"0.073,0.021 0.085,0.022 0.087,0.021 0.083,0.019 0.074,-0.065-0.248,0.031 0.366,-0.058 0.072,-0.072 0.050,-0.077 0.032,-0.075 0.018,-0.069 0.007,0.001-0.075,-0.002-0.015,0.013-0.019,0.023-0.020,-0.027 0.068,0.004-0.051,-0.003-0.055,0.204-0.464,-2.925 1.541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122.000 464.000,'0.013'-0.040,"0.022"-0.065,0.027-0.080,0.028-0.085,-0.068 0.201,0.105-0.321,0.033-0.041,0.032-0.004,0.042 0.051,0.079-0.043,0.007 0.020,-0.016 0.018,0.060-0.008,0.035 0.063,0.044 0.067,1.471-0.200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133.000 461.000,'0.000'0.009,"-0.003"0.008,-0.003 0.010,-0.130 0.439,-0.103 0.265,-0.092 0.204,-0.079 0.150,-0.065 0.104,0.044-0.157,-0.063 0.103,0.363-0.845,-0.566 1.130,-0.088 0.132,-0.046 0.089,-0.014 0.054,-0.100 0.226,0.101-0.188,0.127-0.248,0.160-0.234,0.231-0.338,0.225-0.313,0.218-0.362,0.193-0.367,0.160-0.333,0.126-0.284,0.095-0.230,-0.027 0.004,0.110-0.169,-0.040-0.004,0.021-0.133,0.084-0.233,-0.042 0.010,-0.061 0.067,-0.070 0.101,0.064-0.089,0.038 0.020,0.066-0.007,-0.099 0.251,-0.054 0.173,-0.077 0.206,-0.088 0.215,-0.143 0.427,-0.290 0.618,-0.297 0.619,-0.221 0.541,-0.155 0.447,-0.102 0.352,0.111-0.421,-0.016 0.011,-0.006-0.034,0.001-0.063,-0.085 0.162,0.040-0.244,0.049-0.268,0.142-0.391,0.274-0.638,0.293-0.635,0.279-0.577,-0.302 0.514,0.015-0.028,0.551-0.987,0.176-0.343,0.118-0.237,-0.162 0.360,0.345-0.515,0.022 0.034,-0.023 0.096,-0.848 1.330,0.954-1.357,-0.078 0.232,-0.107 0.265,-0.120 0.271,-0.544 0.628,0.321-0.179,-0.128 0.244,-0.120 0.204,-0.270 0.146,-0.034 0.091,0.040 0.628,-0.124 0.335,-0.087 0.218,-0.090 0.212,-0.074 0.015,-0.059-0.053,0.190-1.172,-0.168 0.981,0.004-0.009,0.014-0.033,0.020-0.049,0.001 0.124,0.034-0.102,0.032-0.105,-0.040 2.271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154.000 473.000,'0.015'0.045,"0.023"0.067,0.025 0.075,0.024 0.073,0.022 0.066,0.018 0.055,-0.038-0.055,-0.030 0.005,-0.039-0.001,-0.042-0.006,-0.036 0.001,-0.036 0.036,-0.033 0.046,-0.030 0.050,0.115-0.349,-0.345 0.412,-0.070-0.116,-0.007-0.152,0.033-0.163,0.055-0.157,0.243 0.016,-0.046-0.074,-0.072-0.233,0.064-0.082,0.055-0.041,0.117 0.383,1.962-4.831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158.000 466.000,'0.003'-0.012,"0.003"-0.014,0.124-0.530,0.078-0.267,0.059-0.152,0.020 0.051,0.027 0.061,0.019 0.103,0.010 0.178,0.042 0.143,0.046 0.145,1.869 0.547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179.000 454.000,'-0.024'0.036,"-0.037"0.056,-0.043 0.064,-0.043 0.064,-0.040 0.059,-0.034 0.051,-0.028 0.043,-0.022 0.034,-0.017 0.025,-0.012 0.018,-0.008 0.012,-0.005 0.008,-0.003 0.004,-0.025 0.084,-0.125 0.263,-0.153 0.320,0.470-0.862,-0.842 1.797,-0.181 0.572,-0.127 0.466,0.782-1.835,-0.726 2.134,0.124 0.008,0.162-0.124,0.774-2.649,-0.539 2.320,0.206-0.397,0.194-0.444,0.242-1.360,0.137 0.572,0.182-0.409,0.127-0.353,-0.280-0.476,0.104 0.011,0.354-0.328,0.056-0.347,0.020-0.237,-0.481 0.614,0.521-0.797,0.239-0.553,-0.019-0.194,-0.379 0.666,2.256-7.286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169.000 473.000,'0.027'-0.011,"0.042"-0.017,0.048-0.019,0.047-0.019,0.043-0.017,0.037-0.015,0.030-0.012,0.024-0.009,0.018-0.007,0.012-0.005,0.008-0.003,0.005-0.002,0.002-0.001,0.001-0.000,-0.000 0.000,-0.205 0.075,0.263-0.168,0.031-0.055,0.012-0.039,1.389-1.273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194.000 466.000,'-0.009'0.003,"-0.008"0.009,-0.317 0.289,-0.227 0.208,-0.195 0.170,-0.161 0.133,-0.218 0.240,0.007 0.074,0.067 0.035,0.098 0.007,0.108-0.010,0.110-0.103,0.011-0.015,-0.012-0.013,0.146-0.162,0.056 0.002,0.068 0.008,0.072 0.012,0.116 0.024,0.172-0.059,0.183-0.076,0.179-0.083,0.307-0.120,0.227-0.313,0.186-0.327,-0.022-0.249,0.075-0.216,0.035-0.174,0.006-0.135,0.118-0.292,-0.013-0.191,-0.020-0.172,0.022-0.156,-0.075 0.048,-0.082 0.108,-0.290 0.398,-0.098 0.098,-0.101 0.094,-0.098 0.087,-0.094 0.147,-0.176 0.383,-0.168 0.413,-0.150 0.403,-0.128 0.366,0.021-0.008,-0.014 0.143,0.003 0.116,0.216-0.845,0.001 0.015,-0.188 1.146,0.026 0.076,0.030-0.019,0.071 0.247,0.082-0.537,0.042-0.236,0.030-0.262,2.556-1.965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214.000 457.000,'0.147'-0.184,"0.231"-0.288,0.101-0.120,0.074-0.084,0.035-0.034,-0.460 0.548,0.448-0.661,-0.009-0.007,-0.036 0.079,-0.053 0.135,-0.005 0.153,-0.145 0.342,-0.145 0.333,-0.144 0.156,-0.116 0.198,-0.116 0.187,-0.110 0.170,-0.130 0.310,-0.095 0.279,-0.077 0.277,-0.061 0.260,-0.174 0.563,-0.100 0.293,-0.093 0.244,0.057-0.182,0.027-0.013,0.075-0.110,0.103-0.169,0.609-2.089,-0.390 2.045,0.257-0.378,0.236-0.408,0.060-1.493,0.376 0.850,0.255-0.650,0.160-0.586,-0.086-0.294,-0.002-0.228,-0.028-0.165,-0.044-0.113,-0.049-0.102,-0.086-0.030,-0.089-0.001,0.402-3.145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214.000 475.000,'-0.024'-0.009,"-0.704"-0.258,-0.337-0.117,-0.142-0.043,-0.009 0.007,0.075 0.038,0.314 0.106,0.130 0.040,0.141 0.040,0.141 0.038,0.261 0.011,0.121 0.095,0.270-0.234,0.303-0.045,0.234-0.031,-0.380 0.195,0.062-0.022,9.193-3.525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225.000 466.000,'0.000'0.048,"0.000"0.074,0.000 0.084,0.000 0.084,0.000 0.077,0.031 0.011,0.048-0.017,0.055-0.039,0.055-0.049,0.051-0.052,0.045-0.050,0.037-0.045,0.030-0.038,0.022-0.031,0.016-0.024,0.028-0.048,0.115-0.059,0.135-0.065,0.141-0.066,-0.627 0.156,0.789-0.200,0.104-0.004,0.085 0.014,-0.912 0.193,0.837 0.011,-0.085 0.143,-0.117 0.120,-0.132 0.097,-0.443-0.161,0.160 0.437,-0.303 0.232,-0.318 0.229,0.028-0.557,-0.579 1.092,-0.270 0.193,-0.175 0.090,-0.331 0.145,-0.088-0.130,0.021-0.211,0.115-0.299,0.163-0.328,0.179-0.319,-1.505-0.434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240.000 464.000,'0.025'-0.270,"0.038"-0.202,0.045-0.144,-0.085 0.491,0.125-0.457,0.068-0.031,0.076-0.016,0.077-0.004,-0.280 0.492,0.368-0.355,0.010 0.140,-0.013 0.116,-0.027 0.092,-0.035 0.071,-0.037 0.052,0.763 1.455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250.000 467.000,'0.000'0.134,"0.000"0.202,-0.012-0.178,-0.010 0.064,-0.082 0.255,-0.176 0.458,-0.092 0.154,-0.061 0.083,0.330-0.897,-0.454 1.127,-0.012 0.007,0.028-0.064,0.319-0.769,-0.264 0.822,0.080-0.131,0.081-0.177,0.117-0.304,0.072-0.139,0.070-0.131,0.066-0.118,0.183-0.145,0.209-0.257,0.208-0.242,-0.006-0.125,0.115-0.195,0.109-0.198,0.098-0.190,0.046-0.174,0.007-0.154,-0.020-0.132,-0.038-0.109,-0.035-0.061,-0.031-0.025,-0.027 0.002,-0.022 0.020,-0.098 0.085,-0.145 0.126,-0.170 0.147,-0.178 0.154,-0.168 0.831,-0.115-0.652,-0.207 0.261,-0.162 0.257,0.342 0.312,-0.699 0.138,-0.082 0.284,0.024 0.173,0.106 0.046,0.064 0.033,0.068 0.001,-1.217 1.766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260.000 464.000,'0.053'-0.021,"0.086"-0.034,0.101-0.041,0.105-0.042,0.101-0.040,0.092-0.037,0.020 0.028,0.008 0.055,-0.013 0.075,-0.027 0.084,-0.087 0.128,-0.077 0.161,-0.086 0.175,-0.088 0.175,-0.111 0.166,-0.121 0.151,-0.122 0.132,-0.116 0.112,-0.202 0.388,-0.068-0.033,-0.024-0.097,0.138-0.392,0.038-0.094,0.047-0.092,0.052-0.085,0.073-0.035,0.192-0.341,0.193-0.350,0.177-0.324,0.151-0.279,0.122-0.227,-0.073 0.084,0.070-0.063,0.069-0.046,0.065-0.031,0.033-0.020,0.008-0.010,-0.009-0.004,-0.021 0.001,0.189-0.139,0.004 0.124,0.007 0.146,-0.187 0.273,-0.057 0.196,-0.066 0.205,-0.068 0.199,-0.006 0.236,-0.117 0.117,-0.110 0.055,-0.215-0.337,1.163 5.016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294.000 477.000,'0.000'0.054,"0.000"0.093,0.000 0.188,0.000 0.078,0.000 0.037,0.000 0.007,0.000-0.013,0.000 1.252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104.000 497.000,'-0.049'0.074,"-0.077"0.115,-0.089 0.134,-0.060 0.040,-0.061 0.013,-0.051-0.017,-0.041-0.035,0.053-0.032,0.149-0.053,0.186-0.051,0.196-0.047,0.187-0.040,0.168-0.033,0.144-0.026,-0.516-0.033,0.918-0.038,0.351-0.090,0.317-0.098,0.038-0.016,0.186-0.011,0.159 0.007,0.131 0.019,0.463-0.017,0.208-0.002,0.189-0.008,-0.293 0.020,-0.051-0.004,-0.095-0.004,-0.118-0.004,-1.980 0.187,2.418-0.267,0.158-0.086,0.140-0.099,-2.617 0.399,2.397-0.413,0.092-0.015,0.018 0.019,-0.111 0.037,-0.091 0.031,-0.115 0.032,-0.125 0.031,-0.072 0.042,-0.032 0.047,-0.002 0.049,0.019 0.047,-0.760 0.054,1.623-0.170,0.085-0.064,0.031-0.063,-2.279 0.277,1.683-0.205,0.172-0.005,0.200-0.001,-1.815 0.196,2.258-0.265,0.047 0.013,-0.026 0.037,-1.222 0.162,1.927-0.094,-0.203 0.064,-0.426 0.060,0.013 0.048,-0.093 0.051,0.011 0.040,-0.867 0.033,-0.096 0.015,-0.102 0.012,-0.100 0.008,0.716-0.019,0.094-0.038,0.127-0.047,-2.957 0.082,3.169-0.187,0.150-0.129,0.093-0.135,-0.738 0.027,-0.163-0.020,-0.196-0.001,-0.207 0.012,-2.175 0.352,2.275-0.341,0.025 0.020,0.022 0.019,0.035 0.040,-0.306 0.095,-0.367 0.105,3.440 0.447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122.000 535.000,'-0.050'0.000,"-0.077"0.000,-0.086 0.000,-0.085 0.000,-0.076 0.000,-0.065 0.000,-0.052 0.000,-0.040 0.000,-0.029 0.000,-0.020 0.000,-0.012 0.000,-0.007 0.000,0.202 0.265,-0.432 0.984,-0.053 0.596,0.010 0.426,0.049 0.285,0.069 0.175,0.076 0.092,0.313-0.608,0.324-0.416,0.370-0.508,0.380-0.540,0.582-0.593,0.245-0.622,0.115-0.483,0.026-0.356,-0.030-0.247,-0.061-0.160,-0.084-0.190,-0.066-0.222,-0.059-0.212,-0.049-0.187,-0.039-0.156,-0.030-0.123,-0.021-0.092,-0.014-0.066,-0.009-0.044,-0.287 0.607,-0.107 0.127,-0.121 0.146,-0.124 0.151,-0.143 0.167,-0.274 0.702,-0.266 0.748,-0.239 0.714,-0.202 0.633,-0.162 0.530,-0.169 0.630,-0.115 0.531,-0.085 0.453,-0.059 0.365,-0.038 0.280,-0.022 0.203,0.217-0.565,0.173-0.392,0.202-0.485,0.205-0.508,0.192-0.486,0.170-0.435,0.143-0.371,0.260-0.547,0.267-0.660,0.253-0.625,0.223-0.548,0.184-0.452,0.145-0.354,-0.012-0.048,-0.030 0.008,-0.066 0.087,-0.082 0.129,-0.085 0.144,-0.080 0.141,-0.174 0.489,-0.266 0.748,-0.277 0.800,-0.259 0.761,-0.225 0.669,-0.185 0.554,-0.056 0.222,0.004 0.125,0.046 0.017,0.069-0.051,0.077-0.089,0.075-0.105,0.077-0.260,0.072-0.305,0.063-0.320,0.053-0.303,0.042-0.267,0.032-0.223,0.023-0.178,0.006-0.134,-0.020-0.102,-0.029-0.068,-0.032-0.041,-0.031-0.021,-0.027-0.007,-0.023 0.002,-0.018 0.007,-0.014 0.010,-0.010 0.011,-0.007 0.010,-0.004 0.009,-0.002 0.007,-0.001 0.006,0.000 0.004,0.150 0.018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158.000 536.000,'-0.103'0.172,"-0.163"0.272,-0.191 0.319,-0.197 0.328,-0.186 0.310,-0.167 0.278,0.500-0.744,0.007 0.226,0.311-0.434,0.265-0.426,0.217-0.390,0.170-0.338,0.127-0.279,0.091-0.221,0.040-0.131,-0.077 0.060,-0.115 0.134,-0.129 0.169,-0.127 0.176,-0.115 0.166,-0.084 0.233,-0.053 0.238,-0.035 0.238,-0.021 0.221,-0.011 0.194,-0.004 0.162,0.001 0.130,0.019 0.108,0.034-0.070,0.037-0.120,0.037-0.140,0.033-0.141,1.512-0.234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165.000 530.000,'0.056'-0.111,"0.084"-0.169,0.094-0.188,0.092-0.183,0.082-0.164,0.069-0.138,0.055-0.110,0.041-0.083,-0.090 0.402,-0.151 0.642,-0.179 0.739,-0.181 0.733,-0.166 0.666,-0.142 0.567,-0.115 0.457,-0.089 0.350,-0.065 0.255,0.037-0.285,0.063-0.390,0.086-0.497,0.093-0.523,0.090-0.496,0.080-0.440,0.068-0.368,0.055-0.294,0.042-0.224,0.031-0.162,0.021-0.110,0.014-0.069,0.008-0.038,0.003-0.016,0.001-0.000,0.234-0.656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183.000 515.000,'-0.043'0.331,"-0.068"0.530,-0.081 0.628,-0.084 0.653,-0.081 0.628,-0.074 0.570,-0.076 0.586,0.024-0.185,0.053-0.414,0.068-0.524,0.071-0.551,0.068-0.524,0.060-0.466,0.051-0.392,0.041-0.315,0.031-0.241,0.134-1.042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159.000 542.000,'-0.030'0.025,"-0.046"0.038,-0.052 0.043,-0.051 0.042,-0.046 0.038,-0.039 0.032,-0.032 0.026,-0.024 0.020,-0.018 0.014,-0.012 0.010,-0.008 0.006,-0.004 0.004,-0.002 0.002,-0.000 0.000,0.001-0.001,0.001-0.001,0.002-0.001,0.002-0.001,0.001-0.001,0.001-0.001,0.001-0.001,0.001-0.001,0.001-0.000,0.000-0.000,0.000-0.000,0.000-0.000,0.000-0.000,0.000 0.000,-0.000 0.000,-0.000 0.000,-0.000 0.000,0.126-0.111,0.184-0.164,0.209-0.185,0.206-0.183,0.188-0.167,0.161-0.143,0.131-0.116,0.102-0.090,0.075-0.067,0.052-0.047,-0.035 0.094,-0.154 0.232,-0.187 0.273,-0.191 0.273,-0.176 0.249,-0.151 0.212,-0.095 0.118,-0.048 0.107,-0.023 0.078,-0.005 0.054,0.007 0.034,0.014 0.019,0.017 0.008,0.130-0.122,0.187-0.220,0.208-0.253,0.204-0.253,0.039-0.170,0.007-0.130,-0.038-0.092,-0.064-0.061,1.537-2.064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195.000 540.000,'0.047'-0.018,"0.071"-0.027,0.080-0.030,0.078-0.029,0.070-0.026,0.059-0.022,0.047-0.018,0.036-0.013,0.026-0.010,0.017-0.006,0.011-0.004,0.006-0.002,0.002-0.001,0.000 0.000,-0.001 0.001,-0.054-0.027,-0.030-0.062,-0.033-0.072,-0.032-0.072,-0.029-0.067,-0.025-0.058,-0.020-0.048,-0.082 0.015,-0.101 0.024,-0.112 0.039,-0.111 0.046,-0.102 0.047,-0.089 0.044,-0.074 0.039,-0.058 0.033,-0.117 0.067,-0.067 0.127,-0.055 0.133,-0.043 0.125,-0.044 0.197,-0.056 0.229,-0.053 0.228,-0.046 0.208,-0.038 0.177,-0.030 0.143,-0.023 0.110,0.060-0.002,0.125-0.102,0.146-0.141,0.145-0.153,0.132-0.146,0.112-0.129,0.090-0.107,0.069-0.085,0.050-0.063,0.034-0.045,0.021-0.030,0.012-0.018,0.028-0.133,0.053-0.030,0.064-0.032,0.469-0.142,0.522-0.293,0.546-0.312,0.512-0.296,0.126-0.119,-0.118-0.001,-0.255 0.070,-0.315 0.107,-0.323 0.119,-0.299 0.116,0.504-0.549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214.000 533.000,'0.026'-0.003,"0.039"-0.004,0.044-0.004,0.043-0.004,0.038-0.004,0.033-0.003,0.026-0.003,0.020-0.002,0.014-0.001,0.010-0.001,0.006-0.001,0.003-0.000,0.001-0.000,0.000 0.000,-0.001 0.000,-0.001 0.000,-0.001 0.000,-0.001 0.000,-0.001 0.000,-0.001 0.000,-0.001 0.000,-0.001 0.000,-0.000 0.000,-0.000 0.000,-0.000 0.000,-0.000 0.000,-0.000 0.000,0.000 0.000,0.000-0.000,0.000 0.000,0.000 0.000,0.000-0.000,0.000 0.000,0.000 0.000,-0.052 0.035,-0.030 0.050,-0.034 0.058,-0.035 0.060,-0.032 0.057,-0.029 0.051,-0.024 0.043,-0.003 0.061,0.007 0.025,0.016 0.015,0.020 0.007,0.020 0.002,0.477 1.189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249.000 523.000,'-0.062'0.048,"-0.094"0.072,-0.106 0.081,-0.103 0.079,-0.093 0.071,-0.078 0.060,-0.063 0.048,-0.048 0.036,-0.034 0.026,-0.023 0.018,-0.014 0.011,-0.008 0.006,-0.003 0.002,-0.000 0.000,0.002-0.001,0.003-0.002,0.003-0.002,0.003-0.002,0.003-0.002,0.002-0.002,0.002-0.001,0.001-0.001,0.001-0.001,0.001-0.001,0.147-0.022,0.231-0.040,0.258-0.045,0.251-0.043,0.210-0.120,0.166-0.156,0.125-0.164,0.089-0.154,0.059-0.134,0.036-0.110,0.019-0.131,0.007-0.131,-0.001-0.120,-0.006-0.102,-0.008-0.083,-0.009-0.063,-0.111 0.079,-0.109 0.086,-0.121 0.110,-0.118 0.116,-0.107 0.110,-0.091 0.098,-0.074 0.082,-0.057 0.065,-0.042 0.050,-0.029 0.036,-0.019 0.024,-0.011 0.015,-0.005 0.008,-0.001 0.003,0.002 0.000,0.003-0.002,0.004-0.003,0.004-0.004,-0.063 0.343,-0.097 0.537,-0.109 0.599,-0.106 0.582,-0.095 0.520,-0.080 0.435,-0.063 0.345,-0.048 0.260,-0.034 0.185,-0.023 0.123,-0.014 0.075,-0.007 0.039,-0.003 0.014,0.000-0.002,0.002-0.012,0.221-1.177,0.010-0.136,-0.295 0.324,-0.222-0.535,-0.255-0.570,-0.255-0.548,-0.235-0.490,-0.204-0.416,0.144-0.288,0.144-0.196,0.212-0.134,0.241-0.084,0.243-0.046,0.228-0.018,0.202 0.002,0.154-1.424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219.000 535.000,'0.000'-2.000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257.000 532.000,'0.074'0.006,"0.115"0.010,0.131 0.011,0.130 0.011,0.119 0.010,0.103 0.009,0.084 0.007,0.066 0.005,0.049 0.004,0.035 0.003,0.023 0.002,0.014 0.001,0.007 0.001,-0.054-0.100,-0.050-0.152,-0.058-0.175,-0.059-0.176,-0.055-0.163,-0.048-0.143,-0.040-0.119,-0.032-0.094,-0.025-0.072,-0.018-0.052,-0.042-0.044,-0.107 0.098,-0.116 0.128,-0.112 0.134,-0.099 0.127,-0.083 0.111,-0.066 0.092,-0.049 0.072,-0.035 0.054,-0.091 0.185,-0.162 0.197,-0.183 0.218,-0.184 0.217,-0.172 0.201,-0.152 0.177,-0.129 0.149,0.016 0.321,0.401 0.161,0.497 0.126,0.510 0.093,0.473 0.065,0.408 0.042,0.333 0.025,0.257 0.012,0.046-0.400,0.185-0.364,0.166-0.420,0.142-0.424,-0.206-0.281,-0.119-0.197,-0.169-0.139,-0.192-0.091,-0.195-0.053,2.143-2.474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114.000 580.000,'0.010'0.030,"0.016"0.047,0.018 0.055,0.019 0.056,0.018 0.053,0.016 0.048,0.014 0.041,0.021 0.004,0.024-0.021,0.025-0.035,0.024-0.042,0.021-0.044,0.018-0.042,0.015-0.038,0.035-0.068,0.033-0.085,-0.184 0.016,0.321-0.089,0.042-0.020,0.011-0.001,0.258-0.099,0.224-0.102,0.116-0.079,0.034-0.060,0.029-0.029,0.024-0.007,0.019 0.009,0.015 0.020,-0.643 0.264,1.342-0.348,0.391 0.001,0.381-0.008,0.455-0.013,0.295-0.015,0.171-0.015,-2.236 0.378,2.146-0.370,0.201-0.040,0.129-0.028,-0.414 0.081,-0.165 0.046,-0.223 0.061,-0.251 0.068,-2.132 0.315,3.298-0.559,0.700-0.162,0.592-0.140,0.367-0.083,0.021-0.007,-0.147 0.032,-0.247 0.056,-1.986 0.370,2.835-0.519,0.332-0.080,0.334-0.089,-0.301 0.053,0.043-0.000,-0.011 0.017,0.216 0.005,-0.364 0.127,-0.422 0.141,-1.503 0.257,-0.255 0.042,-0.214 0.023,-0.173 0.009,0.219-0.013,-0.125 0.071,-0.097 0.083,0.252 0.044,-0.407 0.104,-0.444 0.091,4.998 0.074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125.000 606.000,'0.030'-0.045,"0.045"-0.068,0.050-0.075,0.049-0.073,0.044-0.066,0.037-0.055,-0.050 0.124,-0.085 0.203,-0.104 0.241,-0.107 0.245,-0.100 0.226,-0.088 0.196,0.159-0.514,-0.317 0.845,-0.062 0.269,-0.024 0.240,0.029 0.090,0.059-0.010,0.073-0.071,0.020 0.065,-0.015 0.143,-0.035 0.180,0.087-0.439,0.021-0.071,0.030-0.107,0.034-0.126,0.036-0.172,0.035-0.195,0.032-0.201,0.029-0.194,0.067-0.347,0.104-0.527,0.110-0.537,0.058-0.297,0.044-0.231,0.026-0.145,0.013-0.079,0.100-0.196,0.119-0.114,0.134-0.105,0.086-0.182,-0.040 0.012,-0.086 0.049,-0.139 0.346,-0.062 0.143,-0.054 0.152,-0.045 0.148,-0.040 0.111,-0.060 0.181,-0.056 0.167,-0.050 0.244,-0.042 0.276,-0.034 0.276,-0.027 0.255,-0.020 0.248,-0.014 0.225,-0.009 0.194,-0.005 0.159,-0.003 0.126,-0.001 0.095,-0.013-0.043,-0.023 0.088,-0.027 0.088,-0.029 0.082,-0.028 0.295,-0.000 0.129,0.010 0.117,0.056-0.794,-0.002 0.630,0.050-0.096,0.056-0.132,0.079-0.020,0.064-0.285,0.052-0.284,0.978 0.519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145.000 608.000,'-0.062'0.037,"-0.094"0.057,-0.106 0.064,-0.104 0.062,-0.093 0.056,-0.079 0.047,-0.063 0.038,0.489-0.295,-0.527 0.303,-0.025 0.046,0.009 0.048,0.524-0.368,-0.638 0.619,-0.032 0.207,-0.008 0.190,0.660-0.896,-0.495 0.953,0.077 0.077,0.088 0.014,0.123 0.008,0.182-0.146,0.185-0.176,0.173-0.182,0.115-0.244,0.108-0.205,0.088-0.199,0.037-0.164,0.035-0.135,0.020-0.110,0.008-0.087,-0.459 0.272,0.664-1.061,0.040-0.443,-0.012-0.288,-0.508 1.120,0.349-0.996,-0.017-0.018,-0.011 0.031,0.083-0.254,-0.101 0.235,-0.114 0.266,-0.141 0.378,-0.119 0.330,-0.110 0.317,-0.095 0.284,-0.079 0.241,-0.063 0.196,-0.048 0.152,-0.034 0.113,-0.023 0.079,-0.015 0.052,0.061-0.086,0.063-0.040,0.078-0.057,0.083-0.065,1.182 0.564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156.000 604.000,'0.011'0.027,"0.016"0.041,0.018 0.046,0.018 0.045,0.016 0.041,0.014 0.035,0.011 0.028,0.009 0.021,0.006 0.016,0.004 0.011,0.003 0.007,0.002 0.004,0.001 0.002,0.000 0.000,-0.000-0.001,-0.000-0.001,-0.029 0.003,-0.011 0.092,-0.013 0.112,-0.013 0.119,-0.010 0.154,-0.013 0.071,-0.011 0.044,-0.009 0.023,-0.007 0.008,-0.006-0.003,0.008 0.032,0.016-0.136,0.019-0.156,0.020-0.154,0.019-0.140,0.016-0.119,0.013-0.096,0.148-0.311,0.213-0.415,0.235-0.439,0.227-0.415,0.202-0.363,0.169-0.299,-0.040 0.050,-0.023 0.032,-0.060 0.098,-0.079 0.131,-0.084 0.142,-0.081 0.137,-0.097 0.166,-0.132 0.220,-0.129 0.214,-0.116 0.193,-0.099 0.164,-0.080 0.133,-0.062 0.102,0.137 0.023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176.000 597.000,'-0.066'0.262,"-0.102"0.406,-0.116 0.465,-0.116 0.465,-0.107 0.428,-0.093 0.372,0.082 0.002,0.152-0.089,0.198-0.190,0.213-0.241,0.196-0.328,0.155-0.446,0.119-0.446,0.087-0.410,0.059-0.356,0.038-0.294,-0.020-0.210,0.017-0.209,0.012-0.178,0.008-0.146,0.005-0.115,0.003-0.086,0.001-0.062,0.032-0.112,-0.106 0.180,-0.122 0.228,-0.121 0.237,-0.110 0.221,-0.093 0.192,-0.089 0.246,-0.079 0.257,-0.066 0.241,-0.052 0.209,-0.039 0.172,-0.028 0.134,0.010-0.043,0.008-0.016,0.015-0.043,0.018-0.058,0.019-0.063,0.018-0.061,0.016-0.056,1.007 0.831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193.000 585.000,'0.000'0.377,"-0.040"0.179,-0.070 0.332,-0.172 1.067,-0.062 0.394,-0.102 0.545,-0.045 0.098,-0.029-0.029,-0.017-0.108,0.041-0.242,0.075-0.311,0.091-0.332,0.095-0.320,0.090-0.290,0.081-0.249,0.077-0.241,0.070-0.218,0.059-0.188,0.049-0.154,0.038-0.122,0.029-0.092,0.020-0.066,0.980-0.483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206.000 599.000,'0.000'0.193,"0.000"0.292,0.000 0.326,0.000 0.318,0.000 0.284,0.000 0.239,-0.020-0.078,-0.031-0.130,-0.036-0.198,-0.035-0.224,-0.014-0.200,0.004-0.188,0.013-0.155,0.018-0.122,0.020-0.091,0.019-0.065,-0.022 0.049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216.000 583.000,'0.000'-2.000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220.000 581.000,'0.013'0.045,"0.020"0.069,0.022 0.078,0.022 0.077,0.020 0.070,0.017 0.060,0.014 0.049,0.011 0.038,0.008 0.028,0.006 0.019,0.004 0.013,0.002 0.007,0.001 0.003,-0.029 0.152,-0.051 0.207,-0.057 0.230,-0.056 0.224,-0.051 0.201,-0.043 0.170,-0.034 0.136,-0.026 0.103,-0.019 0.074,0.012-0.163,0.020-0.196,0.027-0.237,0.029-0.243,0.028-0.227,0.025-0.198,0.021-0.164,-0.028-0.207,-0.054-0.244,-0.066-0.230,-0.067-0.201,-0.062-0.165,-0.053-0.129,-0.043-0.095,-0.033-0.067,0.279 0.457,-0.292-0.343,-0.006 0.047,0.019 0.059,0.034 0.063,0.041 0.061,0.043 0.055,0.041 0.048,0.126-0.008,0.182-0.032,0.200-0.051,0.196-0.059,0.179-0.060,0.156-0.056,0.129-0.049,0.048-0.006,-0.036 0.041,-0.077 0.061,-0.097 0.068,-0.102 0.068,-0.097 0.063,-0.087 0.055,-0.074 0.045,-0.060 0.036,-0.047 0.027,-0.034 0.020,-0.031 0.003,-0.022-0.010,-0.016-0.017,-0.012-0.020,-0.008-0.020,-0.005-0.019,-0.003-0.017,-0.001-0.014,0.321-0.752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234.000 593.000,'0.066'0.000,"0.103"0.000,0.118 0.000,0.118 0.000,0.109 0.000,0.094 0.000,0.078 0.000,0.062 0.000,0.047 0.000,0.033 0.000,0.023 0.000,0.014 0.000,0.007 0.000,-0.156 0.228,-0.168 0.361,-0.197 0.422,-0.202 0.432,-0.191 0.409,-0.171 0.366,-0.146 0.312,-0.158 0.260,-0.130 0.069,-0.109-0.010,-0.088-0.060,-0.067-0.087,-0.050-0.098,-0.035-0.098,-0.022-0.091,-0.126-0.241,-0.096-0.503,-0.101-0.550,-0.096-0.535,0.062-0.387,0.132-0.262,0.174-0.167,0.186-0.094,0.179-0.041,0.160-0.005,0.136 0.018,0.110 0.032,0.085 0.037,0.062 0.038,0.072-0.363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208.000 590.000,'0.026'0.018,"0.041"0.028,0.048 0.032,0.050 0.033,0.047 0.031,0.042 0.028,0.036 0.024,0.029 0.019,0.021 0.003,-0.001-0.017,-0.009-0.026,-0.014-0.029,-0.016-0.029,-0.016-0.027,-0.015-0.024,-0.013-0.020,-0.011-0.016,0.617-0.059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294.000 565.000,'-0.254'0.426,"-0.391"0.657,-0.445 0.747,-0.442 0.742,-0.404 0.679,-0.348 0.585,-0.285 0.479,-0.222 0.374,-0.124 0.321,0.086 0.028,0.158-0.072,0.188-0.127,0.191-0.149,0.320-0.526,0.331-0.623,0.327-0.666,0.298-0.637,0.254-0.566,0.206-0.474,0.087-0.401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301.000 586.000,'0.000'0.026,"0.000"0.039,0.000 0.044,0.000 0.044,0.000 0.040,0.000 0.034,0.000 0.028,0.000 0.022,0.000 0.016,0.000 0.011,0.000 0.007,0.000 0.004,0.000 0.002,-0.028 0.060,-0.043 0.088,-0.048 0.099,0.096-0.455,-0.172 0.694,-0.084 0.208,-0.084 0.183,0.224-0.745,-0.143 0.482,0.011 0.026,0.020 0.020,0.132-0.497,0.058-0.241,-0.266 0.922,0.009-0.130,0.029-0.177,0.040-0.195,0.084-0.274,0.063-0.204,0.067-0.206,0.059-0.240,0.039-0.181,0.020-0.132,0.035-0.076,0.051-0.092,0.056-0.078,0.055-0.063,-0.148 0.503,0.225-0.534,0.096-0.207,0.167-0.344,0.065-0.076,0.038-0.004,0.018 0.044,0.003 0.073,0.059-0.070,-0.104 0.195,-0.123 0.201,-0.196 0.428,-0.075 0.244,-0.068 0.259,-0.060 0.255,-0.062 0.288,-0.071 0.259,-0.065 0.227,-0.058 0.192,-0.063 0.358,-0.018 0.053,0.002-0.020,0.014-0.063,0.021-0.084,0.023-0.090,0.034-0.317,0.013-0.071,0.012-0.066,0.010-0.059,0.057-0.092,0.087-0.255,0.098-0.279,0.099-0.275,0.092-0.253,0.081-0.222,0.069-0.186,0.043-0.155,0.047-0.162,0.038-0.144,0.029-0.122,0.018-0.032,-0.012 0.075,-0.023 0.123,-0.028 0.146,-0.030 0.151,-0.029 0.144,-0.026 0.226,-0.054 0.301,-0.055 0.308,-0.052 0.290,-0.054 0.396,-0.072 0.242,-0.068 0.133,-0.061 0.053,-0.051-0.001,-0.041-0.034,0.007-0.147,0.042-0.108,0.058-0.117,0.065-0.114,0.065-0.105,0.060-0.091,0.053-0.076,0.030-0.078,-0.010-0.085,-0.027-0.077,-0.036-0.067,-0.039-0.055,-0.038-0.043,1.555-1.661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323.000 588.000,'0.062'0.000,"0.096"0.000,0.110 0.000,0.109 0.000,0.100 0.000,0.087 0.000,0.071 0.000,0.056 0.000,0.042 0.000,-0.446-0.035,0.498-0.369,-0.055-0.255,-0.095-0.199,-0.112-0.149,-0.113-0.105,-0.104-0.069,-0.152 0.192,-0.141 0.165,-0.143 0.204,-0.133 0.216,-0.118 0.208,-0.100 0.189,-0.081 0.163,-0.065 0.249,0.018 0.249,0.046 0.236,0.060 0.210,0.064 0.176,0.062 0.142,0.131-0.030,0.150-0.055,0.158-0.096,0.152-0.116,0.163-0.131,0.116-0.238,0.086-0.237,0.060-0.217,0.040-0.186,0.023-0.152,-0.045-0.127,0.026-0.131,0.027-0.122,0.026-0.108,0.024-0.091,0.021-0.074,0.040-0.081,-0.063 0.030,-0.081 0.059,-0.085 0.072,0.923-1.082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348.000 567.000,'-0.010'0.039,"-0.015"0.059,-0.017 0.066,-0.016 0.065,-0.015 0.058,-0.012 0.049,-0.010 0.039,-0.007 0.030,-0.005 0.022,-0.048 0.260,-0.097 0.493,-0.113 0.578,-0.117 0.596,0.015-0.019,-0.000 0.074,0.025-0.037,0.041-0.112,0.055 0.043,0.142-0.344,0.152-0.371,0.149-0.363,0.136-0.332,0.119-0.290,0.140-0.282,0.034-0.316,-0.004-0.258,-0.027-0.200,-0.105-0.028,0.015-0.132,0.025-0.131,0.014-0.181,-0.085-0.025,-0.110 0.020,-0.118 0.048,-0.116 0.063,-0.106 0.068,-0.092 0.067,-0.174 0.026,-0.147 0.129,-0.133 0.125,-0.112 0.112,-0.090 0.094,-0.068 0.074,0.137 0.078,0.074 0.064,0.097 0.061,0.105 0.054,0.103 0.046,0.094 0.037,0.082 0.029,0.159-0.030,0.214-0.107,0.217-0.131,0.200-0.134,0.173-0.125,0.142-0.109,0.055-0.049,-0.003-0.007,-0.039 0.019,-0.057 0.034,-0.064 0.040,-0.063 0.040,-0.091 0.030,-0.092 0.017,-0.089 0.009,-0.080 0.003,-0.068-0.000,-0.054-0.003,-0.042-0.004,0.208-0.719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363.000 562.000,'-0.059'0.223,"-0.090"0.337,-0.100 0.377,-0.098 0.367,-0.088 0.328,-0.073 0.276,-0.058 0.219,-0.044 0.166,-0.032 0.119,-0.021 0.080,-0.013 0.049,-0.007 0.026,0.105-0.343,0.098-0.293,0.113-0.336,0.113-0.336,0.104-0.310,0.090-0.269,0.155-0.357,0.177-0.419,0.172-0.393,0.153-0.342,0.129-0.281,0.102-0.219,-0.076 0.135,-0.009 0.060,-0.028 0.108,-0.038 0.132,-0.042 0.138,-0.041 0.133,-0.038 0.120,-0.050 0.174,-0.112 0.237,-0.117 0.236,-0.111 0.216,-0.099 0.186,-0.083 0.153,-0.066 0.120,-0.051 0.090,-0.037 0.064,-0.026 0.042,0.078-0.087,0.145-0.203,0.171-0.241,0.172-0.245,0.159-0.226,0.137-0.196,0.113-0.161,0.088-0.126,0.065-0.094,0.019-0.029,-0.061 0.047,-0.087 0.077,-0.094 0.089,-0.090 0.088,-0.080 0.079,-0.160 0.159,-0.131 0.178,-0.133 0.189,-0.125 0.182,-0.111 0.165,-0.094 0.141,-0.076 0.116,0.020 0.041,0.117-0.120,0.155-0.172,0.165-0.189,0.158-0.184,0.140-0.166,0.068-0.243,0.103-0.282,0.093-0.294,0.079-0.282,0.065-0.254,0.051-0.219,0.039-0.180,-0.051-0.095,-0.208 0.154,-0.251 0.234,-0.259 0.265,-0.243 0.264,-0.214 0.243,-0.105 0.243,-0.077 0.191,-0.043 0.168,-0.017 0.142,0.001 0.115,0.013 0.089,-0.019 0.097,0.035 0.022,0.038-0.004,0.036-0.020,0.032-0.028,0.027-0.031,0.022-0.030,-0.686 0.793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387.000 581.000,'-0.047'0.084,"-0.071"0.128,-0.081 0.145,-0.080 0.143,-0.072 0.130,-0.062 0.111,-0.050 0.090,-0.039 0.070,-0.028 0.051,-0.003 0.023,0.041-0.046,0.054-0.066,0.056-0.072,0.053-0.070,0.047-0.062,0.087-0.116,0.081-0.077,0.082-0.074,0.076-0.066,0.067-0.056,0.056-0.045,0.044-0.035,0.117-0.128,0.152-0.178,0.163-0.194,0.156-0.189,0.140-0.172,0.119-0.147,-0.011-0.125,0.021-0.196,-0.001-0.198,-0.015-0.185,-0.023-0.163,-0.027-0.138,-0.028-0.112,-0.036-0.127,-0.039-0.128,-0.038-0.120,-0.035-0.106,-0.030-0.090,-0.025-0.073,-0.020-0.057,-0.005-0.166,-0.111 0.208,-0.121 0.261,-0.118 0.273,-0.105 0.257,-0.089 0.225,-0.149 0.491,-0.165 0.486,-0.171 0.510,-0.162 0.488,-0.144 0.437,-0.122 0.373,-0.099 0.305,-0.077 0.238,-0.058 0.178,-0.041 0.127,-0.022 0.262,0.102 0.088,0.130 0.057,0.136 0.034,0.128 0.017,0.113 0.005,0.094-0.003,0.074-0.008,0.056-0.010,0.212-1.567,0.658 1.350,0.359-0.247,0.178-0.314,0.050-0.331,-0.035-0.317,-0.086-0.283,-0.111-0.239,1.989-0.427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130.000 661.000,'0.037'0.000,"0.057"0.000,0.064 0.000,0.062 0.000,0.056 0.000,0.047 0.000,0.038 0.000,0.050 0.000,0.147 0.000,0.169 0.000,-0.180 0.000,0.492-0.037,0.261-0.060,0.255-0.073,-1.183 0.126,2.277-0.379,0.521-0.136,0.391-0.093,-0.561 0.078,0.153-0.061,0.138-0.061,0.120-0.059,1.274-0.417,0.415-0.263,0.387-0.265,-0.936 0.226,0.201-0.111,0.206-0.099,0.198-0.085,0.169-0.032,0.140 0.007,0.112 0.034,0.087 0.051,1.735-0.377,0.229 0.072,0.172 0.073,-1.236 0.377,-0.030 0.068,-0.037 0.061,-0.040 0.052,1.231-0.230,-0.008 0.011,-0.034 0.002,-1.694 0.304,-0.135-0.052,-0.124-0.071,-0.110-0.080,0.714-0.280,-0.392 0.072,-0.440 0.123,-0.247 0.060,-0.646 0.174,-0.614 0.164,5.718-1.852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595.000 309.000,'-0.920'-0.221,"-1.442"-0.346,-1.320-0.244,-0.505-0.011,-0.110 0.096,0.138 0.152,0.276 0.173,0.334 0.170,-0.046 0.569,-0.272 0.759,-0.384 0.806,-0.417 0.763,-0.401 0.669,-0.355 0.552,0.666-0.217,0.412-0.035,0.535-0.143,0.494 0.109,0.583 0.104,0.524 0.155,0.447 0.175,0.363 0.174,0.282 0.160,0.209 0.139,0.507-0.378,0.563 0.018,0.620 0.002,1.544 0.215,1.578-0.787,1.540-0.908,1.383-0.901,1.166-0.819,0.933-0.697,0.709-0.562,0.512-0.431,0.347-0.314,-0.171-0.615,0.033-0.815,-0.032-0.853,-0.070-0.806,-0.088-0.711,-0.092-0.593,-0.086-0.472,-1.444-0.106,-2.303 0.221,-2.584 0.371,-2.540 0.433,-2.301 0.434,-1.960 0.399,-1.587 0.344,-1.223 0.281,-0.897 0.219,-0.999 1.086,-2.130 1.116,-2.320 1.250,-2.282 1.251,-2.099 1.164,-1.834 1.027,-1.534 0.867,7.445-1.360,-9.024 3.197,0.942 0.674,1.563 0.396,1.835 0.190,1.866 0.045,1.742-0.050,1.529-0.107,1.277-0.134,1.020-0.141,6.130-4.353,-5.135 4.473,1.355-0.646,1.417-0.878,1.336-0.947,1.175-0.911,0.977-0.812,0.773-0.683,0.582-0.546,0.416-0.416,0.286-0.325,0.137-0.137,0.065-0.064,0.014-0.013,-0.020 0.021,-0.040 0.041,-0.050 0.051,-1.688 3.337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362.000 553.000,'0.081'-0.217,"0.129"-0.345,0.152-0.404,0.156-0.416,0.148-0.396,0.166-0.396,0.015 0.032,-0.034 0.171,0.048 0.106,0.136-0.035,0.164-0.082,0.169-0.105,0.159-0.112,0.140-0.107,-0.352 0.529,1.670-2.256,0.655-0.848,0.464-0.589,0.307-0.380,0.184-0.218,0.091-0.097,0.024-0.012,0.380-0.479,-0.349 0.482,-0.419 0.570,-0.425 0.574,-0.391 0.526,-0.337 0.451,-0.274 0.366,-0.212 0.283,-0.156 0.207,-0.071 0.105,0.065-0.066,0.111-0.125,0.131-0.151,0.132-0.154,0.121-0.144,-0.240 0.290,-0.322 0.382,-0.393 0.466,-0.407 0.482,-0.383 0.454,0.313-0.909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438.000 414.000,'0.253'-0.179,"0.410"-0.289,0.491-0.347,0.517-0.365,1.051-0.633,0.620-0.271,0.493-0.160,-0.228 0.235,-0.047 0.122,-0.149 0.171,-0.205 0.191,-0.227 0.190,-0.225 0.177,-0.209 0.156,-0.051 0.094,-0.317 0.181,-0.301 0.158,-0.266 0.131,-0.222 0.104,-0.176 0.078,-0.133 0.056,-0.096 0.037,-0.065 0.023,-0.040 0.012,-0.021 0.004,-0.008-0.001,-0.076 0.038,-0.112 0.059,-0.124 0.067,-0.122 0.066,-0.110 0.060,-0.093 0.051,-0.250 0.104,-0.782 1.977,-0.389 0.727,-0.153 0.223,0.006-0.107,0.103-0.301,0.155-0.395,-1.698 3.405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98.000 442.000,'-0.050'0.033,"-0.079"0.053,-0.093 0.062,-0.097 0.064,-0.057 0.023,-0.039 0.003,-0.020-0.013,-0.003-0.026,-0.059-0.002,-0.067 0.002,-0.070 0.004,-0.042 0.058,-0.020 0.093,-0.003 0.112,0.008 0.120,-0.038 0.242,0.001 0.240,-0.001 0.247,-0.002 0.238,0.065 0.147,0.039 0.245,0.047 0.239,0.050 0.223,-0.006 0.682,0.095 0.158,0.093 0.083,0.127-0.505,0.077-0.021,0.074-0.031,0.069-0.036,0.083 0.119,0.081-0.050,0.075-0.052,0.066-0.050,0.122 0.394,0.032-0.158,0.009-0.176,-0.006-0.200,-0.014-0.199,-0.018-0.181,-0.068-0.439,-0.021-0.215,-0.020-0.210,-0.018-0.193,-0.018-0.267,0.035-0.135,0.047-0.119,0.053-0.102,-0.320-0.389,0.292 0.398,-0.083 0.052,-0.114 0.073,-0.129 0.083,-0.166 0.375,-0.156 0.299,-0.130 0.309,-0.079 0.195,-0.041 0.108,-0.013 0.044,-0.026 0.043,-0.031 0.039,-0.033 0.033,-0.031 0.028,0.066-0.122,0.053 0.033,0.068 0.036,0.142-0.245,0.127-0.098,0.138-0.124,0.138-0.135,0.222 0.283,0.152-0.052,0.111-0.013,-0.358-1.108,0.291 0.948,-0.033 0.124,-0.053 0.143,-0.073-0.045,-0.060-0.049,-0.058-0.094,-0.053-0.119,-0.168-0.746,-0.345 2.118,-0.261 1.035,-0.178 0.968,-0.144 1.494,0.112 0.311,0.192-0.010,0.365-1.608,0.313-0.321,0.347-0.358,0.352-0.365,0.593 0.058,0.490-0.386,0.449-0.337,0.392-0.282,0.622 0.048,0.456 0.010,0.407 0.091,-0.233-0.314,-0.138-0.189,-0.250-0.240,8.923 5.730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186.000 692.000,'-0.027'-0.005,"-0.042"-0.008,-0.048-0.010,-0.047-0.009,-0.043-0.009,-0.037-0.007,-0.030-0.006,-0.024-0.005,-0.018-0.004,-0.012-0.002,-0.008-0.002,-0.005-0.001,-0.002-0.000,-0.001-0.000,0.000 0.000,0.058 0.017,-0.017 0.005,-0.022 0.006,-0.025 0.006,-0.199 0.141,-0.133 0.223,-0.137 0.249,0.664-0.464,-0.528 0.559,-0.009 0.172,0.004 0.154,0.012 0.134,-0.102 0.368,0.108-0.049,0.123-0.124,0.177 0.510,0.196 0.188,0.191-0.026,0.123-0.523,0.134-0.160,0.131-0.181,0.123-0.186,-0.256-0.555,0.644 0.191,0.204-0.400,0.171-0.368,-0.013-0.296,0.047-0.258,-0.003-0.206,-0.036-0.157,0.043-0.197,-0.138 0.023,-0.151 0.084,-0.055-0.119,0.031-0.163,-0.019-0.062,-0.053 0.012,-0.087 0.103,-0.106 0.160,-0.114 0.191,-0.113 0.203,-0.089 0.241,-0.230 0.504,-0.215 0.488,-0.092 0.209,-0.057 0.220,-0.029 0.176,-0.009 0.135,-0.014 0.204,0.020 0.004,0.027-0.045,0.132-1.013,-0.015 0.270,0.026 0.004,0.084 0.606,0.070-0.073,0.041-0.109,0.096-0.029,0.040-0.287,0.026-0.286,0.211-0.625,0.140-0.530,0.084-0.427,-0.629 0.987,0.504-1.153,-0.025-0.228,-0.039-0.162,-0.046-0.107,-0.018-0.489,-0.144 0.002,-0.148 0.089,-0.130 0.622,-0.076 0.198,-0.067 0.215,-0.058 0.216,0.068 0.818,-0.488-0.162,-0.219 0.691,-0.129 0.567,0.544-0.484,-0.441 0.808,0.025 0.135,0.043 0.026,-1.826 4.666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210.000 688.000,'-0.021'0.085,"-0.032"0.128,-0.036 0.143,-0.035 0.139,-0.031 0.124,-0.026 0.104,-0.021 0.082,-0.015 0.062,-0.011 0.044,-0.007 0.029,-0.004 0.018,-0.002 0.009,-0.001 0.003,0.000-0.000,0.001-0.003,0.001-0.004,0.001-0.004,0.029-0.192,-0.028-0.010,-0.034-0.007,-0.037-0.005,-0.011-0.047,0.117-0.302,0.148-0.344,0.154-0.339,0.145-0.308,0.127-0.262,0.105-0.212,0.083-0.163,0.062-0.119,0.044-0.082,0.029-0.052,0.018-0.030,0.009-0.013,-0.085 0.275,0.020 0.106,0.025 0.123,0.026 0.126,0.025 0.120,0.023 0.109,0.090 0.158,0.012 0.243,-0.100 0.277,-0.125 0.254,-0.130 0.219,-0.122 0.178,-0.107 0.139,-0.148-0.209,0.013 0.661,-0.055 0.094,-0.042-0.026,-0.030-0.101,-0.020-0.142,-0.012-0.157,0.023-0.551,0.085 0.551,0.053-0.150,0.031-0.182,0.016-0.185,0.005-0.170,-0.002-0.147,-0.006-0.119,-0.008-0.092,-0.009-0.068,-0.008-0.047,-0.007-0.030,-0.006-0.017,-0.005-0.008,-0.003-0.002,-0.002 0.002,0.316-0.731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235.000 668.000,'-0.074'0.344,"-0.115"0.538,-0.134 0.623,0.160-0.727,-0.398 2.111,-0.045 0.453,0.028 0.105,0.073-0.125,0.096-0.263,0.104-0.332,0.151-0.257,0.198-0.570,0.190-0.543,0.168-0.478,0.140-0.397,0.111-0.312,-0.530-0.150,0.470-0.194,0.047-0.206,0.025-0.162,0.009-0.124,-0.016-0.077,-0.033-0.040,-0.043-0.013,-0.047 0.007,1.383-2.876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230.000 687.000,'-0.059'0.029,"-0.092"0.046,-0.107 0.053,-0.108 0.054,-0.101 0.051,-0.089 0.045,-0.075 0.038,-0.060 0.030,-0.047 0.023,-0.034 0.017,0.517-0.282,-0.071-0.120,0.225-0.185,0.165-0.118,0.115-0.067,0.074-0.029,0.042-0.002,-0.198 0.319,1.156-0.608,0.433-0.114,0.174-0.027,-0.006 0.031,-0.123 0.067,-0.190 0.086,-0.221 0.092,1.936-0.871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250.000 679.000,'0.008'0.029,"0.013"0.045,0.014 0.050,0.014 0.049,0.012 0.044,0.011 0.037,0.008 0.029,0.006 0.022,0.005 0.016,0.003 0.011,0.002 0.007,0.001 0.004,0.000 0.001,-0.000 0.000,-0.000-0.001,-0.000-0.001,-0.000-0.001,-0.000-0.001,-0.000-0.001,-0.000-0.001,-0.000-0.001,-0.028 0.048,-0.026 0.138,-0.029 0.163,-0.030 0.168,-0.028 0.159,-0.025 0.142,-0.021 0.122,-0.066 0.157,-0.063-0.135,-0.014-0.222,0.009-0.222,0.025-0.218,0.033-0.196,0.034-0.166,0.032-0.133,0.029-0.102,0.024-0.074,0.019-0.051,0.014-0.032,0.094-0.217,0.135-0.316,0.149-0.349,0.145-0.341,0.131-0.307,0.111-0.260,0.015-0.019,-0.045 0.131,-0.079 0.213,-0.093 0.245,-0.094 0.245,-0.086 0.224,-0.075 0.192,-0.061 0.157,-0.048 0.122,0.123-0.140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266.000 677.000,'-0.017'0.069,"-0.026"0.106,-0.030 0.120,-0.030 0.119,-0.027 0.109,-0.023 0.094,-0.019 0.077,-0.015 0.060,-0.011 0.044,-0.008 0.031,-0.005 0.020,-0.003 0.012,-0.001 0.006,-0.000 0.002,0.000-0.001,0.001-0.003,0.001-0.004,0.001-0.004,0.001-0.004,-0.558 2.231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265.000 681.000,'0.141'-0.283,"0.235"-0.471,0.425-0.849,0.100-0.199,-0.020 0.040,-0.091 0.181,1.318-2.635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287.000 651.000,'0.000'-0.015,"0.000"-0.023,0.000-0.027,0.000-0.026,0.000-0.024,0.000-0.021,0.000-0.017,0.000-0.013,0.000-0.010,0.000-0.007,0.000-0.005,0.000-0.003,0.000-0.001,0.000-0.000,0.000 0.000,0.000 0.001,-0.015 0.068,-0.023 0.091,-0.027 0.105,-0.027 0.106,-0.025 0.099,-0.076 0.396,-0.156 0.714,-0.189 0.867,-0.348 1.497,-0.082 0.314,-0.001-0.067,0.051-0.303,0.079-0.429,0.091-0.475,0.092-0.469,0.085-0.428,0.075-0.370,0.062-0.305,0.078-0.299,0.071-0.244,0.199-0.321,0.281-0.381,0.299-0.363,0.286-0.322,0.254-0.270,0.213-0.216,0.170-0.164,-1.147 1.105,1.052-0.804,-0.089 0.336,-0.155 0.418,-0.188 0.444,-0.197 0.430,-0.211 0.198,-0.125 0.187,-0.106 0.132,-0.140 0.209,-0.180-0.008,-0.173-0.060,-0.157-0.090,-0.135-0.103,-0.112-0.104,-0.088-0.098,-0.067-0.086,-0.265-0.042,-0.003-0.146,0.093-0.138,0.143-0.121,0.198-0.130,0.115-0.099,0.101-0.090,0.085-0.077,0.068-0.063,0.053-0.050,0.039-0.037,-0.163-1.040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295.000 677.000,'0.061'0.049,"0.096"0.077,0.111 0.089,0.113 0.090,0.105 0.084,0.093 0.074,-0.077 0.841,-0.075 0.374,-0.046 0.070,-0.025-0.124,-0.009-0.234,0.001-0.283,0.007-0.290,0.091-0.412,0.111-0.483,0.121-0.463,0.117-0.410,0.104-0.341,0.086-0.269,-0.143 0.156,-0.018-0.028,-0.033 0.009,-0.040 0.033,-0.043 0.047,-0.042 0.053,0.017-0.014,-0.127 0.300,-0.130 0.323,-0.121 0.308,-0.104 0.272,-0.085 0.226,-0.066 0.178,-0.048 0.133,-0.034 0.094,-0.022 0.062,-0.012 0.037,-0.006 0.019,-0.001 0.006,0.002-0.002,0.003-0.007,0.004-0.009,0.004-0.010,0.004-0.009,0.003-0.008,0.003-0.007,0.002-0.005,0.001-0.004,0.107-0.208,0.157-0.111,0.190-0.132,0.203-0.139,0.332-0.168,0.091-0.120,0.015-0.079,-0.034-0.047,-0.062-0.024,-0.074-0.007,1.807-1.259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331.000 656.000,'0.028'-0.112,"0.043"-0.171,0.048-0.193,0.010-0.032,0.002 0.006,-0.009 0.049,-0.014 0.073,-0.017 0.083,-0.018 0.083,-0.017 0.077,-0.015 0.068,-0.013 0.057,-0.042 0.230,-0.073 0.804,-0.035 0.531,-0.014 0.409,0.001 0.302,0.011 0.210,0.016 0.137,0.018 0.079,0.018 0.037,0.017 0.007,0.015-0.013,0.064-0.263,0.092-0.546,0.101-0.624,0.099-0.624,0.090-0.575,0.077-0.499,-0.059-0.303,-0.111-0.202,-0.147-0.114,-0.159-0.050,-0.155-0.005,-0.141 0.024,-0.121 0.041,-0.126 0.028,-0.039 0.160,-0.005 0.170,0.016 0.161,0.027 0.142,0.032 0.118,0.032 0.093,0.029 0.069,0.025 0.049,0.020 0.032,0.015 0.019,0.135 0.023,0.178 0.026,0.198 0.025,0.194 0.023,0.176 0.019,0.151 0.015,0.122 0.012,0.095 0.009,0.070 0.006,0.049 0.004,0.032 0.002,-0.102-0.054,0.015-0.051,0.015-0.061,3.204-0.561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351.000 669.000,'0.033'0.025,"0.050"0.037,0.055 0.042,0.054 0.040,0.048 0.036,0.040 0.030,0.032 0.024,0.024 0.018,0.017 0.013,0.011 0.008,0.007 0.005,-0.125-0.081,0.261 0.261,0.013 0.065,-0.033 0.026,-0.059-0.001,-0.070-0.017,-0.072-0.026,-0.088 0.058,-0.111 0.054,-0.105 0.067,-0.091 0.069,-0.075 0.064,-0.058 0.055,0.011-0.042,-0.004-0.059,-0.010-0.076,-0.009-0.098,-0.008-0.105,-0.007-0.102,-0.005-0.094,-0.004-0.081,-0.890-0.114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355.000 663.000,'0.013'-0.004,"0.020"-0.007,0.023-0.008,0.022-0.007,0.020-0.007,0.018-0.006,0.014-0.005,0.011-0.004,0.008-0.003,0.006-0.002,0.004-0.001,0.002-0.001,0.001-0.000,0.000-0.000,-0.000 0.000,-0.001 0.000,-0.001 0.000,-0.001 0.000,-0.001 0.000,0.418-0.139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371.000 666.000,'0.010'0.016,"0.015"0.024,0.016 0.027,0.016 0.026,0.014 0.023,0.012 0.020,0.009 0.016,0.007 0.012,0.005 0.008,0.003 0.006,0.002 0.003,0.001 0.002,0.000 0.001,-0.000-0.000,-0.000-0.001,-0.000-0.001,-0.000-0.001,-0.000-0.001,-0.000-0.001,-0.000-0.001,-0.000-0.000,-0.000-0.000,-0.000-0.000,-0.000-0.000,-0.000-0.000,-0.000-0.000,0.000 0.000,0.000 0.000,0.016-0.105,0.034-0.147,0.039-0.166,0.039-0.165,0.035-0.151,0.031-0.130,0.025-0.106,0.020-0.083,-0.010-0.008,-0.051 0.101,-0.063 0.137,-0.064 0.146,-0.060 0.139,-0.052 0.123,-0.042 0.102,-0.033 0.080,-0.024 0.060,-0.017 0.043,-0.011 0.028,-0.006 0.017,-0.003 0.009,0.007 0.010,0.011 0.011,0.013 0.010,0.013 0.009,0.012 0.008,0.010 0.006,0.008 0.004,0.006 0.003,0.005 0.002,0.003 0.001,0.002 0.001,0.001 0.000,0.014 0.426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378.000 664.000,'0.078'-0.029,"0.119"-0.045,0.135-0.051,0.134-0.050,0.122-0.046,0.105-0.039,0.085-0.032,0.066-0.025,0.049-0.018,0.034-0.013,0.022-0.008,0.013-0.005,0.006-0.002,0.002-0.001,-0.001 0.001,-0.003 0.001,-0.004 0.002,-0.053 0.047,0.007 0.041,0.053 0.088,-0.073 0.145,-0.087 0.151,-0.087 0.141,-0.080 0.122,-0.068 0.100,-0.055 0.077,-0.042 0.057,-0.031 0.040,-0.021 0.026,-0.013 0.015,-0.008 0.007,-0.050-0.061,-0.053-0.064,-0.058-0.073,-0.056-0.073,-0.050-0.066,-0.042-0.057,-0.068 0.359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416.000 666.000,'0.035'0.023,"0.054"0.036,0.061 0.041,0.061 0.041,0.056 0.037,0.048 0.032,0.039 0.026,1.222-0.186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201.000 738.000,'0.005'-0.002,"0.007"-0.002,0.008-0.003,0.008-0.003,0.007-0.002,0.006-0.002,0.005-0.002,0.003-0.001,0.002-0.001,0.002-0.001,0.001-0.000,0.001-0.000,0.000-0.000,-0.000 0.000,-0.000 0.000,-0.000 0.000,-0.000 0.000,-0.000 0.000,-0.000 0.000,-0.000 0.000,-0.000 0.000,-0.000 0.000,-0.000 0.000,-0.000 0.000,-0.000 0.000,-0.000 0.000,0.000 0.000,0.000 0.000,0.000 0.000,0.000 0.000,0.000-0.000,0.000 0.000,0.000 0.000,0.000-0.000,0.000 0.000,0.000 0.000,0.000-0.000,0.000 0.000,0.000 0.000,0.000-0.000,-0.000 0.000,0.000 0.000,0.000 0.000,0.000-0.000,0.000 0.000,-0.000 0.000,0.000-0.000,0.000 0.000,0.000 0.000,0.000 0.000,0.000-0.000,0.000 0.000,0.000 0.000,-0.000-0.000,0.000 0.000,0.000 0.000,0.000-0.000,0.128-0.042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211.000 734.000,'-0.168'0.000,"-0.257"0.000,-0.290 0.000,-0.085 0.000,-0.007 0.000,0.058 0.000,0.095 0.000,0.111 0.000,0.112 0.000,0.104 0.000,0.093 0.003,0.094 0.004,0.078 0.005,0.061 0.005,0.046 0.004,0.032 0.004,0.021 0.003,0.013 0.002,0.007 0.002,0.002 0.001,-0.001 0.001,-0.002 0.000,-0.003 0.000,-0.004 0.000,-0.003-0.000,-0.003-0.000,-0.003-0.000,-0.002-0.000,-0.001-0.000,-0.001-0.000,-0.001-0.000,-0.000-0.000,-0.000-0.000,-0.000 0.000,0.000-0.000,0.000 0.000,0.000 0.000,0.000 0.000,0.000 0.000,0.000 0.000,0.000 0.000,-0.029-0.010,-0.042-0.014,-0.047-0.016,-0.047-0.016,-0.042-0.014,-0.036-0.012,-0.029-0.010,-0.023-0.008,-0.017-0.006,-0.012-0.004,-0.008-0.003,-0.004-0.001,-0.002-0.001,0.017 0.014,0.037 0.025,0.042 0.029,0.041 0.028,0.037 0.025,0.032 0.022,0.026 0.017,0.020 0.013,0.014 0.010,0.010 0.006,0.006 0.004,0.003 0.002,0.001 0.001,0.000 0.000,-0.001-0.000,-0.001-0.001,-0.001-0.001,-0.001-0.001,-0.001-0.001,-0.001-0.001,-0.001-0.001,-0.001-0.000,-0.000-0.000,-0.000-0.000,-0.000-0.000,-0.000-0.000,-0.000 0.000,0.011-0.005,0.018-0.002,0.021-0.002,0.021-0.002,0.019-0.002,0.016-0.002,0.013-0.001,0.010-0.001,0.008-0.001,0.005-0.001,0.004-0.000,-0.013-0.038,-0.022-0.058,-0.025-0.066,-0.026-0.066,-0.024-0.060,-0.021-0.052,-0.017-0.042,-0.013-0.033,-0.010-0.128,-0.006-0.270,-0.086-0.128,-0.129 0.247,-0.144 0.386,-0.142 0.440,-0.039 0.244,0.013 0.119,0.049 0.029,0.068-0.030,0.075-0.065,0.073-0.082,-0.122 0.543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252.000 712.000,'-0.016'0.047,"-0.026"0.078,-0.032 0.097,-0.045 0.204,-0.010 0.141,0.002 0.122,0.010 0.101,0.015 0.080,0.017 0.061,0.017 0.044,0.026 0.258,0.038 0.206,0.038 0.216,0.034 0.204,0.029 0.179,0.024 0.149,0.053 0.001,0.059-0.206,0.059-0.271,0.054-0.287,0.046-0.270,0.038-0.236,1.308 0.640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277.000 722.000,'0.000'0.015,"0.000"0.023,0.000 0.027,0.000 0.026,0.000 0.024,0.000 0.021,0.000 0.017,0.000 0.013,0.000 0.010,0.000 0.007,0.000 0.005,0.000 0.003,0.000 0.001,0.000 0.000,0.000-0.000,0.000-0.001,2.000 0.507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295.000 719.000,'0.019'0.031,"0.029"0.048,0.033 0.055,0.033 0.054,0.030 0.050,0.026 0.043,0.021 0.035,0.017 0.028,0.012 0.021,0.009 0.015,0.006 0.010,0.003 0.006,0.002 0.003,0.649 0.081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317.000 717.000,'0.120'0.080,"0.196"0.131,0.239 0.159,0.256 0.171,0.419 0.265,0.028-0.003,-0.088-0.083,-0.152-0.125,-0.179-0.141,-0.181-0.139,0.371-0.208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337.000 714.000,'0.295'0.000,"-0.138"0.012,4.393 0.976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251.000 764.000,'-0.006'0.018,"-0.009"0.028,-0.011 0.032,-0.011 0.032,-0.010 0.030,-0.009 0.026,-0.007 0.021,-0.006 0.017,-0.004 0.013,-0.003 0.009,-0.002 0.006,-0.001 0.004,-0.001 0.002,0.031 0.064,0.057 0.067,0.063 0.073,0.062 0.070,0.055 0.062,0.046 0.052,0.037 0.041,0.028 0.031,0.020 0.022,0.013 0.014,0.008 0.009,0.004 0.004,0.002 0.001,-0.000-0.000,-0.001-0.001,-0.044-0.068,-0.033-0.031,-0.037-0.034,-0.036-0.033,-0.033-0.030,-0.028-0.025,-0.023-0.020,-0.018-0.016,-0.013-0.012,-0.009-0.008,-0.006-0.005,-0.004-0.003,-0.002-0.001,-0.001-0.000,0.000 0.000,0.444-0.237,0.667-0.402,0.744-0.449,0.724-0.438,0.120-0.136,-0.099-0.013,-0.274 0.085,-0.359 0.138,-0.382 0.159,-0.364 0.158,-0.322 0.145,-0.269 0.124,-0.214 0.101,-0.349-0.043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297.000 765.000,'0.000'0.027,"0.000"0.041,0.000 0.047,0.000 0.047,0.000 0.043,0.000 0.037,0.000 0.030,0.000 0.024,0.000 0.018,0.009-0.255,0.302 0.234,0.145-0.062,0.062-0.073,0.006-0.073,-0.028-0.067,-0.046-0.057,-0.066-0.026,-0.040-0.012,-0.035-0.002,-0.029 0.005,-0.023 0.009,-0.017 0.011,-0.012 0.011,-0.008 0.010,-0.005 0.009,0.540 0.008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322.000 755.000,'0.081'0.162,"0.125"0.250,0.142 0.284,0.141 0.283,2.384 4.768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342.000 758.000,'0.024'-0.006,"0.037"-0.009,0.043-0.011,0.043-0.011,0.040-0.010,0.034-0.009,0.028-0.007,0.022-0.006,0.017-0.004,0.012-0.003,0.008-0.002,0.005-0.001,0.003-0.001,0.000 0.003,-0.019 0.010,-0.023 0.012,-0.023 0.012,-0.021 0.011,-0.018 0.009,0.411 0.011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363.000 750.000,'0.081'0.081,"0.125"0.125,0.142 0.142,0.141 0.141,-0.136-0.089,1.166 2.072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219.000 780.000,'-0.012'-0.008,"-0.017"-0.012,-0.020-0.013,-0.019-0.013,-0.017-0.011,-0.014-0.010,-0.011-0.008,-0.009-0.006,-0.006-0.004,-0.004-0.003,-0.003-0.002,-0.001-0.001,-0.001-0.000,0.000 0.000,0.000 0.000,0.001 0.000,0.001 0.000,0.001 0.000,0.001 0.000,0.000 0.000,0.000 0.000,0.000 0.000,0.000 0.000,0.077 0.031,0.110 0.042,0.125 0.047,0.124 0.047,0.032 0.014,0.020 0.006,-0.003-0.003,-0.018-0.009,-0.026-0.012,-0.030-0.013,-0.030-0.013,-0.028-0.012,0.001-0.036,0.001-0.050,0.010-0.054,0.014-0.052,0.016-0.047,0.015-0.040,-0.006 0.029,-0.030 0.080,-0.039 0.102,-0.041 0.107,-0.039 0.101,-0.034 0.089,-0.028 0.074,-0.023 0.059,-0.017 0.045,-0.012 0.032,-0.009-0.041,-0.005-0.118,-0.003-0.141,-0.001-0.142,0.000-0.130,0.001-0.111,0.001-0.089,0.001-0.068,0.001-0.049,0.001-0.034,0.001-0.021,-0.013 0.049,-0.020 0.076,-0.023 0.089,-0.022 0.090,-0.020 0.082,-0.017 0.070,-0.014 0.057,-0.010 0.044,-0.007 0.032,-0.005 0.022,-0.003 0.014,-0.002 0.008,-0.001 0.004,-0.397 0.450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361.000 274.000,'0.000'-0.112,"0.000"-0.171,0.000-0.193,0.000 0.384,-0.015-0.399,-0.024-0.052,-0.029-0.033,-0.030-0.018,-0.078-0.037,-0.079 0.065,-0.081 0.083,0.034 0.194,0.158 0.297,0.202 0.310,0.212 0.291,0.200 0.255,0.175 0.210,0.145 0.165,0.114 0.123,0.085 0.087,0.060 0.057,0.040 0.034,0.024 0.017,-0.618-0.800,1.399 2.681,0.308 0.947,0.117 0.579,-0.122 0.052,-0.259-0.276,-0.322-0.456,-0.527-1.157,-0.182-0.246,-0.161-0.204,-0.138-0.164,-0.108-0.100,-0.127-0.282,-0.108-0.288,-0.089-0.275,-0.072-0.336,-0.049-0.239,-0.037-0.218,-0.026-0.193,-0.383-1.328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387.000 323.000,'0.017'0.083,"0.026"0.132,0.031 0.156,0.032 0.161,0.021 0.180,0.001 0.118,-0.009 0.088,-0.009 0.160,-0.019 0.082,-0.020 0.065,-0.018-0.035,-0.016-0.093,-0.013-0.122,0.039-0.336,0.072-0.326,0.087-0.353,0.091-0.346,0.087-0.317,0.078-0.277,0.067-0.231,0.043-0.073,0.152-0.260,0.172-0.271,0.178-0.265,0.688-1.064,0.411-0.485,0.377-0.414,-0.324 0.714,0.204-0.057,0.197-0.019,0.183 0.008,0.136 0.106,0.096 0.169,0.064 0.203,0.038 0.216,0.533-0.143,-0.116 0.349,-0.166 0.333,-0.556 0.517,-0.241 0.302,-0.244 0.284,-0.232 0.255,-0.015 0.256,-0.220 0.335,-0.183 0.303,-0.434 0.121,-0.191 0.083,-0.191 0.041,-0.180 0.011,0.366 1.451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368.000 236.000,'-0.022'0.052,"-0.034"0.079,-0.038 0.088,-0.037 0.086,-0.033 0.077,-0.028 0.064,-0.022 0.051,-0.017 0.039,-0.012 0.028,-0.008 0.019,-0.005 0.011,-0.003 0.006,0.044-0.033,-0.025 0.175,-0.031 0.215,-0.034 0.231,-0.056 0.268,-0.034 0.137,-0.030 0.087,-0.025 0.048,-0.005-0.041,0.009-0.098,0.017-0.131,0.022-0.146,-0.006-0.033,0.091-0.305,0.097-0.297,0.092-0.268,0.082-0.227,0.068-0.183,0.047-0.135,0.038-0.113,0.029-0.091,0.021-0.070,0.014-0.051,0.009-0.035,0.021-0.070,0.012-0.043,0.011-0.038,0.009-0.032,0.062-0.086,0.097-0.131,0.109-0.143,0.108-0.139,0.099-0.125,0.085-0.107,-0.334 0.528,0.365-0.803,-0.006 0.043,-0.016 0.136,-0.021 0.182,-0.022 0.196,-0.021 0.187,-0.596 0.764,0.604-0.774,-0.066 0.141,-0.098 0.208,-0.110 0.230,-0.107 0.224,-0.121 0.143,-0.063 0.093,-0.053 0.067,-0.043 0.045,-0.034 0.028,-0.025 0.015,-0.197 0.932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376.000 245.000,'0.074'0.029,"0.115"0.046,0.134 0.053,0.135 0.054,0.127 0.051,0.112 0.045,0.094 0.038,0.076 0.030,0.058 0.023,0.043 0.017,0.079-0.091,0.096-0.154,0.100-0.182,0.065-0.316,0.037-0.379,0.017-0.391,0.003-0.370,-0.077-0.244,-0.267 0.057,-0.306 0.176,-0.304 0.235,-0.277 0.251,-0.238 0.240,-0.277 0.395,-0.278 0.457,-0.256 0.457,-0.220 0.419,-0.180 0.360,-0.140 0.294,0.098 0.007,0.080 0.015,0.121-0.044,0.138-0.079,0.139-0.096,0.129-0.099,0.114-0.094,0.095-0.084,0.076-0.071,0.217-0.440,0.030-0.004,0.125 0.332,0.382-0.195,0.414-0.234,0.401-0.240,0.362-0.225,0.309-0.197,-0.032-0.135,-0.032-0.121,-0.104-0.097,-0.144-0.075,-0.160-0.055,-0.159-0.038,-0.196 0.039,-0.128 0.031,-0.112 0.046,-0.094 0.052,-0.076 0.054,0.964-0.902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417.000 217.000,'-0.034'0.043,"-0.053"0.066,-0.061 0.076,-0.061 0.077,-0.057 0.071,-0.050 0.062,-0.041 0.052,-0.033 0.041,-0.025 0.031,-0.064 0.174,-0.121 0.300,-0.136 0.345,-0.137 0.350,-0.128 0.328,-0.113 0.292,-0.095 0.248,-0.012 0.121,0.105-0.105,0.149-0.193,0.167-0.236,0.166-0.246,0.153-0.234,0.133-0.209,0.146-0.235,0.154-0.300,0.140-0.287,0.120-0.256,0.098-0.217,0.076-0.175,0.002-0.115,-0.000-0.086,-0.017-0.061,-0.027-0.040,-0.032-0.024,-0.032-0.012,-0.031-0.003,0.470-1.107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428.000 239.000,'0.025'-0.015,"0.038"-0.023,0.042-0.025,0.041-0.024,0.036-0.022,0.031-0.018,0.024-0.015,0.018-0.011,0.013-0.008,0.009-0.005,0.005-0.003,0.003-0.002,0.001-0.001,-0.000 0.000,-0.001 0.000,-0.001 0.001,-0.001 0.001,-0.001 0.001,-0.024 0.057,-0.033 0.085,-0.037 0.095,-0.036 0.093,-0.032 0.083,-0.027 0.070,-0.022 0.056,-0.016 0.042,-0.012 0.030,-0.008 0.021,-0.005 0.013,-0.003 0.007,-0.001 0.003,0.000-0.000,0.001-0.002,0.001-0.003,0.001-0.003,0.001-0.003,0.001-0.003,0.001-0.002,0.001-0.002,0.000-0.001,0.000-0.001,0.000-0.001,0.000-0.000,0.000-0.000,0.000-0.000,0.000 0.000,-0.000 0.000,-0.000 0.000,0.015-0.075,0.026-0.069,0.030-0.078,0.030-0.078,0.028-0.072,0.024-0.062,0.020-0.051,0.016-0.041,0.750-0.497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458.000 220.000,'-0.129'0.308,"-0.204"0.486,-0.239 0.569,-0.244 0.583,-0.231 0.552,-0.207 0.493,-0.176 0.420,-0.131 0.406,0.165-0.248,0.246-0.424,0.276-0.497,0.271-0.500,0.246-0.460,0.239-0.561,0.205-0.456,0.182-0.423,0.154-0.371,0.125-0.310,0.097-0.249,0.072-0.191,0.051-0.140,0.033-0.097,-0.148-0.005,-0.202-0.025,-0.244-0.007,-0.255 0.005,-0.245 0.013,-0.224-0.037,-0.076 0.167,-0.002 0.188,0.043 0.184,0.067 0.167,0.076 0.141,0.074 0.113,0.067 0.087,0.057 0.063,0.046 0.043,0.035 0.027,0.026 0.015,0.015 0.004,0.001 0.001,-0.004-0.002,-0.007-0.004,-0.009-0.005,-0.009-0.005,-0.009-0.005,-0.008-0.004,-0.006-0.004,-0.005-0.003,-0.004-0.002,-0.003-0.002,-0.002-0.001,0.210-0.045,0.336-0.068,0.376-0.075,0.367-0.073,0.328-0.066,0.276-0.055,-0.015 0.002,-0.132 0.024,-0.212 0.040,-0.242 0.046,-0.240 0.045,-0.218 0.041,-0.186 0.035,-0.150 0.029,-0.116 0.022,-0.085 0.016,-0.058 0.011,-0.037 0.007,-0.021 0.004,-0.009 0.002,-0.002 0.000,0.029-0.142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463.000 236.000,'0.266'0.186,"0.436"0.306,0.532 0.372,0.569 0.398,1.005 0.662,0.109 0.014,-0.149-0.175,-0.295-0.276,-0.358-0.313,2.795 0.735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472.000 240.000,'0.010'0.017,"0.016"0.027,0.018 0.030,0.017 0.029,0.016 0.026,0.013 0.022,0.011 0.018,0.008 0.014,0.006 0.010,0.004 0.007,0.003 0.004,0.001 0.002,0.001 0.001,0.000 0.000,-0.000-0.001,-0.000-0.001,-0.001-0.001,-0.001-0.001,-0.000-0.001,-0.000-0.001,-0.000-0.001,-0.000-0.000,-0.000-0.000,-0.000-0.000,-0.000-0.000,0.060-0.227,0.144-0.299,0.176-0.363,0.188-0.388,0.237-0.308,-0.087 0.332,-0.184 0.551,-0.230 0.643,-0.240 0.649,-0.227 0.600,-0.201 0.522,-0.168 0.431,-0.134 0.340,-0.040 0.102,0.064-0.244,0.109-0.369,0.127-0.413,0.127-0.404,0.116-0.364,0.099-0.307,0.548-0.467,0.767-0.529,0.356-0.307,0.076-0.145,-0.100-0.034,-0.197 0.036,-0.238 0.075,-0.242 0.092,0.865-0.838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509.000 244.000,'-0.024'-0.018,"-0.036"-0.027,-0.040-0.030,-0.039-0.029,-0.035-0.026,-0.029-0.022,-0.023-0.017,-0.018-0.013,-0.012-0.009,-0.008-0.006,-0.005-0.004,-0.003-0.002,-0.001-0.001,0.000 0.000,0.001 0.001,-0.005 0.072,-0.051 0.080,-0.060 0.092,-0.061 0.093,-0.058 0.087,-0.051 0.076,-0.043 0.064,-0.035 0.051,-0.027 0.040,-0.020 0.029,-0.042 0.114,0.043 0.088,0.056 0.088,0.060 0.081,0.057 0.070,0.050 0.057,0.041 0.044,0.032 0.032,0.024 0.022,0.017 0.014,0.012 0.008,0.007 0.004,0.082-0.190,0.060-0.080,0.068-0.091,0.069-0.093,0.229-0.186,0.297-0.363,0.307-0.377,0.286-0.351,0.248-0.305,0.203-0.249,0.158-0.194,0.116-0.143,0.081-0.099,0.052-0.064,0.030-0.037,0.014-0.018,-0.220 0.130,-0.057-0.047,-0.063-0.055,-0.063-0.057,-0.058-0.053,-0.050-0.047,-0.234 0.194,-0.270 0.248,-0.302 0.300,-0.302 0.313,-0.281 0.300,-0.247 0.270,-0.209 0.232,-0.155 0.293,-0.106 0.310,-0.068 0.300,-0.038 0.272,-0.016 0.235,-0.001 0.195,0.009 0.155,0.015 0.118,0.193 0.065,0.323-0.058,0.371-0.101,0.374-0.122,0.348-0.126,0.214-0.193,0.112-0.221,0.039-0.224,-0.011-0.208,0.035-0.184,-0.135-0.226,-0.152-0.190,-0.149-0.152,-0.133-0.115,-0.112-0.082,-0.101-0.006,-0.039 0.007,-0.020 0.026,-0.006 0.035,0.003 0.038,0.009 0.037,1.226-0.060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559.000 235.000,'0.061'0.000,"0.097"0.000,0.113 0.000,0.116 0.000,0.109 0.000,0.097 0.000,0.083 0.000,0.068 0.000,0.062 0.052,-0.026 0.081,-0.052 0.093,-0.063 0.093,-0.066 0.086,-0.062 0.074,-0.057 0.056,-0.098-0.018,-0.093-0.042,-0.082-0.053,-0.068-0.055,-0.053-0.051,-0.139 0.192,-0.178 0.374,-0.195 0.444,-0.140 0.331,-0.037 0.069,0.015-0.053,0.046-0.123,0.062-0.157,0.066-0.165,0.063-0.156,0.171-0.298,0.227-0.373,0.241-0.382,0.229-0.356,0.203-0.310,0.169-0.255,0.135-0.201,0.102-0.150,0.073-0.106,0.050-0.070,0.031-0.042,0.017-0.022,-0.571 0.635,0.534-0.650,-0.124 0.180,-0.155 0.245,-0.160 0.263,-0.149 0.251,-0.130 0.221,-0.107 0.184,-0.083 0.146,-0.062 0.109,-0.063 0.065,-0.057 0.033,-0.049 0.011,-0.040-0.003,-0.031-0.012,-0.023-0.016,-0.016-0.017,-0.010-0.017,-0.006-0.015,-0.003-0.012,-0.001-0.010,0.001-0.007,-0.054 0.405,-0.084 0.628,-0.095 0.711,0.095-0.714,0.016 0.698,0.215-0.330,0.263-0.485,0.274-0.548,0.261-0.548,0.233-0.508,0.198-0.445,0.161-0.372,0.126-0.297,-0.652 0.635,0.601-0.850,-0.182 0.105,-0.217 0.194,-0.221 0.233,-0.206 0.239,-0.180 0.224,-0.150 0.196,-0.118 0.163,-0.089 0.129,-0.064 0.098,-0.043 0.070,-0.027 0.047,-0.014 0.029,0.978-1.306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599.000 229.000,'0.106'0.040,"0.175"0.065,0.213 0.080,0.228 0.085,0.309 0.199,-0.137 0.075,-0.267 0.041,-0.321 0.017,-0.325 0.001,-0.298-0.009,-0.214-0.021,-0.198 0.025,-0.161 0.032,-0.125 0.033,-0.093 0.032,0.080-0.067,0.056-0.048,0.084-0.061,0.097-0.066,0.098-0.065,0.092-0.059,0.082-0.052,-0.811 0.363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611.000 235.000,'0.236'0.283,"-0.103"0.353,-0.018 1.251,-0.077 0.341,-0.052 0.005,-0.032-0.168,-0.017-0.267,-0.006-0.311,0.001-0.316,0.006-0.296,0.008-0.261,0.009-0.220,0.009-0.177,0.009-0.137,0.008-0.101,0.053-0.131,0.078-0.129,0.087-0.117,0.085-0.101,0.077-0.082,0.066-0.064,0.053-0.047,0.041-0.033,0.030-0.022,0.021-0.013,0.014-0.006,0.008-0.002,0.004 0.001,0.001 0.003,-0.001 0.004,-0.002 0.004,-0.003 0.004,-0.003 0.003,-0.003 0.003,-0.277 0.399,0.821-0.660,0.219-0.005,0.080 0.126,-0.017 0.204,-0.081 0.243,-0.118 0.254,0.012 0.214,-0.195 0.146,-0.184 0.073,-0.161 0.023,-0.133-0.010,-0.104-0.029,-0.078-0.038,0.387 0.227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645.000 224.000,'-0.134'0.379,"-0.202"0.574,-0.226 0.640,-0.220 0.624,-0.036 0.129,0.032-0.048,0.086-0.194,0.111-0.268,0.118-0.291,0.112-0.281,0.078-0.209,0.038-0.098,0.017-0.045,0.002-0.008,-0.007 0.015,-0.013 0.029,0.042-0.015,0.097-0.142,0.113-0.169,0.112-0.170,0.102-0.156,0.086-0.133,0.069-0.108,0.053-0.083,0.038-0.060,0.026-0.041,0.016-0.026,0.009-0.015,0.004-0.006,0.000-0.001,-0.075 0.008,-0.040-0.014,-0.045-0.016,-0.045-0.017,-0.042-0.016,-0.036-0.014,-0.030-0.012,0.338-0.850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654.000 240.000,'-0.279'0.084,"-0.428"0.128,-0.484 0.145,0.091 0.077,0.215 0.100,0.350 0.088,0.414 0.073,0.426 0.059,0.405 0.045,0.363 0.034,0.227-0.014,0.054-0.085,-0.041-0.108,-0.098-0.115,-0.128-0.112,-0.137-0.101,-0.419-0.169,16.439 2.027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403.000 328.000,'0.125'-0.071,"0.189"-0.108,0.211-0.121,0.205-0.117,0.184-0.105,0.154-0.088,0.123-0.070,0.093-0.053,0.066-0.038,0.045-0.025,0.106-0.017,0.307-0.108,0.347-0.120,0.346-0.119,0.318-0.109,0.277-0.094,0.229-0.078,0.181-0.061,0.137-0.046,0.099-0.033,-0.632 0.255,-0.128 0.030,-0.161 0.037,1.485-0.504,1.287-0.295,1.489-0.336,1.483-0.331,1.350-0.300,1.152-0.255,0.932-0.205,-0.938 0.360,0.148 0.064,0.022 0.105,-0.061 0.125,-0.111 0.129,-0.136 0.123,-0.143 0.110,0.273 0.029,-0.393 0.177,-0.427 0.175,-0.416 0.160,-0.377 0.138,-0.323 0.114,-0.265 0.090,-0.207 0.068,-0.155 0.049,-0.152 0.096,0.158 0.068,0.227 0.066,0.254 0.060,0.253 0.052,0.233 0.042,0.204 0.033,0.170 0.025,0.135 0.018,0.104 0.012,-8.057 0.797,8.975-0.799,0.162 0.104,-0.107 0.142,-0.267 0.155,-0.347 0.151,-0.370 0.136,-0.355 0.117,-0.318 0.095,-0.270 0.074,-0.218 0.055,-0.169 0.039,-0.124 0.025,-1.430 0.021,-0.660 0.039,-0.736 0.041,-0.740 0.040,-0.697 0.037,1.741 0.375,2.174 0.471,2.686 0.518,2.776 0.503,2.599 0.452,2.272 0.382,-2.296-0.318,-0.877-0.071,-1.422-0.149,-0.375 0.106,-1.763-0.121,-1.600-0.098,-1.373-0.076,-1.123-0.056,-0.878-0.039,-0.656-0.025,-3.862-1.269,3.154 1.408,-0.605-0.076,-0.690-0.195,-0.694-0.257,-0.646-0.278,-0.268-0.088,-0.370-0.152,-0.223-0.089,-0.115-0.043,-1.570-0.894,1.339 0.716,-0.217-0.152,-0.243-0.157,-0.238-0.147,-0.215-0.129,-0.183-0.106,0.170-0.220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1122.000 265.000,'0.032'0.032,"0.049"0.049,0.055 0.055,0.055 0.055,0.050 0.050,0.043 0.043,0.035 0.035,0.027 0.027,0.020 0.020,0.014 0.014,0.009 0.009,0.005 0.005,0.002 0.002,0.012 0.012,0.035 0.035,0.039 0.039,0.039 0.039,0.036 0.036,0.031 0.031,0.116 0.071,0.164 0.095,0.180 0.101,0.177 0.097,0.160 0.087,0.138 0.074,0.113 0.060,-0.109-0.035,-0.223-0.079,-0.284-0.106,-0.301-0.115,-0.288-0.112,-0.258-0.101,-0.219-0.086,-0.178-0.070,-0.138-0.055,-0.497 0.058,-0.608 0.078,-0.638 0.102,-0.599 0.107,-0.522 0.101,-0.429 0.088,0.206-0.051,0.285-0.058,0.413-0.084,0.460-0.093,-2.555 1.047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315.000 451.000,'-0.014'-0.009,"-0.022"-0.015,-0.025-0.016,-0.024-0.016,-0.022-0.014,-0.018-0.012,-0.015-0.010,-0.011-0.008,-0.008-0.006,-0.006-0.004,-0.004-0.002,-0.002-0.001,-0.001-0.001,-0.000-0.000,0.000 0.000,0.001 0.000,0.001 0.000,0.001 0.000,-0.039 0.067,-0.064 0.100,-0.072 0.113,-0.127 0.307,-0.151 0.401,-0.152 0.425,-0.043 0.334,0.028 0.251,0.070 0.178,0.089 0.118,0.094 0.072,0.089 0.037,0.447-0.243,0.336 0.284,0.282-0.016,0.229-0.134,0.181-0.209,0.289-0.269,0.225-0.466,0.210-0.493,0.186-0.482,0.022-0.505,0.105-0.514,0.083-0.502,0.063-0.468,-1.690 1.303,1.652-1.808,-0.125-0.309,-0.182-0.212,-0.212-0.134,-0.089-0.780,-0.585 0.141,-0.582 0.243,-0.584 0.693,-0.578 0.311,-0.570 0.310,-0.296 0.492,-0.374 0.338,-0.326 0.335,-0.275 0.315,-0.655 0.350,-0.007 0.388,0.114 0.329,-8.133 4.519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331.000 440.000,'-0.008'-0.033,"-0.013"-0.051,-0.014-0.058,-0.014-0.057,-0.013-0.052,-0.011-0.044,-0.009-0.036,-0.007-0.028,-0.005-0.021,-0.004-0.014,-0.051-0.230,-0.074-0.339,-0.083-0.380,0.015-0.041,-0.020-0.251,-0.010-0.236,-0.002-0.212,0.183 1.106,-0.230-2.352,-0.035-1.010,-0.041-1.014,0.018 0.419,-0.064-0.203,-0.072-0.067,-0.073 0.031,-0.056-0.255,0.029 0.074,0.059 0.086,0.076 0.089,0.140 0.805,0.092 0.306,0.095 0.347,0.221-0.484,0.318 0.038,0.337-0.080,0.326-0.152,0.477-0.801,0.262-0.227,0.183-0.188,-0.260 0.981,0.003 0.197,-0.023 0.249,-0.039 0.269,-0.879 2.213,1.046-2.111,0.015 0.248,-0.030 0.287,-0.057 0.294,-0.072 0.280,-0.077 0.253,-0.044 0.143,-0.191 0.319,-0.201 0.296,-0.192 0.259,-0.186 0.268,-0.135 0.199,-0.110 0.167,-0.085 0.135,-0.064 0.105,-0.045 0.078,-0.030 0.055,-0.006 0.009,-0.027 0.039,-0.022 0.029,-0.017 0.020,-0.013 0.012,-0.009 0.007,-0.001-0.022,-0.004-0.021,-0.002-0.025,-0.001-0.025,-0.000-0.023,0.000-0.020,-0.033 0.067,-0.016 0.012,-0.018 0.016,-0.018 0.018,0.066-0.895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341.000 271.000,'0.065'-0.018,"0.098"-0.027,0.110-0.030,0.107-0.029,0.096-0.026,0.081-0.022,0.065-0.018,0.049-0.013,0.035-0.010,0.024-0.007,0.015-0.004,0.008-0.002,0.003-0.001,-0.000 0.000,-0.002 0.001,-0.031-0.021,0.134-0.083,0.163-0.100,0.108 0.069,-0.016 0.208,-0.068 0.274,-0.097 0.297,-0.109 0.292,-0.109 0.268,-0.102 0.234,-0.388-0.702,0.150 1.026,-0.231 0.266,-0.242 0.243,-0.232 0.211,-0.210 0.176,-0.181 0.141,0.241-0.964,-3.651 10.602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490.000 163.000,'-0.327'-0.045,"-0.495"-0.067,-0.552-0.075,-0.538-0.073,-0.481-0.066,-0.404-0.055,0.345 0.306,-4.653 0.444,-1.753 0.446,-0.994 0.374,-0.443 0.298,-0.067 0.227,0.171 0.164,0.650 0.085,0.557 0.098,0.587 0.074,0.559 0.053,0.496 0.036,0.417 0.022,0.335 0.012,0.256 0.004,0.186-0.001,0.189 0.072,-0.051 0.199,-0.108 0.231,-0.136 0.233,-0.144 0.217,-0.137 0.190,-0.123 0.158,-0.104 0.126,-0.084 0.096,-0.065 0.070,4.121-2.239,-5.722 3.804,-0.487 0.664,-0.180 0.387,0.022 0.185,0.143 0.045,0.205-0.043,0.224-0.093,0.216-0.116,0.192-0.119,0.825-0.566,0.336-0.163,0.329-0.149,0.299-0.129,0.257-0.106,0.211-0.084,0.165-0.063,0.124-0.045,0.088-0.030,0.059-0.019,0.348-0.225,0.333-0.181,0.368-0.202,0.363-0.200,0.333-0.185,0.289-0.161,0.240-0.134,0.191-0.107,0.145-0.082,0.106-0.059,0.143 0.022,0.327-0.149,0.348-0.158,0.333-0.151,0.297-0.134,0.251-0.113,0.202-0.091,0.155-0.070,0.114-0.051,0.079-0.035,0.225-0.069,0.333-0.312,0.351-0.343,0.330-0.331,0.289-0.295,0.238-0.247,0.186-0.195,0.138-0.147,0.097-0.105,0.063-0.070,0.037-0.043,0.018-0.022,0.005-0.008,-0.003 0.001,-0.008 0.007,-0.010 0.009,-0.010 0.010,-0.010 0.010,1.650-0.427,2.505-0.653,2.799-0.731,2.726-0.713,2.440-0.639,2.050-0.537,-0.479-0.007,-0.142-0.080,-0.569 0.016,-0.793 0.076,-0.873 0.107,-0.855 0.119,-0.777 0.117,-0.469 0.023,-1.242 0.234,-1.197 0.236,-1.064 0.216,-0.891 0.185,-0.708 0.150,-0.535 0.116,-0.383 0.085,-0.257 0.059,-0.614 0.219,-0.203 0.086,-0.169 0.083,-0.135 0.076,-0.104 0.065,-0.076 0.053,0.884-0.300,1.316-0.467,1.531-0.550,1.550-0.561,1.443-0.525,1.265-0.462,1.055-0.386,0.842-0.309,0.642-0.236,0.467-0.172,0.091 0.040,-0.769 0.388,-1.013 0.492,-1.084 0.518,-1.040 0.492,-0.930 0.436,-0.786 0.366,-0.633 0.293,-0.486 0.224,-0.356 0.163,-0.246 0.111,-0.157 0.071,-0.090 0.039,1.041-0.275,1.226-0.357,1.391-0.410,1.371-0.406,1.240-0.368,1.052-0.314,0.846-0.253,-0.957 0.157,-1.154 0.182,-1.491 0.261,-1.579 0.289,-1.506 0.283,-1.338 0.256,-1.125 0.219,-0.901 0.178,-0.689 0.138,-0.501 0.102,-0.343 0.071,-0.217 0.046,-0.510-0.036,-0.564-0.133,-0.591-0.164,-0.562-0.171,-0.499-0.162,-0.421-0.144,-0.339-0.121,-0.261-0.097,-0.191-0.075,-0.132-0.055,-0.085-0.038,-0.049-0.024,-0.022-0.014,-1.225-0.177,-1.954-0.409,-2.257-0.473,-2.286-0.479,-2.135-0.448,-1.882-0.395,-1.587-0.097,-0.324 0.466,0.174 0.649,0.472 0.712,0.620 0.695,0.664 0.628,0.638 0.537,0.571 0.437,0.484 0.340,0.391 0.252,-0.360 0.333,0.269 0.391,0.213 0.366,0.161 0.318,0.115 0.260,0.077 0.202,0.047 0.149,0.025 0.104,0.009 0.067,-0.001 0.039,-0.007 0.018,-0.010 0.004,-0.011-0.004,-0.011-0.009,-0.009-0.011,-1.348 1.144,-2.651 1.852,-3.006 2.097,-2.973 2.073,-2.704 1.884,-2.311 1.610,-0.151 0.435,2.544-1.009,3.471-1.560,3.722-1.754,3.541-1.715,3.117-1.539,-0.527 2.045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512.000 354.000,'-0.055'0.000,"-0.090"0.000,-0.109 0.000,-0.179 0.000,-0.066 0.000,-0.027 0.000,0.063 0.000,0.018 0.000,0.025 0.000,0.028 0.000,-0.005 0.000,-0.027 0.000,-0.039 0.000,-0.045 0.000,-0.150 0.017,-0.078 0.026,-0.070 0.029,-0.059 0.029,-0.048 0.026,0.037 0.068,-0.123 0.122,-0.021 0.093,-0.011 0.079,-0.003 0.063,0.001 0.048,0.004 0.035,0.827-0.507,-1.554 1.192,-0.831 0.809,-0.807 0.823,-0.737 0.777,-0.887 0.914,-0.209 0.279,0.005 0.063,0.139-0.077,0.212-0.159,0.241-0.198,0.051-0.046,0.158-0.175,0.119-0.150,0.085-0.121,0.057-0.094,0.035-0.069,0.579-0.424,-0.161 0.365,-0.216 0.465,-0.240 0.505,-0.945 1.328,0.295-0.212,0.459-0.478,0.517-0.596,0.506-0.614,0.454-0.570,0.503-0.659,0.371-0.506,0.313-0.437,-0.014-0.010,-0.215 0.255,-0.320 0.396,-0.359 0.450,-0.352 0.446,-0.319 0.405,0.157-0.074,0.083 0.076,0.161 0.006,0.199-0.040,0.208-0.066,0.199-0.078,0.178-0.079,0.068 0.129,0.199-0.149,0.177-0.153,0.149-0.143,0.119-0.125,0.091-0.103,0.187-0.432,0.112-0.291,0.108-0.308,0.097-0.296,0.082-0.267,0.067-0.229,0.030-0.162,0.095-0.291,0.088-0.259,0.075-0.217,0.061-0.172,0.047-0.129,-0.253-0.490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331.000 535.000,'-0.026'0.077,"-0.039"0.118,-0.044 0.133,-0.044 0.132,-0.040 0.120,-0.034 0.103,-0.028 0.083,-0.022 0.065,-0.016 0.048,-0.011 0.033,-0.007 0.022,-0.004 0.013,-0.002 0.006,0.020 0.006,-0.022 0.172,-0.027 0.204,-0.028 0.212,0.208 0.027,0.379-0.245,0.448-0.349,0.459-0.390,0.432-0.388,0.383-0.358,0.324-0.312,0.381-0.415,0.246-0.404,0.190-0.375,0.139-0.328,0.097-0.272,0.062-0.216,-0.124-0.030,-0.357 0.188,-0.424 0.272,-0.431 0.302,-0.399 0.295,-0.347 0.267,-0.286 0.228,0.489-0.797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754.000 123.000,'-0.049'-0.029,"-0.074"-0.044,-0.083-0.050,-0.081-0.049,-0.073-0.044,-0.061-0.037,-0.049-0.030,-0.037-0.022,-0.027-0.016,-0.018 0.178,-0.110 0.232,-0.125 0.274,-0.126 0.282,-0.118 0.267,-0.104 0.240,-0.088 0.205,0.047 0.059,0.132-0.040,0.178-0.102,0.196-0.135,0.194-0.147,0.179-0.145,0.157-0.133,0.165-0.146,0.155-0.200,0.132-0.191,0.106-0.170,0.082-0.144,0.061-0.116,0.042-0.089,0.027-0.066,0.016-0.046,0.008-0.029,0.002-0.017,-0.002-0.008,-0.005-0.001,-0.017 0.055,-0.093 0.138,-0.104 0.156,-0.102 0.153,-0.091 0.137,-0.077 0.116,-0.061 0.092,-0.046 0.070,-0.033 0.050,-0.022 0.034,-0.014 0.021,-0.007 0.011,-0.185 0.300,-0.284 0.510,-0.324 0.582,-0.323 0.582,-0.297 0.536,-0.258 0.465,0.027-0.097,0.105-0.241,0.182-0.387,0.218-0.452,0.224-0.460,0.212-0.447,0.189-0.405,0.160-0.348,0.130-0.287,0.101-0.226,0.470-1.527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764.000 130.000,'0.010'-0.010,"0.016"-0.016,0.018-0.018,0.017-0.017,0.015-0.015,0.013-0.013,0.010-0.010,0.008-0.008,0.005-0.005,0.004-0.004,0.002-0.002,0.001-0.001,0.000-0.000,-0.000 0.000,-0.000 0.000,-0.000 0.000,-0.000 0.001,-0.000 0.000,-0.000 0.000,-0.000 0.000,-0.000 0.000,-0.000 0.000,-0.000 0.000,-0.000 0.000,-0.000 0.000,0.000 0.000,0.278-0.278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773.000 130.000,'0.004'0.042,"0.006"0.064,0.007 0.071,0.007 0.070,0.006 0.062,0.005 0.053,0.004 0.042,0.003 0.032,0.002 0.023,0.002 0.015,0.001 0.010,0.000 0.005,0.000 0.002,0.000-0.000,-0.000-0.001,-0.000-0.002,-0.000-0.002,-0.000-0.002,-0.000-0.002,-0.000-0.002,-0.000-0.001,-0.025-0.428,0.423-0.662,0.171-0.516,0.056-0.254,-0.021-0.068,-0.069 0.056,-0.094 0.131,-0.104 0.169,-0.102 0.182,-0.094 0.176,-0.081 0.160,-0.393-0.280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798.000 127.000,'-0.049'0.016,"-0.075"0.025,-0.084 0.028,-0.082 0.027,-0.074 0.025,-0.062 0.021,-0.050 0.017,-0.038 0.013,-0.027 0.009,-0.019 0.006,-0.012 0.004,-0.006 0.002,-0.003 0.001,-0.000 0.000,0.001-0.000,0.002-0.001,0.072-0.008,0.070 0.001,0.078 0.002,0.077 0.002,0.071 0.002,0.061 0.002,0.050 0.002,0.039 0.001,0.029 0.001,0.021 0.001,0.014 0.001,0.008 0.000,0.004 0.000,0.001 0.000,-0.001 0.000,0.052-0.031,0.077-0.065,0.086-0.073,0.084-0.071,0.075-0.064,0.063-0.054,0.050-0.043,0.038-0.032,0.027-0.023,0.018-0.016,0.011-0.010,0.006-0.005,0.002-0.002,-0.000 0.000,-0.002 0.001,-0.002 0.002,-0.003 0.002,-0.003 0.002,-0.002 0.002,-0.002 0.002,-0.001 0.001,-0.001 0.001,-0.227 0.316,-0.330 0.475,-0.370 0.533,-0.362 0.522,-0.327 0.471,-0.276 0.399,-0.222 0.320,-0.170 0.245,-0.123 0.177,-0.084 0.121,-0.053 0.076,-0.029 0.042,0.148-0.432,-0.003-0.267,-0.002-0.310,-0.001-0.315,-0.000-0.295,0.000-0.260,0.080-0.252,0.209-0.287,0.241-0.259,0.243-0.221,0.225-0.180,0.196-0.140,0.162-0.104,-0.015-0.568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822.000 108.000,'-0.072'0.216,"-0.109"0.327,-0.121 0.364,-0.118 0.354,-0.105 0.315,-0.088 0.264,-0.070 0.209,-0.052 0.157,-0.037 0.112,-0.025 0.075,-0.015 0.045,-0.008 0.024,-0.003 0.009,0.000-0.001,0.002-0.007,0.145-0.369,0.130-0.286,0.147-0.321,0.146-0.318,0.134-0.291,0.116-0.252,0.096-0.207,0.082-0.165,0.045-0.147,0.023-0.106,0.007-0.071,-0.003-0.044,-0.009-0.024,-0.011-0.009,-0.012 0.000,-0.011 0.006,-0.010 0.009,-0.008 0.010,-0.006 0.010,0.388-0.215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834.000 132.000,'-0.048'0.024,"-0.073"0.036,-0.081 0.041,-0.080 0.040,-0.071 0.036,-0.060 0.030,-0.048 0.024,-0.037 0.018,-0.026 0.013,-0.018 0.009,-0.011 0.006,0.058-0.012,0.044 0.004,0.052 0.004,0.053 0.003,0.049 0.003,0.043 0.002,0.036 0.002,0.039-0.005,0.040-0.012,0.036-0.014,0.031-0.014,0.025-0.013,0.020-0.012,0.015-0.010,0.010-0.008,0.007-0.006,0.004-0.004,0.002-0.003,0.014-0.021,0.020-0.034,0.023-0.038,0.022-0.038,0.020-0.034,0.017-0.029,0.014-0.024,0.011-0.019,0.008-0.014,0.006-0.010,0.004-0.006,0.002-0.004,0.005-0.002,-0.007 0.006,-0.009 0.008,-0.009 0.008,-0.009 0.008,-0.008 0.007,-0.006 0.006,-0.005 0.004,-0.003 0.003,-0.002 0.002,-0.002 0.001,-0.001 0.001,-0.000 0.000,-0.000 0.000,0.000-0.000,0.000-0.000,0.000-0.000,0.000-0.000,0.000-0.000,0.000-0.000,0.000-0.000,0.000-0.000,0.000-0.000,0.000-0.000,0.000-0.000,0.000-0.000,-0.008-0.015,0.004-0.029,0.005-0.033,0.005-0.034,0.005-0.032,0.004-0.028,0.004-0.024,0.054-0.059,0.082-0.078,0.094-0.084,0.095-0.082,0.088-0.074,0.078-0.064,0.051-0.067,-0.055 0.026,-0.086 0.050,-0.098 0.061,-0.097 0.062,-0.089 0.057,-0.076 0.050,-0.061 0.041,-0.047 0.032,-0.034 0.024,-0.024 0.017,-0.015 0.011,-0.009 0.006,-0.004 0.003,-0.001 0.001,0.001-0.001,-0.089 0.133,-0.139 0.188,-0.160 0.215,-0.160 0.214,-0.148 0.198,-0.128 0.171,-0.106 0.142,-0.084 0.112,-0.063 0.084,-0.045 0.060,-0.030 0.040,-0.019 0.025,0.230-0.008,0.427-0.095,0.489-0.115,0.487-0.118,0.444-0.110,0.381-0.096,0.198-0.128,-0.013-0.168,-0.115-0.163,-0.166-0.146,1.739-0.660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908.000 117.000,'-0.013'0.000,"-0.020"0.000,-0.023 0.000,-0.023 0.000,-0.021 0.000,-0.018 0.000,-0.014 0.000,-0.011 0.000,-0.008 0.000,-0.006 0.000,-0.004 0.000,-0.002 0.000,-0.001 0.000,-0.000 0.000,0.000 0.000,0.001 0.000,0.001 0.000,0.001 0.000,0.001 0.000,-0.070 0.084,-0.108 0.128,-0.122 0.145,-0.120 0.143,-0.109 0.130,-0.093 0.111,0.038 0.035,0.081 0.020,0.114-0.003,0.126-0.018,0.123-0.025,0.112-0.028,0.095-0.027,0.078-0.025,0.060-0.021,0.045-0.017,0.032-0.013,0.021-0.010,0.012-0.007,0.006-0.005,0.002-0.003,-0.101-0.362,-0.173 0.534,-0.411 0.238,-0.475 0.255,-0.481 0.247,-0.449 0.224,-0.369 0.181,0.098-0.177,0.255-0.272,0.327-0.306,0.342-0.299,0.320-0.268,0.278-0.226,0.228-0.180,0.453-0.769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923.000 118.000,'0.014'0.041,"0.021"0.062,0.023 0.069,0.022 0.067,0.020 0.060,0.017 0.050,0.013 0.040,0.010 0.030,0.007 0.021,0.005 0.014,0.003 0.009,0.002 0.005,0.001 0.002,-0.000-0.000,-0.000-0.001,-0.001-0.002,-0.001-0.002,-0.001-0.002,-0.001-0.002,-0.000-0.001,-0.000-0.001,-0.000-0.001,-0.000-0.001,-0.000-0.000,-0.000-0.000,-0.000-0.000,0.000-0.000,0.000 0.000,0.000 0.000,0.000 0.000,0.000 0.000,0.000 0.000,0.000 0.000,1.368 0.106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956.000 91.000,'-0.089'0.134,"-0.135"0.202,0.087-0.143,-0.594 0.810,-0.145 0.206,-0.008 0.031,0.075-0.077,0.118-0.135,0.134-0.158,0.131-0.157,0.117-0.142,0.098-0.121,0.078-0.097,0.059-0.074,-0.195 0.237,-2.012 3.549,-0.728 1.242,-0.172 0.283,0.180-0.322,0.376-0.658,0.461-0.803,0.471-0.819,0.436-0.755,0.375-0.650,0.305-0.528,0.236-0.407,0.173-0.298,0.119-0.206,0.077-0.132,0.044-0.075,0.020-0.034,0.161-0.158,0.238-0.226,0.264-0.246,0.257-0.238,0.231-0.213,0.195-0.179,0.157-0.143,0.120-0.109,-0.173 0.247,-0.139 0.260,-0.183 0.321,-0.198 0.337,-0.193 0.322,-0.175 0.289,-0.151 0.246,-0.125 0.201,-0.100 0.163,-0.097 0.060,-0.075 0.010,-0.055-0.022,-0.051 0.014,-0.045 0.056,-0.038 0.070,-0.030 0.073,-0.023 0.069,-0.017 0.061,0.011-0.065,0.026-0.118,0.034-0.150,0.036-0.159,0.035-0.152,0.031-0.137,0.027-0.116,0.022-0.094,0.017-0.073,0.026-0.084,0.017-0.087,0.013-0.076,0.010-0.063,0.007-0.049,0.005-0.036,0.438-0.964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969.000 128.000,'-0.035'0.023,"-0.053"0.035,-0.060 0.040,-0.059 0.039,-0.053 0.036,-0.045 0.030,-0.037 0.024,-0.028 0.019,-0.021 0.014,-0.014 0.009,-0.009 0.006,-0.005 0.003,-0.002 0.002,-0.000 0.000,0.001-0.001,0.002-0.001,0.002-0.001,0.002-0.001,0.002-0.001,0.001-0.001,0.001-0.001,0.001-0.001,0.101-0.086,0.173-0.143,0.193-0.160,0.187-0.155,0.167-0.138,0.140-0.116,0.111-0.092,0.083-0.069,0.059-0.049,0.039-0.033,0.024-0.020,0.013-0.010,0.004-0.004,-0.151 0.110,-0.130 0.076,-0.148 0.086,-0.148 0.085,-0.136 0.079,-0.119 0.068,-0.098 0.056,-0.078 0.045,-0.084 0.036,-0.057 0.044,-0.040 0.037,-0.027 0.030,-0.016 0.022,-0.009 0.016,-0.930 0.080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731.000 145.000,'0.319'-0.043,"0.488"-0.065,0.549-0.073,0.540-0.072,0.489-0.065,0.416-0.055,0.336-0.045,0.258-0.034,0.188-0.025,0.130-0.017,0.083-0.011,0.047-0.006,0.021-0.003,0.003-0.000,-0.008 0.001,-0.014 0.002,-0.330 0.042,-0.069 0.006,-0.069 0.005,-0.064 0.004,-0.056 0.004,-0.046 0.003,-0.037 0.002,-0.028 0.002,-0.021 0.001,1.369-0.197,2.449-0.351,2.895-0.414,2.995-0.428,2.690-0.385,-0.302 0.043,-1.349 0.193,-1.893 0.271,-2.081 0.297,-2.031 0.290,-1.837 0.263,-1.568 0.224,-1.274 0.182,-1.356 0.194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849.000 167.000,'0.008'-0.008,"0.012"-0.012,0.013-0.013,0.013-0.013,0.012-0.012,0.010-0.010,0.008-0.008,0.006-0.006,0.004-0.004,0.003-0.003,0.002-0.002,0.001-0.001,0.000-0.000,0.000 0.000,-0.000 0.000,-0.000 0.000,-0.000 0.000,-0.000 0.000,-0.000 0.000,-0.000 0.000,-0.000 0.000,-0.000 0.000,-0.000 0.000,-0.000 0.000,0.000 0.000,-0.000 0.000,0.000 0.000,0.000 0.000,0.000-0.000,0.000 0.000,0.000-0.000,0.000-0.000,0.000-0.000,0.000 0.000,0.000-0.000,0.000 0.000,0.000 0.000,0.000 0.000,0.000-0.000,0.000 0.000,0.000 0.000,0.000 0.000,-0.000 0.000,0.000 0.000,0.000 0.000,-0.076 0.134,-0.113 0.202,-0.128 0.228,-0.126 0.226,-0.115 0.206,-0.099 0.176,-0.080 0.144,-0.062 0.111,-0.046 0.082,-0.032 0.057,0.180-0.119,0.226-0.081,0.267-0.104,0.274-0.111,0.258-0.107,0.229-0.097,0.194-0.083,0.271-0.123,0.125-0.246,0.077-0.252,0.041-0.233,-0.276-0.093,-0.091-0.073,-0.110-0.046,-0.116-0.025,-0.112-0.010,0.942-1.178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870.000 165.000,'0.000'0.013,"0.000"0.020,0.000 0.023,0.000 0.023,0.000 0.021,0.000 0.018,0.000 0.014,0.000 0.011,0.000 0.008,0.000 0.005,0.000 0.003,0.000 0.002,0.000 0.001,0.000 0.000,0.000-0.000,0.000-0.001,0.000-0.001,0.000-0.001,0.000-0.001,-0.008 0.025,-0.012 0.053,-0.014 0.061,-0.014 0.062,-0.013 0.057,-0.011 0.050,-0.009 0.042,-0.007 0.033,-0.006 0.025,-0.004 0.018,-0.004 0.018,0.004-0.028,0.006-0.038,0.007-0.041,0.007-0.039,0.006-0.035,0.005-0.029,0.004-0.023,0.003-0.018,0.002-0.013,0.002-0.009,0.001-0.005,0.001-0.003,0.000-0.001,0.000-0.000,-0.000 0.001,-0.000 0.001,-0.000 0.001,0.152-0.245,0.234-0.383,0.262-0.431,0.257-0.422,0.232-0.380,0.196-0.322,0.157-0.258,-0.080 0.154,-0.063 0.164,-0.104 0.241,-0.122 0.271,-0.124 0.270,-0.116 0.248,-0.102 0.216,-0.085 0.178,-0.068 0.141,-0.052 0.107,-0.038 0.077,-0.068 0.076,-0.041 0.073,-0.039 0.068,-0.034 0.060,-0.029 0.051,-0.216-0.220,0.172 0.314,-0.041 0.022,-0.040-0.014,-0.036-0.036,-0.031-0.047,-0.026-0.052,-0.020-0.051,-0.092 0.125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863.000 164.000,'-0.043'-0.005,"-0.065"-0.007,-0.073-0.008,-0.072-0.008,-0.065-0.007,-0.055-0.006,-0.045-0.005,-0.034-0.004,-0.025-0.003,-0.017-0.002,-0.011-0.001,-0.006-0.001,-0.003-0.000,-0.000-0.000,0.001 0.000,0.002 0.000,0.002 0.000,0.002 0.000,-0.097 0.078,-0.132 0.120,-0.148 0.134,-0.144 0.131,-0.129 0.117,-0.108 0.098,0.089 0.035,0.092 0.051,0.127 0.037,0.138 0.026,0.134 0.017,0.121 0.010,0.103 0.004,0.084 0.001,0.065-0.001,0.119-0.030,0.128 0.011,0.133 0.014,0.126 0.015,0.113 0.014,0.096 0.013,0.078 0.011,0.060 0.009,0.145 0.002,0.107-0.115,0.100-0.134,0.088-0.134,0.073-0.123,-0.048-0.151,-0.041-0.140,-0.062-0.132,-0.071-0.117,-0.070-0.098,-0.065-0.078,-0.055-0.082,-0.091-0.045,-0.085-0.028,-0.075-0.016,-0.062-0.007,-0.049-0.001,-0.036 0.003,-0.026 0.005,-0.017 0.006,-0.010 0.006,-0.026 0.029,-0.012-0.022,-0.012-0.028,-0.010-0.029,-0.009-0.028,-0.007-0.026,-0.005-0.022,-0.004-0.018,-0.003-0.014,-0.002-0.011,-0.003 0.004,-0.014 0.088,-0.015 0.104,-0.015 0.106,-0.014 0.097,-0.012 0.084,-0.009 0.069,-0.007 0.054,-0.005 0.040,0.024-0.009,0.040-0.038,0.047-0.053,0.047-0.058,0.043-0.056,0.037-0.050,0.030-0.042,0.024-0.034,0.018-0.026,-0.014 0.041,-0.035 0.082,-0.044 0.099,-0.046 0.101,-0.043 0.093,-0.038 0.081,-0.031 0.067,-0.025 0.052,-0.018 0.039,-0.013 0.027,-0.009 0.018,-0.005 0.011,-0.003 0.005,-0.001 0.002,-0.015-0.003,-0.021-0.019,-0.024-0.022,-0.023-0.022,-0.020-0.020,-0.017-0.017,-0.005 0.041,-0.020 0.103,-0.019 0.123,-0.018 0.127,-0.016 0.120,-0.013 0.107,-0.010 0.090,-0.008 0.073,0.036 0.005,0.069-0.070,0.082-0.101,0.084-0.113,0.078-0.112,0.069-0.103,0.058-0.089,0.046-0.073,0.036-0.058,0.026-0.044,0.018-0.032,0.048-0.051,0.093-0.048,0.105-0.048,0.105-0.045,0.098-0.040,0.087-0.033,0.074-0.027,-0.010-0.011,-0.063-0.000,-0.094 0.007,-0.107 0.011,-0.108 0.013,-0.101 0.014,-0.090 0.013,0.367-0.017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901.000 163.000,'-0.124'0.198,"-0.189"0.302,-0.212 0.339,-0.208 0.332,-0.187 0.299,-0.158 0.253,-0.127 0.203,0.012 0.003,0.123-0.163,0.170-0.234,0.182-0.255,0.589-1.048,-1.976 4.209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893.000 167.000,'0.074'0.074,"0.112"0.112,0.126 0.126,0.122 0.122,0.109 0.109,0.092 0.092,0.073 0.073,0.055 0.055,0.039 0.040,0.027 0.027,0.016 0.016,0.009 0.009,0.003 0.003,-0.000-0.000,-0.002-0.002,-0.003-0.003,-0.004-0.004,-0.004-0.004,-0.077-0.077,-0.115-0.115,-0.128-0.128,-0.124-0.124,0.140-1.860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921.000 169.000,'0.000'0.021,"0.000"0.031,0.000 0.035,0.000 0.034,0.000 0.030,0.000 0.025,0.000 0.020,0.000 0.015,0.000 0.011,0.000 0.007,0.000 0.004,0.000 0.002,0.000 0.001,0.000-0.000,0.000-0.001,0.000-0.001,0.000-0.001,0.000-0.001,0.000-0.001,0.000-0.001,0.000-0.001,0.000-0.000,-0.054 0.052,-0.093 0.236,-0.204 0.574,-0.059 0.129,-0.006-0.012,0.028-0.101,0.048-0.149,0.056-0.168,0.057-0.167,0.054-0.153,0.047-0.133,0.039-0.156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928.000 160.000,'1.000'2.000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936.000 168.000,'0.017'0.024,"0.026"0.036,0.029 0.040,0.028 0.039,0.025 0.034,0.021 0.029,0.017 0.023,0.012 0.017,0.009 0.012,0.006 0.008,0.004 0.005,0.002 0.003,0.001 0.001,-0.000-0.000,-0.001-0.001,-0.001-0.001,-0.001-0.001,-0.001-0.001,-0.001-0.001,-0.001-0.001,-0.000-0.001,-0.000-0.000,-0.000-0.000,-0.000-0.000,-0.000-0.000,-0.000-0.000,0.000-0.000,0.000 0.000,0.000 0.000,0.000 0.000,0.000 0.000,0.000 0.000,0.000 0.000,0.000 0.000,0.000 0.000,0.000 0.000,0.000 0.000,0.000 0.000,0.000 0.000,0.000 0.000,0.000 0.000,0.000 0.000,0.234-0.323,0.357-0.485,0.398-0.541,0.388-0.527,0.347-0.472,0.292-0.396,-0.021-0.018,-0.207 0.212,-0.301 0.332,-0.331 0.375,-0.320 0.367,-0.285 0.330,-0.238 0.278,-0.189 0.222,-0.510 0.566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845.000 194.000,'0.019'0.011,"0.028"0.017,0.031 0.019,0.031 0.018,0.027 0.016,0.023 0.014,0.018 0.011,0.014 0.008,0.010 0.006,0.007 0.004,0.004 0.002,0.002 0.001,0.001 0.001,-0.000-0.000,-0.001-0.000,-0.001-0.001,-0.001-0.001,-0.001-0.001,-0.001-0.000,-0.001-0.000,-0.001-0.000,-0.000-0.000,-0.000-0.000,-0.000-0.000,0.736-0.100,1.123-0.149,1.259-0.167,1.232-0.164,1.108-0.147,0.935-0.124,0.749-0.099,0.570-0.076,0.412-0.055,-0.422 0.016,-0.492 0.011,-0.645 0.025,-0.686 0.031,-0.656 0.032,-0.583 0.030,-0.490 0.027,-0.506 0.015,-0.640 0.039,-0.594 0.037,-0.515 0.033,-0.422 0.028,-0.329 0.022,-0.243 0.017,-0.235 0.067,-0.164 0.062,-0.129 0.066,-0.097 0.063,-0.069 0.056,-0.046 0.047,-0.028 0.038,-0.015 0.029,0.751-0.210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981.000 164.000,'0.005'-0.002,"0.007"-0.002,0.008-0.003,0.008-0.003,0.007-0.002,0.006-0.002,0.005-0.002,0.003-0.001,0.002-0.001,0.002-0.001,0.001-0.000,0.000-0.000,0.000-0.000,-0.000 0.000,-0.000 0.000,-0.000 0.000,-0.000 0.000,-0.000 0.000,-0.000 0.000,-0.000 0.000,-0.000 0.000,-0.000 0.000,-0.000 0.000,-0.000 0.000,0.000 0.000,0.000 0.000,-0.000 0.000,0.000 0.000,0.000-0.000,0.000 0.000,0.000 0.000,0.000 0.000,0.000 0.000,0.000-0.000,0.000 0.000,0.000 0.000,0.000 0.000,0.000 0.000,0.000 0.000,0.000 0.000,0.000-0.000,0.000 0.000,0.000 0.000,0.000-0.000,-0.000 0.000,0.000 0.000,0.000 0.000,0.000 0.000,0.000-0.000,0.000 0.000,0.000 0.000,-0.000-0.000,0.000 0.000,0.000 0.000,0.000 0.000,0.000 0.000,0.000-0.000,-0.034 0.006,0.230-0.199,0.132-0.113,0.098-0.075,0.069-0.044,0.253-0.235,0.087-0.130,0.063-0.124,0.135-0.017,0.261-0.158,0.231-0.145,0.196-0.128,0.353-0.257,0.066-0.044,0.003-0.002,-1.331 1.029,1.033-0.760,-0.201 0.143,-0.242 0.155,-0.124 0.013,-0.316 0.143,-0.280 0.112,-0.158-1.361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1005.000 138.000,'-0.032'0.021,"-0.049"0.033,-0.057 0.038,-0.058 0.039,-0.054 0.036,-0.048 0.032,-0.040 0.027,0.041-0.021,0.090-0.049,0.115-0.064,0.122-0.069,0.118-0.067,0.107-0.061,0.092-0.052,0.067-0.047,0.118-0.075,0.123-0.079,0.118-0.077,0.041-0.012,0.068-0.015,0.053 0.001,0.040 0.012,0.029 0.032,0.020 0.044,0.013 0.051,0.007 0.052,-0.038 0.064,-0.066 0.069,-0.083 0.068,-0.090 0.064,-0.115 0.125,-0.192 0.152,-0.202 0.161,-0.197 0.158,-0.208 0.279,-0.151 0.102,-0.096 0.051,-0.054 0.016,-0.024-0.008,-0.003-0.021,-0.015 0.034,-0.046 0.116,-0.052 0.139,-0.052 0.143,-0.048 0.133,-0.042 0.117,0.034-0.067,0.074-0.164,0.095-0.217,0.101-0.234,0.097-0.226,0.086-0.203,0.073-0.173,0.127-0.277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987.000 172.000,'0.011'0.017,"0.017"0.025,0.019 0.028,0.018 0.028,0.016 0.025,0.014 0.021,0.011 0.016,0.008 0.012,0.006 0.009,0.004 0.006,0.002 0.004,0.001 0.002,0.000 0.001,-0.000-0.000,-0.000-0.001,-0.000-0.001,0.126 0.049,0.211 0.098,0.242 0.113,0.243 0.114,0.225 0.105,0.196 0.092,0.163 0.076,0.129 0.061,0.040 0.029,-0.062-0.016,-0.106-0.035,-0.125-0.044,-0.127-0.046,-0.118-0.044,-0.103-0.039,-0.085-0.033,-0.067-0.026,-0.051-0.020,-0.152-0.088,-0.104-0.049,-0.109-0.052,-0.105-0.050,-0.095-0.045,-0.006-0.379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999.000 190.000,'0.034'0.022,"0.051"0.034,0.058 0.039,0.057 0.038,0.052 0.035,0.044 0.030,0.036 0.024,0.028 0.019,0.020 0.014,0.014 0.009,0.009 0.006,0.005 0.004,0.002 0.002,0.000 0.000,-0.001-0.001,-0.029-0.023,-0.044-0.035,-0.050-0.040,-0.049-0.039,-0.045-0.036,-0.038-0.030,-0.031-0.025,-0.024-0.019,-0.018-0.014,-0.012-0.010,-0.008-0.006,-0.004-0.004,-0.002-0.002,-0.000-0.000,0.001 0.001,0.158 0.001,0.238 0.001,0.267 0.001,0.261 0.001,0.235 0.001,0.199 0.001,0.160 0.001,-1.280-0.040,1.100-1.014,-0.130-0.537,-0.221-0.286,-0.267-0.102,-0.281 0.027,-0.272 0.111,-0.212 0.113,-0.154 0.223,-0.101 0.230,-0.058 0.218,-0.027 0.196,-0.005 0.167,0.010 0.137,-0.883-0.408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1056.000 178.000,'-1.000'0.000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1056.000 177.000,'-1.000'1.000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1053.000 177.000,'0.011'0.007,"0.017"0.011,0.019 0.013,0.019 0.012,0.017 0.011,0.014 0.010,0.012 0.008,0.009 0.006,0.007 0.004,0.005 0.003,0.003 0.002,0.002 0.001,0.001 0.001,0.000 0.000,-0.000-0.000,-0.000-0.000,-0.001-0.000,-0.001-0.000,-0.000-0.000,-0.000-0.000,-0.000-0.000,-0.000-0.000,-0.000-0.000,-0.001 0.036,0.018 0.069,0.021 0.081,0.022 0.084,0.021 0.079,0.019 0.071,0.016 0.060,-0.008 0.113,-0.057 0.054,-0.070 0.042,-0.073 0.031,-0.069 0.021,-0.061 0.013,-0.050 0.008,-0.040 0.003,-0.030 0.001,-0.022-0.001,-0.015-0.002,-0.009-0.003,-0.057-0.034,-0.117 0.052,-0.135 0.063,-0.138 0.066,-0.130 0.063,-0.116 0.057,-0.099 0.049,-0.058 0.033,0.136-0.153,0.188-0.192,0.204-0.201,0.198-0.190,0.178-0.167,0.150-0.139,0.173-0.122,0.168-0.101,0.150-0.077,0.126-0.056,0.100-0.038,0.076-0.024,0.054-0.013,0.037-0.006,0.023-0.001,0.012 0.003,0.005 0.004,-0.000 0.005,0.193-0.124,0.317-0.199,0.359-0.226,0.355-0.224,0.323-0.204,0.276-0.175,0.047-0.076,-0.196 0.045,-0.293 0.096,-0.326 0.119,-0.318 0.122,-0.285 0.114,-0.240 0.099,-0.192 0.081,-0.146 0.063,-0.144 0.097,-0.111 0.087,-0.091 0.084,-0.071 0.074,-0.052 0.062,-0.037 0.050,-0.024 0.038,-0.014 0.027,-0.007 0.018,0.450-0.443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1092.000 170.000,'-0.041'0.102,"-0.062"0.155,-0.070 0.175,-0.069 0.173,-0.063 0.156,-0.053 0.133,-0.043 0.108,-0.033 0.083,-0.024 0.061,-0.017 0.042,-0.011 0.027,-0.006 0.015,-0.003 0.007,-0.000 0.001,0.001-0.002,0.002-0.004,0.002-0.005,0.002-0.005,0.002-0.005,0.002-0.004,0.001-0.004,0.001-0.003,0.001-0.002,0.001-0.001,0.000-0.001,0.215-0.225,0.284-0.219,0.328-0.251,0.331-0.253,0.147-0.328,0.019-0.351,-0.065-0.341,-0.114-0.309,-0.136-0.266,-0.197-0.085,-0.234 0.088,-0.232 0.173,-0.213 0.215,-0.185 0.224,-0.153 0.213,-0.121 0.190,-0.091 0.160,-0.066 0.129,-0.044 0.100,-0.067 0.095,0.059 0.063,0.081 0.040,0.088 0.023,-1.473 0.855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1118.000 178.000,'-0.053'0.133,"0.022"-0.071,-0.289 0.481,-0.124 0.233,-0.267 0.484,-0.021 0.043,0.043-0.077,0.080-0.145,0.096-0.175,0.098-0.179,0.091-0.167,0.079-0.145,0.065-0.120,0.051-0.094,0.038-0.071,0.027-0.050,0.018-0.034,0.011-0.020,0.006-0.011,0.002-0.004,-0.001 0.001,-0.002 0.004,-0.003 0.005,-0.003 0.006,-0.590 0.265,-0.962 0.433,-0.616 0.252,-0.251 0.072,-0.015-0.042,0.144-0.116,0.241-0.158,-4.318 0.733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1106.000 182.000,'0.083'0.134,"0.125"0.202,0.140 0.226,0.136 0.220,0.122 0.197,0.102 0.165,0.081 0.132,0.062 0.099,0.044 0.071,0.030 0.048,0.018 0.029,0.010 0.016,0.004 0.006,-0.000-0.000,-0.109-0.186,-0.120-0.209,-0.135-0.234,-0.133-0.230,-0.120-0.209,-0.102-0.178,-0.083-0.144,-0.064-0.111,-0.047-0.081,-0.234-0.694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1046.000 214.000,'0.000'0.030,"0.000"0.047,0.000 0.055,0.000 0.056,0.000 0.053,0.000 0.048,0.000 0.041,0.015 0.051,0.022-0.026,0.025-0.045,0.024-0.052,0.022-0.051,0.018-0.046,0.015-0.039,0.011-0.032,0.008-0.024,0.005-0.017,0.003-0.012,0.002-0.007,0.001-0.004,0.000-0.002,-0.000-0.000,-0.001 0.001,-0.001 0.001,-0.001 0.002,-0.001 0.002,-0.000 0.001,-0.000 0.001,-0.000 0.001,-0.000 0.001,-0.000 0.001,0.000 0.000,-0.000 0.000,0.000 0.000,0.000 0.000,0.000 0.000,0.000-0.000,-0.133 0.142,-0.183 0.227,-0.211 0.263,-0.214 0.267,-0.200 0.249,-0.176 0.220,-0.148 0.185,-0.117 0.144,0.104-0.165,0.165-0.247,0.188-0.274,0.185-0.267,0.167-0.239,0.141-0.201,0.113-0.160,0.086-0.121,0.062-0.087,0.042-0.058,0.026-0.036,0.014-0.019,0.006-0.007,0.000 0.000,-0.003 0.005,-0.005 0.007,-0.006 0.008,-0.006 0.008,-0.005 0.007,-0.004 0.006,0.225-0.015,0.345-0.028,0.388-0.033,0.380-0.033,0.342-0.030,0.289-0.026,0.232-0.021,0.177-0.016,0.128-0.012,-0.136 0.002,-0.285 0.010,-0.350 0.014,-0.360 0.015,-0.334 0.014,-0.289 0.013,-0.237 0.011,-0.184 0.008,-0.136 0.006,-0.322-0.528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1080.000 213.000,'0.004'0.029,"0.006"0.044,0.007 0.049,0.007 0.048,0.006 0.044,0.005 0.037,0.004 0.030,0.003 0.023,0.002 0.016,0.002 0.011,0.001 0.007,0.000 0.004,0.000 0.002,0.000 0.000,-0.000-0.001,-0.000-0.001,-0.000-0.001,-0.000-0.001,-0.000-0.001,-0.000-0.001,-0.000-0.001,-0.017-0.041,-0.019-0.007,-0.022-0.007,-0.022-0.007,-0.021-0.006,-0.019-0.005,-0.016-0.004,-0.013-0.003,-0.004 0.000,0.007-0.008,0.011-0.009,0.014-0.008,0.014-0.008,0.013-0.006,0.012-0.005,0.010-0.004,0.008-0.003,0.006-0.002,0.037 0.029,0.054 0.035,0.060 0.040,0.059 0.041,0.054 0.038,0.047 0.033,0.038 0.027,0.030 0.021,0.022 0.016,0.016 0.012,0.010 0.008,0.006 0.005,-0.184 0.110,-0.328 0.111,-0.369 0.121,-0.360 0.116,-0.323 0.103,-0.272 0.086,-0.039-0.080,0.106-0.174,0.183-0.215,0.214-0.220,0.214-0.204,0.194-0.176,0.002-1.990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1113.000 214.000,'-0.008'0.023,"-0.012"0.035,-0.013 0.040,-0.013 0.039,-0.012 0.036,-0.010 0.030,-0.008 0.024,-0.006 0.019,-0.005 0.014,-0.003 0.009,-0.002 0.006,-0.021-0.024,-0.046 0.001,-0.054 0.000,-0.055-0.000,-0.052-0.000,-0.046-0.000,-0.039-0.000,-0.032-0.000,-0.167 0.166,-0.170 0.220,-0.182 0.249,-0.174 0.246,-0.155 0.224,-0.130 0.192,-0.104 0.156,-0.079 0.121,-0.057 0.089,-0.039 0.062,0.208-0.247,0.125-0.161,0.150-0.197,0.156-0.206,0.149-0.198,0.134-0.179,0.115-0.154,0.094-0.127,1.174-0.642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1116.000 222.000,'0.063'0.018,"0.096"0.028,0.110 0.031,0.109 0.031,0.100 0.029,0.087 0.025,0.071 0.020,0.056 0.016,0.042 0.012,-0.586-0.167,0.843 0.277,0.005 0.042,-0.102 0.011,-0.158-0.008,-0.178-0.020,-0.175-0.025,-0.157-0.025,-0.133-0.024,-0.106-0.021,-0.081-0.017,-0.058-0.013,-0.039-0.010,-0.025-0.007,-0.013-0.004,-0.005-0.003,-0.149 0.083,-0.250 0.149,-0.286 0.172,-0.287 0.173,-0.264 0.160,-0.230 0.139,-0.190 0.115,0.140-0.074,0.154-0.072,0.221-0.110,0.250-0.126,0.250-0.128,0.234-0.120,0.207-0.107,0.262-0.178,0.165-0.049,0.345-0.048,0.338-0.135,0.310-0.135,0.271-0.126,0.228-0.112,0.185-0.096,-0.136 0.008,-0.072 0.002,-0.128 0.023,-0.159 0.037,-0.019-0.002,-0.161 0.047,-0.134 0.042,-0.107 0.037,-0.082 0.030,-0.060 0.024,-0.041 0.018,-0.041 0.008,-0.063 0.007,-0.062 0.003,-0.057 0.000,-0.049-0.001,-0.041-0.002,0.372-0.449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1139.000 218.000,'-0.009'0.022,"-0.013"0.034,-0.015 0.038,-0.015 0.038,-0.014 0.034,-0.012 0.029,-0.010 0.024,-0.007 0.018,-0.005 0.014,-0.004 0.009,-0.002 0.006,-0.001 0.004,-0.001 0.002,-0.000 0.000,0.000-0.000,0.000-0.001,0.000-0.001,0.000-0.001,0.000-0.001,0.018 0.023,0.011 0.080,0.012 0.095,0.013 0.099,0.012 0.094,0.026 0.136,0.038-0.029,0.039-0.068,0.036-0.085,0.031-0.088,0.025-0.082,0.019-0.071,0.014-0.058,0.010-0.045,0.006-0.033,-0.074 0.063,-0.089 0.150,-0.104 0.181,-0.106 0.187,-0.099 0.178,-0.040-0.045,-0.047-0.036,-0.034-0.081,-0.023-0.106,-0.015-0.116,-0.057-0.054,0.045-0.144,0.059-0.123,0.062-0.100,0.059-0.077,0.052-0.057,0.043-0.039,0.034-0.025,0.026-0.014,0.018-0.007,0.012-0.001,0.007 0.002,0.004 0.004,-0.138-0.042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1146.000 218.000,'0.189'0.011,"0.287"0.017,0.320 0.019,0.312 0.018,0.279 0.016,0.234 0.014,0.186 0.011,0.141 0.008,-0.287-0.017,-0.144-0.009,-0.189-0.012,-0.205-0.013,-0.202-0.013,-0.185-0.012,-0.162-0.010,0.229-0.014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1187.000 229.000,'0.008'0.023,"0.012"0.035,0.013 0.040,0.013 0.039,0.012 0.036,0.010 0.030,0.008 0.024,0.006 0.019,0.005 0.014,0.003 0.009,0.002 0.006,-0.016 0.019,-0.008 0.080,-0.010 0.094,-0.010 0.097,-0.006 0.143,-0.012-0.013,-0.010-0.052,-0.008-0.071,-0.006-0.076,-0.004-0.073,-0.003-0.064,-0.002-0.053,-0.001-0.042,-0.000-0.031,0.017-0.200,0.896-0.290,0.885-0.504,0.841-0.498,0.744-0.453,0.622-0.387,0.495-0.314,-0.422 0.173,-0.257 0.078,-0.392 0.151,-0.454 0.188,-0.462 0.199,-0.435 0.193,-0.387 0.175,-0.235 0.047,-0.392 0.192,-0.316 0.162,-0.243 0.129,-0.176 0.098,-0.121 0.070,-0.317-0.882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839.000 213.000,'-0.020'0.005,"-0.030"0.008,-0.033 0.008,-0.033 0.008,-0.029 0.007,-0.025 0.006,-0.019 0.005,-0.015 0.004,-0.011 0.003,-0.007 0.002,-0.004 0.001,-0.002 0.001,-0.001 0.000,0.000-0.000,0.001-0.000,0.001-0.000,0.001-0.000,0.001-0.000,-0.017 0.039,-0.071 0.073,-0.084 0.085,-0.087 0.087,-0.082 0.083,-0.074 0.074,-0.063 0.063,-0.037 0.019,0.020-0.041,0.041-0.066,0.062 0.003,0.041 0.067,0.037 0.095,0.032 0.107,0.026 0.107,0.021 0.100,0.016 0.088,0.024 0.118,0.117-0.115,0.128-0.162,0.123-0.177,0.109-0.169,0.091-0.150,0.063-0.129,0.052-0.094,0.038-0.071,0.088-0.118,0.132-0.137,0.143-0.140,0.139-0.131,0.125-0.116,0.107-0.097,0.087-0.077,0.063-0.102,-0.030-0.061,-0.059-0.047,-0.072-0.034,-0.074-0.024,-0.069-0.015,-0.060-0.009,-0.050-0.004,-0.039-0.001,-0.174 0.205,-0.074 0.065,-0.079 0.074,-0.077 0.075,0.054-0.182,0.045-0.138,0.078-0.179,0.092-0.188,0.092-0.177,0.083-0.154,-0.108 0.261,-0.015 0.076,-0.030 0.112,-0.078 0.215,-0.018 0.114,-0.013 0.111,-0.010 0.103,0.081-0.031,-0.049 0.079,-0.055 0.051,-0.055 0.030,-0.050 0.014,-0.043 0.003,-0.035-0.004,-0.028-0.008,-0.021-0.010,-0.047 0.056,-0.077 0.134,-0.081 0.154,-0.076 0.152,-0.066 0.137,-0.054 0.116,-0.042 0.093,-0.031 0.071,-0.022 0.051,-0.014 0.034,-0.008 0.021,-0.004 0.012,-0.001 0.005,0.001 0.000,0.002-0.003,0.002-0.004,0.002-0.005,0.002-0.005,0.002-0.004,0.002-0.003,0.001-0.003,0.001-0.002,0.001-0.001,0.000-0.001,0.000-0.001,0.000-0.000,0.000-0.000,0.000 0.000,-0.000 0.000,-0.000 0.000,-0.000 0.000,-0.000 0.000,-0.000 0.000,-0.000 0.000,0.054 0.069,0.063 0.143,0.072 0.163,0.071 0.162,0.065 0.149,0.056 0.128,0.046 0.105,0.036 0.082,0.003-0.201,0.018-0.124,0.014-0.160,0.010-0.173,0.035-0.144,0.027-0.172,0.027-0.149,0.026-0.123,0.023-0.098,0.020-0.074,0.016-0.054,0.012-0.036,0.009-0.023,0.005-0.015,-0.027-0.005,-0.034 0.001,-0.036 0.004,-0.034 0.006,0.574-0.053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872.000 202.000,'0.000'0.009,"0.000"0.014,0.000 0.015,0.000 0.015,0.000 0.014,0.000 0.011,0.000 0.009,0.000 0.007,0.000 0.005,0.000 0.003,0.000 0.002,0.000 0.001,0.000 0.001,0.000 0.000,0.000-0.000,0.000-0.000,0.000-0.000,0.000-0.000,0.000-0.000,0.000-0.000,0.000-0.000,0.000-0.000,0.000-0.000,0.000-0.000,0.000-0.000,0.000-0.000,0.000-0.000,0.000 0.000,0.000 0.000,-0.025 0.016,-0.038 0.024,-0.042 0.027,-0.042 0.026,-0.037 0.024,-0.032 0.020,-0.025 0.016,-0.001 0.065,-0.004 0.110,0.001 0.122,0.004 0.120,0.006 0.109,0.006 0.093,0.006 0.076,0.005 0.060,0.005 0.044,0.004 0.031,0.156-0.860,-0.315 0.940,-0.345 0.749,-0.085 0.084,-0.002-0.061,0.047-0.143,0.116-0.298,0.107-0.272,0.110-0.274,0.103-0.252,0.089-0.218,0.074-0.179,0.058-0.140,0.044-0.104,0.031-0.073,0.021-0.048,0.013-0.029,0.007-0.014,0.002-0.004,-0.001 0.002,-0.002 0.006,-0.003 0.008,-0.003 0.009,-0.003 0.008,-0.003 0.007,-0.003 0.006,0.048-0.076,0.076-0.124,0.088-0.143,0.088-0.144,0.081-0.133,0.071-0.116,0.058-0.096,0.046-0.075,0.035-0.057,0.025-0.041,0.017-0.027,0.009 0.044,-0.005 0.099,-0.010 0.121,-0.013 0.124,-0.013 0.116,-0.012 0.102,-0.011 0.085,-0.009 0.068,-0.007 0.051,-0.055 0.110,-0.021 0.115,-0.022 0.123,-0.021 0.119,-0.019 0.108,-0.016 0.093,-0.013 0.077,-0.010 0.062,-0.017 0.035,-0.035-0.009,-0.038-0.028,-0.038-0.038,-0.034-0.042,-0.030-0.041,-0.024-0.037,-0.019-0.032,-0.070 0.010,-0.093 0.049,-0.103 0.066,-0.103 0.072,-0.096 0.071,-0.084 0.065,-0.071 0.057,-0.057 0.048,-0.038-0.016,-0.027-0.051,-0.016-0.072,-0.008-0.081,-0.003-0.081,0.001-0.075,0.004-0.066,0.122-0.103,0.018-0.042,0.019-0.039,-0.071-0.027,0.077-0.063,0.083-0.055,0.081-0.046,0.073-0.036,0.062-0.027,0.050-0.020,0.143-0.519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895.000 204.000,'-0.023'0.053,"-0.036"0.080,-0.040 0.090,-0.039 0.088,-0.035 0.079,-0.029 0.066,-0.023 0.053,-0.018 0.040,-0.013 0.029,-0.009 0.020,-0.005 0.012,-0.003 0.007,-0.001 0.003,0.000 0.000,0.001-0.002,0.048-0.075,0.005 0.044,0.005 0.055,0.004 0.059,0.003 0.058,-0.015 0.071,0.004-0.043,0.004-0.071,0.004-0.083,0.003-0.085,-0.011 0.024,-0.003 0.053,-0.004 0.084,-0.004 0.096,0.004 0.016,-0.001 0.003,0.000-0.019,0.000-0.031,0.001-0.036,0.001-0.037,0.001-0.035,0.001-0.030,0.001-0.025,0.099-0.261,0.008-0.003,-0.048 0.215,0.028-0.009,0.028-0.015,0.026-0.017,0.022-0.018,0.019-0.017,0.015-0.015,0.012 0.013,0.010-0.059,0.007-0.064,0.004-0.061,0.002-0.054,0.001-0.045,-0.000-0.035,-0.001-0.026,-0.001-0.019,0.046-0.025,0.072-0.021,0.082-0.019,0.082-0.017,0.075-0.014,0.065-0.011,0.053-0.008,0.041-0.006,0.031-0.004,0.022-0.002,0.014-0.001,0.009-0.000,-0.352-0.009,0.637-0.158,0.167-0.125,0.126-0.109,0.090-0.089,0.061-0.069,0.037-0.051,-0.226 0.081,-0.113 0.033,-0.134 0.046,-0.139 0.052,-0.133 0.052,-0.119 0.048,-0.102 0.042,0.243-0.394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919.000 220.000,'-0.021'0.016,"-0.032"0.024,-0.037 0.027,-0.036 0.027,-0.033 0.024,-0.028 0.021,-0.022 0.017,-0.017 0.013,-0.013 0.009,-0.009 0.006,-0.005 0.004,-0.003 0.002,-0.001 0.001,-0.000 0.000,0.001-0.000,0.001-0.001,0.030 0.002,0.017 0.025,0.019 0.029,0.019 0.030,0.017 0.028,0.015 0.025,0.013 0.021,0.010 0.017,0.008 0.013,0.006 0.010,0.003 0.034,0.017-0.019,0.018-0.025,0.017-0.027,-0.057 0.267,-0.105 0.484,-0.125 0.567,-0.129 0.579,-0.122 0.543,-0.002 0.021,0.019-0.048,0.050-0.182,0.068-0.259,0.058-0.238,0.062-0.284,0.054-0.261,0.044-0.227,0.035-0.190,0.027-0.152,0.020-0.117,0.022-0.122,0.038-0.208,0.037-0.203,0.034-0.184,0.029-0.157,0.024-0.128,0.019-0.099,0.014-0.073,0.010-0.051,0.007-0.033,0.004-0.020,0.002-0.009,0.001-0.002,0.233-1.170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919.000 218.000,'0.026'-0.004,"0.040"-0.007,0.045-0.008,0.045-0.007,0.041-0.007,0.035-0.006,0.029-0.005,0.022-0.004,0.017-0.003,0.012-0.002,0.008-0.001,0.005-0.001,0.002-0.000,0.001-0.000,-0.000 0.000,-0.001 0.000,-0.001 0.000,-0.001 0.000,-0.001 0.000,0.008 0.005,0.022 0.007,0.026 0.007,0.026 0.007,0.024 0.007,0.021 0.006,-0.036 0.017,-0.022 0.022,-0.029 0.024,-0.032 0.024,-0.032 0.022,-0.030 0.019,-0.037 0.068,-0.063 0.080,-0.063 0.086,-0.059 0.083,-0.052 0.074,-0.043 0.063,-0.034 0.051,-0.100 0.005,-0.156 0.076,-0.178 0.080,-0.181 0.078,-0.171 0.072,-0.154 0.063,-0.279 0.195,-0.028-0.009,0.029-0.038,0.061-0.052,0.075-0.057,0.232-0.212,0.117-0.119,0.119-0.126,0.112-0.121,0.100-0.110,0.443-1.000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1198.000 61.000,'0.000'2.000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832.000 168.000,'0.032'-0.011,"0.049"-0.016,0.055-0.018,0.054-0.018,0.049-0.016,0.042-0.014,0.034-0.011,0.026-0.009,-0.101-0.002,0.227-0.181,-0.012-0.045,-0.062-0.004,-0.090 0.023,-0.101 0.038,-0.100 0.045,-0.093 0.046,-0.088 0.049,-0.085 0.035,-0.078 0.030,-0.069 0.025,-0.097 0.063,-0.007 0.086,0.018 0.088,0.031 0.081,0.037 0.070,0.037 0.057,-0.038 0.043,-0.188 0.202,-0.236 0.239,-0.256 0.252,-0.506 0.610,-0.167 0.290,-0.077 0.219,-0.015 0.157,0.025 0.106,0.049 0.066,0.143-0.029,-0.025 0.264,-0.044 0.303,-0.054 0.308,-0.110 0.417,0.209-0.296,0.262-0.451,0.321-0.604,0.227-0.385,0.202-0.340,0.171-0.286,0.139-0.231,0.108-0.178,0.116-0.614,0.099 0.939,0.093-0.039,0.042-0.144,0.008-0.195,-0.014-0.208,-0.025-0.198,-0.010-0.164,0.014-0.089,0.021-0.058,0.025-0.034,0.025-0.016,0.023-0.003,0.902 0.647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554.000 180.000,'2.000'0.000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1337.000 123.000,'0.033'0.066,"0.053"0.106,0.062 0.125,0.064 0.129,0.091 0.143,0.061 0.061,0.049 0.028,0.038 0.005,0.027-0.010,0.019-0.018,0.015-0.017,-0.016-0.047,-0.023-0.049,-0.026-0.046,-0.026-0.040,-0.023-0.034,0.859 0.795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818.000 361.000,'-0.013'0.039,"-0.020"0.061,-0.023 0.070,-0.023 0.070,-0.021 0.064,-0.019 0.056,0.020-0.046,0.004 0.009,0.008 0.002,0.010-0.002,0.053-0.002,0.085-0.033,0.099-0.040,0.102-0.042,0.218-0.125,0.208-0.199,0.205-0.217,0.068-0.119,0.154-0.135,0.142-0.116,0.125-0.096,0.230-0.159,0.004-0.023,-0.043 0.008,-0.313 0.189,-0.094 0.058,-0.100 0.066,-0.100 0.068,2.321-1.352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830.000 355.000,'-0.067'0.066,"-0.109"0.109,-0.133 0.133,-0.142 0.142,-0.115 0.155,-0.089 0.155,-0.067 0.147,-0.048 0.133,-0.032 0.117,-0.020 0.099,-0.010 0.082,-0.002 0.065,-0.201 0.535,0.038 0.170,0.051 0.151,0.263-0.494,0.085-0.091,0.091-0.126,0.090-0.143,-0.005 0.056,0.026-0.182,-0.003-0.161,-1.187 1.832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820.000 376.000,'0.042'-0.014,"0.064"-0.021,0.073-0.024,0.072-0.024,0.065-0.022,0.056-0.019,-0.208 0.077,0.383-0.060,0.139 0.008,0.112 0.012,0.235 0.003,0.023 0.019,-0.021 0.017,-0.045 0.014,-0.056 0.012,-0.058 0.009,-0.253 0.007,-0.057 0.003,-0.057 0.002,-0.053 0.002,1.018 0.025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822.000 389.000,'-0.024'0.035,"-0.209"0.355,-0.113 0.233,-0.069 0.175,0.004 0.052,0.058-0.047,0.083-0.098,0.091-0.121,0.088-0.124,0.097-0.183,0.094-0.087,0.099-0.084,0.098-0.077,0.181-0.120,0.186-0.136,0.190-0.138,0.182-0.132,0.147-0.104,0.039-0.039,-0.010-0.007,-0.955 0.503,5.523-4.519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855.000 369.000,'-0.045'0.134,"-0.068"0.202,-0.019 0.019,-0.051 0.087,-0.052 0.077,-0.050 0.066,-0.073 0.068,-0.085 0.065,-0.089 0.060,-0.086 0.054,-0.126 0.116,-0.076 0.063,-0.062 0.057,-0.049 0.049,-0.169 0.216,0.066-0.050,0.100-0.083,0.265-0.340,0.075-0.112,0.070-0.118,0.063-0.115,0.050-0.150,0.076-0.203,0.072-0.207,0.064-0.197,0.074-0.119,0.063-0.099,0.061-0.071,0.055-0.048,0.925-2.792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843.000 376.000,'0.066'0.066,"0.106"0.106,0.125 0.125,0.129 0.129,0.014 0.067,0.031 0.118,0.010 0.116,-0.006 0.108,0.072 0.238,-0.049-0.034,-0.056-0.090,-0.057-0.118,-0.053-0.126,-0.046-0.122,-0.223-0.471,0.390 0.375,0.090-0.060,0.040-0.068,0.004-0.068,1.885 0.238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865.000 375.000,'-0.083'0.100,"-0.132"0.159,-0.156 0.187,-0.161 0.193,-0.143 0.261,-0.021 0.163,0.029 0.124,0.057 0.089,0.071 0.061,0.074 0.038,0.108-0.149,0.070-0.073,0.065-0.091,0.058-0.097,0.115-0.722,-0.569 1.889,-0.202 0.484,-0.081 0.166,0.002-0.049,0.055-0.184,0.086-0.256,-1.452 4.396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860.000 382.000,'0.171'-0.150,"0.274"-0.239,0.324-0.284,-0.180 0.154,0.606-0.545,0.097-0.098,0.016-0.026,-0.037 0.022,-0.068 0.051,-0.083 0.066,-0.140 0.163,-0.119 0.168,-0.117 0.179,-0.108 0.174,-0.095 0.159,-0.079 0.137,-0.064 0.114,-0.142 0.230,-0.231 0.256,-0.242 0.253,-0.229 0.230,-0.201 0.197,-0.168 0.160,0.130-0.288,-0.002-0.065,0.022-0.099,0.037-0.117,-0.123 0.064,-0.048-0.018,-0.066 0.021,-0.074 0.044,-0.073 0.056,-0.067 0.059,-0.058 0.057,0.907-0.868,-0.865 0.739,0.030-0.093,0.067-0.117,0.087-0.126,0.095-0.123,0.094-0.113,-1.367 0.061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875.000 375.000,'0.040'0.040,"0.062"0.062,0.070 0.070,0.070 0.070,0.064 0.064,0.056 0.056,0.046 0.046,0.036 0.036,0.027 0.027,0.019 0.019,0.048-0.101,0.179-0.062,0.213-0.076,0.222-0.081,0.317-0.081,-0.028-0.095,-0.121-0.079,-0.169-0.063,-0.185-0.047,-0.180-0.034,-0.162-0.023,-0.138-0.014,-0.112-0.007,-0.086-0.003,-0.064 0.000,-0.044 0.002,-0.176 0.055,-0.549-0.836,-0.420 0.087,-0.302 0.406,-0.203 0.563,-0.125 0.607,-0.067 0.580,0.180 0.225,0.264 0.041,0.312-0.088,0.314-0.160,0.289-0.190,0.248-0.192,0.202-0.177,0.157-0.152,0.115-0.124,0.080-0.096,0.052-0.071,0.030-0.049,0.014-0.032,0.003-0.019,-0.004-0.009,0.164-0.176,0.232-0.263,0.260-0.292,0.253-0.283,0.227-0.252,0.191-0.211,-0.249 0.128,-0.112 0.036,-0.161 0.078,-0.182 0.100,-0.183 0.108,-0.171 0.105,-0.151 0.096,-0.109 0.065,-0.160 0.140,-0.136 0.130,-0.109 0.113,-0.084 0.094,-0.061 0.074,-0.042 0.055,-0.027 0.039,-0.015 0.026,-0.193-0.800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904.000 372.000,'-0.014'0.060,"-0.021"0.091,-0.024 0.102,-0.023 0.099,-0.021 0.089,-0.018 0.075,-0.014 0.060,-0.011 0.045,-0.008 0.033,-0.005 0.022,-0.003 0.014,-0.002 0.007,-0.001 0.003,0.000-0.000,0.000-0.002,0.001-0.003,0.001-0.003,0.001-0.003,0.001-0.003,0.001-0.002,0.000-0.002,0.000-0.001,0.000-0.001,0.000-0.001,0.000-0.000,0.085-0.183,0.110-0.189,0.127-0.217,0.128-0.219,0.120-0.204,0.105-0.180,0.088-0.151,0.071-0.121,0.055-0.093,0.040-0.069,0.029 0.000,0.109-0.066,0.121-0.065,0.121-0.059,0.114-0.052,0.101-0.044,-0.783 0.702,5.671-5.617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923.000 372.000,'-0.050'0.186,"-0.076"0.283,-0.085 0.318,-0.083 0.311,-0.075 0.280,-0.063 0.237,-0.051 0.190,0.035-0.177,0.019-0.142,0.031-0.200,0.037-0.223,0.038-0.221,0.036-0.203,0.231-0.512,-0.188 0.501,0.051-0.077,0.047-0.093,0.041-0.095,0.034-0.089,0.027-0.077,0.020-0.064,0.014-0.050,0.010-0.038,0.006-0.027,0.003-0.018,0.001-0.011,-0.000-0.006,-0.001-0.002,0.018-0.070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924.000 375.000,'0.189'-0.189,"0.218"-0.218,0.091-0.090,0.026-0.025,-0.019 0.019,-0.047 0.047,0.966-0.966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940.000 375.000,'-0.021'0.047,"-0.033"0.073,-0.038 0.083,-0.037 0.082,-0.034 0.075,-0.029 0.064,-0.024 0.053,-0.019 0.041,-0.014 0.030,-0.010 0.021,-0.006 0.014,-0.004 0.008,-0.002 0.004,-0.001 0.001,0.000-0.001,0.001-0.002,0.001-0.002,0.001-0.003,0.001-0.003,0.004-0.016,-0.027 0.048,-0.032 0.058,-0.033 0.060,-0.032 0.057,-0.029 0.052,-0.024 0.044,-0.020 0.036,0.126-0.196,0.231-0.371,0.273-0.441,0.280-0.453,0.264-0.427,0.129-0.219,0.138-0.219,0.103-0.163,0.074-0.115,0.050-0.075,0.030-0.045,-0.038 0.109,-0.051 0.161,-0.068 0.203,-0.076 0.218,-0.076 0.215,-0.071 0.244,-0.225 0.371,-0.236 0.355,-0.224 0.318,-0.199 0.269,-0.168 0.218,-0.135 0.169,0.259-0.843,-0.465 1.057,-0.077 0.026,-0.020-0.045,0.017-0.084,0.038-0.101,0.047-0.102,0.049-0.094,0.046-0.081,0.040-0.066,0.033-0.052,0.026-0.038,0.019-0.027,0.014-0.017,0.009-0.010,0.005-0.005,0.003-0.001,0.001 0.001,0.197-0.201,0.265-0.224,0.308-0.261,0.315-0.266,0.297-0.251,0.265-0.223,0.225-0.190,0.184-0.155,-1.057 0.777,0.907-0.235,-0.186 0.288,-0.221 0.213,-0.228 0.150,-0.217 0.098,-0.194 0.058,-0.166 0.027,-0.081 0.022,-0.054-0.012,-0.011-0.022,0.016-0.027,0.032-0.028,0.039-0.026,0.040-0.023,0.038-0.019,0.033-0.015,0.028-0.011,0.022-0.008,0.012-0.006,-0.035-0.003,-0.046-0.002,-0.048-0.001,-0.046 0.000,-0.040 0.001,-0.033 0.001,-0.025 0.001,-0.019 0.001,-0.013 0.001,-0.008 0.001,-0.005 0.000,-0.002 0.000,-0.001 0.000,0.000 0.000,0.001 0.000,0.001 0.000,0.001 0.000,0.001 0.000,0.010-0.081,0.047-0.127,0.055-0.147,0.056-0.149,0.052-0.139,0.046-0.123,0.039-0.103,0.031-0.083,0.024-0.064,0.018-0.047,-0.128 0.199,-0.238 0.390,-0.278 0.460,-0.282 0.469,-0.262 0.438,-0.229 0.384,-0.191 0.321,0.113-0.020,0.244-0.150,0.328-0.250,0.358-0.296,0.350-0.303,0.320-0.286,0.196-0.295,0.168-0.280,0.120-0.259,0.080-0.228,0.049-0.192,0.123-0.215,-0.127 0.035,-0.165 0.108,-0.174 0.143,-0.164 0.152,-0.144 0.144,-0.119 0.127,-0.108 0.095,-0.070 0.049,-0.052 0.026,-0.036 0.010,-0.024-0.001,-0.014-0.008,-0.007-0.011,-0.002-0.013,-0.124 0.178,-0.138 0.203,-0.166 0.247,-0.237 0.359,-0.084 0.137,-0.018 0.040,0.023-0.021,0.046-0.057,0.056-0.073,0.060-0.010,-0.117 0.331,-0.110 0.453,0.156-0.076,0.237-0.246,0.272-0.336,0.274-0.370,0.255-0.364,0.224-0.333,0.066-0.194,0.095-0.165,0.065-0.122,0.040-0.086,0.021-0.056,-0.029 0.050,-0.164 0.201,-0.201 0.254,-0.210 0.270,-0.202 0.262,-0.182 0.239,-0.157 0.207,-0.130 0.142,-0.103 0.090,-0.078 0.050,-0.057 0.020,-0.039-0.000,-0.025-0.014,-0.014-0.021,0.049-0.077,0.175-0.266,0.203-0.295,0.203-0.287,0.185-0.257,0.158-0.217,0.127-0.173,0.081-0.094,0.142-0.147,0.139-0.136,0.127-0.118,0.110-0.098,0.091-0.078,0.072-0.060,0.055-0.044,-0.863 0.849,0.948-1.130,-0.077 0.125,-0.120 0.259,-0.136 0.320,-0.135 0.332,-0.124 0.311,-0.106 0.273,-0.132 0.263,-0.189 0.223,-0.183 0.174,-0.163 0.129,-0.136 0.091,-0.108 0.059,-0.081 0.035,-0.058 0.017,-0.038 0.005,-0.023-0.003,-0.012-0.007,-0.004-0.009,0.001-0.010,0.004-0.009,0.005-0.008,0.192-0.509,-0.085 0.544,0.124-0.087,0.136-0.148,0.132-0.174,0.118-0.174,0.100-0.160,0.080-0.138,0.061-0.113,0.044-0.087,0.030-0.065,0.019-0.045,0.011-0.029,0.005-0.017,0.000-0.008,-0.108-0.025,-0.193-0.016,-0.217-0.016,-0.211-0.014,-1.574-1.229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1000.000 379.000,'0.295'0.018,"0.482"0.030,0.583 0.036,0.918 0.047,0.157-0.006,-0.095-0.024,-0.239-0.032,-0.305-0.035,-0.318-0.033,-0.297-0.029,-0.258-0.024,-0.211-0.019,-0.164-0.014,0.226-0.301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1021.000 384.000,'0.123'0.147,"0.192"0.231,0.223 0.267,0.153 0.169,0.014-0.004,-0.050-0.085,-0.086-0.127,-0.100-0.142,-0.101-0.140,0.205-0.210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833.000 440.000,'-0.037'0.012,"-0.058"0.019,-0.067 0.022,-0.068 0.023,-0.063 0.021,-0.056 0.019,-0.059 0.003,-0.057-0.007,-0.051-0.013,0.068-0.013,0.004 0.010,0.013 0.015,0.019 0.018,0.311-0.094,-0.562 0.338,-0.126 0.143,-0.096 0.103,0.047 0.037,0.058 0.051,0.090 0.036,0.105 0.024,0.089 0.051,0.113-0.005,0.101-0.014,0.078 0.004,0.077-0.070,0.058-0.077,0.041-0.103,0.026-0.053,0.017-0.043,0.010-0.034,0.004-0.025,0.001-0.018,-0.002-0.012,-0.003-0.007,-0.005-0.030,-0.003-0.004,-0.003-0.002,-0.010-0.254,0.007 0.348,-0.003-0.007,-0.002-0.038,-0.002-0.054,-0.001-0.080,-0.001 0.018,-0.000 0.032,-0.001 0.131,-0.000-0.011,-0.000-0.033,0.000-0.043,0.000-0.046,0.000-0.043,0.000-0.038,0.000-0.032,0.000-0.025,-0.026-0.050,-0.044-0.017,-0.053-0.016,-0.057-0.015,-0.100-0.010,-0.009-0.021,0.017-0.017,0.031-0.013,0.037-0.010,0.038-0.007,0.035-0.005,0.030-0.003,0.025-0.001,0.019-0.000,0.014 0.000,0.010 0.001,0.006 0.001,0.004 0.001,0.002 0.001,0.000 0.001,-0.000 0.001,-0.001 0.000,-0.001 0.000,-0.001 0.000,-0.001 0.000,-0.001 0.000,-0.001 0.000,-0.001 0.000,-0.000 0.000,-0.000 0.000,-0.000-0.000,-0.000-0.000,-0.000 0.000,0.000-0.000,0.000-0.000,0.000 0.000,0.000 0.000,0.000-0.000,-0.012 0.016,-0.017 0.025,-0.019 0.028,-0.018 0.027,-0.016 0.024,-0.014 0.020,-0.011 0.016,-0.008 0.012,-0.006 0.009,-0.004 0.006,-0.002 0.003,-0.001 0.002,-0.000 0.001,0.004-0.013,-0.009-0.005,-0.010-0.006,-0.010-0.005,-0.010-0.005,-0.008-0.004,-0.007-0.003,-0.005-0.003,-0.004-0.002,0.023 0.035,0.023 0.064,0.027 0.074,0.040 0.066,0.061 0.004,0.060-0.019,0.054-0.031,0.046-0.036,0.037-0.036,0.029-0.032,0.021-0.028,0.014-0.022,-0.023-0.002,-0.021 0.024,-0.026 0.032,-0.028 0.035,-0.027 0.035,-0.024 0.031,-0.021 0.027,-0.017 0.022,-0.013 0.017,-0.010 0.013,-0.056 0.070,-0.081 0.114,-0.092 0.129,0.125-0.392,-0.221 0.740,-0.076 0.248,-0.069 0.210,-0.126 0.379,-0.093 0.265,-0.084 0.234,0.163-0.453,0.037-0.015,0.056-0.046,0.066-0.065,0.096-0.037,0.148-0.187,0.157-0.206,0.153-0.207,0.268-0.050,0.232-0.230,0.204-0.188,0.141-0.175,0.090-0.152,0.052-0.125,-0.889-0.210,5.898-1.103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842.000 472.000,'0.018'-0.006,"0.027"-0.009,0.030-0.010,0.029-0.010,0.026-0.009,0.022-0.007,0.018-0.006,0.013-0.004,0.010-0.003,0.006-0.002,0.004-0.001,0.002-0.001,0.001-0.000,0.000 0.000,-0.001 0.000,0.504-0.168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855.000 465.000,'0.129'0.092,"0.211"0.150,0.255 0.182,0.192 0.141,0.082 0.066,0.019 0.022,-0.025-0.009,0.058 0.040,-0.105-0.092,-0.115-0.105,-0.112-0.104,-0.101-0.096,-0.064-0.076,-0.071-0.075,-0.052-0.057,-0.036-0.042,0.404-0.191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877.000 469.000,'2.000'1.000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908.000 466.000,'0.147'0.000,"0.231"0.000,0.267 0.000,0.065 0.000,0.026 0.000,-0.030 0.000,1.974 0.000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827.000 525.000,'-0.119'0.060,"-0.193"0.096,-0.197 0.160,-0.091 0.142,-0.039 0.131,-0.014 0.040,-0.054 0.037,-0.055 0.014,-0.052-0.003,0.463-0.364,-0.548 0.628,-0.060 0.188,-0.042 0.159,-0.208 0.466,0.034 0.110,0.091-0.004,0.313-0.465,0.106-0.121,0.109-0.139,0.105-0.143,0.353-0.766,-0.084 0.649,0.336-0.357,0.306-0.347,0.068-0.246,0.151-0.209,0.135-0.196,0.117-0.177,0.282-0.361,0.060-0.204,0.018-0.163,-0.227 0.180,-0.053 0.018,-0.064 0.049,-0.068 0.068,-0.673 0.822,0.836-1.041,-0.089 0.077,-0.107 0.093,-0.176 0.248,-0.224 0.351,-0.225 0.370,-0.205 0.350,-0.176 0.308,-0.143 0.255,-0.110 0.201,-0.056 0.126,-0.046 0.132,-0.027 0.105,-0.013 0.079,0.085-0.052,0.096-0.016,0.114-0.035,0.190-0.143,0.225-0.201,0.231-0.224,0.122-0.385,0.138-0.236,0.101-0.197,0.070-0.158,3.978-2.981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847.000 513.000,'0.009'0.026,"0.013"0.039,0.015 0.044,0.014 0.043,0.013 0.039,0.011 0.033,0.009 0.027,0.007 0.021,0.005 0.015,0.003 0.010,-0.079 0.021,-0.097 0.129,-0.118 0.156,-0.234 0.450,-0.209 0.408,-0.198 0.411,-0.175 0.383,-0.194 0.376,-0.034-0.004,0.017-0.125,0.047-0.188,0.061-0.211,0.157-0.351,0.156-0.324,0.162-0.318,0.153-0.288,0.213-0.358,0.158-0.250,0.159-0.241,0.149-0.221,0.132-0.194,0.047-0.074,0.103-0.117,0.095-0.087,0.094-0.077,0.086-0.064,-0.068 0.157,0.096 0.006,0.105 0.015,0.106 0.020,0.081 0.016,-0.048 0.076,-0.093 0.085,-0.118 0.087,-0.030 0.181,-0.176 0.315,-0.159 0.326,-0.296-0.241,0.018 0.338,-0.178 0.118,-0.189 0.101,-0.187 0.084,-0.145 0.095,-0.051 0.006,-0.075-0.008,-0.063-0.051,-0.059-0.063,-0.053-0.067,-0.046-0.066,0.027-0.097,0.042-0.090,0.062-0.089,0.071-0.084,0.052-0.075,0.110-0.092,0.107-0.081,0.098-0.069,0.085-0.056,0.071-0.043,0.201-0.736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858.000 518.000,'0.007'0.034,"0.010"0.052,0.012 0.059,0.012 0.059,0.011 0.054,0.009 0.046,0.008 0.038,0.006 0.030,0.004 0.022,0.003 0.016,0.002 0.010,0.001 0.006,-0.061 0.105,-0.096 0.147,-0.109 0.164,-0.108 0.161,-0.098 0.145,-0.084 0.124,-0.068 0.100,-0.053 0.077,-0.039 0.056,0.398-0.942,-0.374 1.003,0.059-0.055,0.069-0.094,0.070-0.109,0.064-0.108,0.054-0.098,0.070-0.165,0.070-0.176,0.065-0.173,0.057-0.157,0.047-0.133,0.037-0.107,0.027-0.082,0.019-0.059,0.012-0.041,0.369-0.257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869.000 535.000,'-0.292'0.212,"-0.752"0.547,-0.302 0.220,-0.104 0.076,0.032-0.023,0.118-0.086,0.167-0.121,0.191-0.121,0.279-0.174,0.273-0.166,0.249-0.148,0.214-0.126,0.176-0.102,0.138-0.079,0.104-0.058,0.074-0.041,0.050-0.026,0.112-0.091,0.133-0.121,0.139-0.132,0.132-0.128,0.118-0.116,0.099-0.099,0.080-0.081,-0.048 0.027,-0.058 0.046,-0.085 0.072,-0.284 0.258,-0.246 0.264,-0.271 0.296,-0.271 0.299,-0.254 0.283,-0.144 0.091,-0.131 0.133,-0.108 0.105,-0.103 0.113,-0.012-0.029,0.024-0.074,-0.045 0.125,0.148-0.117,0.160-0.107,0.153-0.091,0.135-0.074,0.112-0.056,0.059-0.114,0.037-0.102,0.017-0.103,0.003-0.095,-0.005-0.083,-0.010-0.068,-0.013-0.053,-0.013-0.040,0.367-0.523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895.000 522.000,'-0.131'0.236,"-0.203"0.365,-0.232 0.418,-0.232 0.418,-0.214 0.386,-0.186 0.335,0.042-0.034,0.051-0.026,0.100-0.103,0.125-0.146,0.133-0.164,0.128-0.164,0.117-0.153,0.111-0.175,0.099-0.177,0.085-0.166,0.070-0.147,0.055-0.125,0.042-0.102,0.030-0.079,0.022-0.326,0.367 0.060,0.181-0.172,0.077-0.113,0.005-0.066,-0.040-0.032,-0.065-0.008,-0.075 0.008,-0.076 0.017,-0.070 0.021,-0.061 0.022,0.207-0.340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886.000 537.000,'0.120'-0.067,"0.196"-0.109,0.239-0.133,0.256-0.142,0.297-0.170,0.056-0.039,-0.032 0.008,-0.087 0.039,-0.117 0.056,-0.129 0.063,1.221-0.909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904.000 531.000,'0.029'0.005,"0.044"0.007,0.050 0.008,0.050 0.008,0.046 0.008,0.039 0.007,0.032 0.005,0.025 0.004,0.019 0.003,0.013 0.002,0.009 0.001,0.005 0.001,0.003 0.000,0.001 0.000,-0.000-0.000,-0.001-0.000,-0.001-0.000,-0.075-0.015,-0.006-0.005,-0.006-0.005,-0.006-0.006,0.057-0.002,0.000-0.007,0.001-0.006,0.001-0.005,0.001-0.004,0.001-0.003,-0.113 0.151,-0.187 0.234,-0.212 0.266,-0.210 0.264,-0.192 0.241,-0.165 0.207,-0.135 0.169,0.074-0.175,0.011-0.063,0.037-0.103,-0.025-0.008,0.021-0.073,0.015-0.055,0.010-0.039,0.111-0.191,0.074-0.150,0.084-0.167,0.086-0.168,0.081-0.159,-0.140-1.102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916.000 526.000,'2.000'0.000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926.000 530.000,'-0.140'0.168,"-0.214"0.257,-0.242 0.290,0.471-0.565,-0.802 1.033,-0.157 0.264,-0.050 0.136,0.022 0.044,0.066-0.018,0.119-0.102,0.145-0.149,0.150-0.168,0.143-0.167,0.127-0.155,0.108-0.135,0.088-0.113,0.068-0.090,0.130-0.126,0.160-0.120,0.170-0.118,0.165-0.108,0.150-0.094,0.130-0.078,0.108-0.063,0.195-0.177,0.070-0.194,0.042-0.199,0.021-0.186,0.007-0.162,-0.003-0.133,-0.226 0.135,-0.075-0.005,-0.084 0.016,-0.085 0.028,-0.080 0.035,-0.069-0.076,-0.247 0.173,-0.250 0.187,-0.229 0.178,-0.109 0.171,-0.071 0.095,-0.035 0.072,-0.010 0.052,0.007 0.035,0.017 0.022,0.023 0.012,-0.604-0.190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931.000 532.000,'0.074'0.148,"0.112"0.225,0.126 0.251,0.122 0.245,0.109 0.219,0.092 0.184,-0.046 0.146,-0.125 0.110,-0.161 0.079,-0.169 0.053,-0.159 0.033,-0.138 0.017,-0.035-0.248,0.010-0.265,0.042-0.303,0.058-0.302,0.117-0.345,0.144-0.324,0.153-0.305,0.147-0.270,0.133-0.228,0.199-0.275,0.101-0.099,0.069-0.037,0.044 0.003,0.025 0.028,0.011 0.040,0.002 0.073,-0.004 0.087,-0.007 0.088,-0.008 0.080,-0.008 0.068,-0.008 0.055,-0.154 0.191,-0.084 0.157,-0.093 0.168,-0.092 0.163,-0.085 0.148,-0.074 0.127,-0.061 0.104,-0.049 0.082,-0.041 0.084,-0.033 0.079,-0.025 0.070,-0.018 0.059,-0.013 0.048,-0.013 0.032,-0.032-0.063,-0.033-0.086,-0.031-0.094,-0.027-0.091,-0.022-0.081,-0.017-0.068,-0.013-0.055,-0.009-0.042,-0.054 0.121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961.000 545.000,'0.000'0.067,"0.000"0.109,0.000 0.133,0.000 0.142,-0.015 0.258,-0.023 0.012,-0.025-0.057,-0.024-0.093,-0.022-0.107,-0.018-0.106,-0.435 0.155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815.000 551.000,'0.059'0.012,"0.583"0.111,0.337 0.058,0.220 0.034,0.130 0.016,0.064 0.004,0.018-0.004,0.103-0.040,0.363-0.026,0.420-0.029,0.426-0.029,0.398-0.026,0.351-0.023,0.295-0.019,0.227-0.050,0.391-0.065,0.389-0.072,0.361-0.071,0.318-0.066,0.268-0.058,0.824-0.090,-0.132-0.020,-0.262-0.002,-0.318 0.009,-0.324 0.015,-0.300 0.018,-0.259 0.018,-0.211 0.016,-0.164 0.014,0.161 0.082,0.271 0.121,0.341 0.132,0.353 0.127,0.329 0.112,0.285 0.094,-0.750 0.005,-0.613-0.008,-0.751-0.028,-0.779-0.039,-0.737-0.043,-0.654-0.042,-0.550-0.038,-0.442-0.033,-0.731-0.046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827.000 575.000,'-0.011'0.000,"-0.017"0.000,-0.019 0.000,-0.018 0.000,-0.016 0.000,-0.014 0.000,-0.011 0.000,-0.008 0.000,-0.006 0.000,-0.004 0.000,-0.002 0.000,-0.001 0.000,-0.000 0.000,0.000 0.000,0.000 0.000,0.001 0.000,0.001 0.000,0.001 0.000,0.000 0.000,0.000 0.000,0.000 0.000,0.000 0.000,0.000 0.000,0.000 0.000,-0.084 0.133,-0.187 0.218,-0.228 0.266,-0.245 0.285,-0.234 0.290,-0.028 0.079,0.054-0.008,0.106-0.006,0.074 0.071,0.074 0.088,0.069 0.094,-0.001 0.326,0.198-0.140,0.199-0.206,0.182-0.227,0.155-0.220,0.125-0.196,0.038-0.333,0.072-0.097,0.073-0.089,0.359-0.135,0.318-0.264,0.322-0.260,0.299-0.236,-1.281 0.454,1.471-0.795,0.032-0.219,-0.032-0.157,-0.069-0.106,-0.086-0.065,-0.191 0.106,-0.283 0.245,-0.295 0.291,-0.276 0.293,-0.274 0.321,-0.182 0.261,-0.161 0.251,-0.136 0.227,-0.108 0.221,-0.035 0.089,0.003 0.028,0.027-0.012,0.040-0.036,0.045-0.048,0.141-0.069,0.203-0.150,0.214-0.156,0.202-0.145,0.177-0.126,0.146-0.103,0.094-0.272,0.105-0.356,0.086-0.379,0.068-0.361,0.050-0.320,0.036-0.268,-0.284 0.432,0.170-0.355,-0.206 0.111,-0.266 0.162,-0.286 0.183,-0.277 0.183,-0.251 0.169,0.055 0.839,-0.456-0.584,-0.212 0.272,-0.118 0.263,-0.049 0.238,-0.002 0.203,0.027 0.165,0.105 0.078,0.104 0.044,0.113 0.011,0.110-0.010,-0.216 1.289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847.000 577.000,'0.025'0.123,"0.038"0.192,0.044 0.223,0.021 0.103,0.004 0.019,-0.007-0.037,-0.014-0.069,-0.017-0.085,-0.018-0.089,-0.017-0.085,-0.051-0.230,-0.050 0.401,-0.050 0.069,-0.025 0.017,-0.008-0.017,0.004-0.038,0.012-0.049,0.076-0.340,-0.459 0.996,-0.144 0.226,-0.030 0.033,0.041-0.087,0.080-0.151,0.097-0.177,0.169-0.329,0.135-0.255,0.137-0.260,0.129-0.246,0.115-0.219,0.098-0.187,0.080-0.153,0.078-0.127,0.076-0.108,0.067-0.086,0.057-0.066,0.047-0.048,0.037-0.034,0.057-0.005,-0.036 0.162,-0.055 0.198,-0.062 0.205,-0.061 0.193,-0.092 0.222,-0.154 0.241,-0.156 0.216,-0.144 0.181,-0.123 0.144,-0.100 0.109,-0.045-0.013,-0.028-0.018,-0.011-0.043,0.001-0.055,0.008-0.058,0.012-0.056,0.014-0.050,0.014-0.042,0.012-0.034,0.011-0.026,0.009-0.019,0.007-0.013,0.005-0.008,0.004-0.005,0.002-0.002,0.077-0.081,0.127-0.144,0.142-0.161,0.138-0.157,0.123-0.140,0.103-0.118,0.082-0.094,0.062-0.071,0.044-0.051,0.030-0.034,-0.106 0.146,-0.062 0.126,-0.075 0.151,-0.078 0.156,-0.075 0.147,-0.067 0.131,-0.057 0.111,0.307 1.459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863.000 581.000,'-0.042'0.189,"-0.064"0.289,-0.073 0.326,-0.072 0.322,-0.065 0.293,-0.056 0.250,-0.045 0.203,-0.035 0.157,-0.026 0.115,-0.018 0.080,-0.011 0.051,-0.007 0.030,0.210-1.076,-0.030-0.100,-0.292 0.421,0.080-0.607,0.130-0.607,0.149-0.552,0.147-0.470,0.133-0.379,0.112-0.290,0.090-0.210,0.046 0.118,0.089-0.115,0.090-0.104,0.085-0.091,0.076-0.076,0.065-0.061,-0.358 1.050,0.721-1.599,0.082 0.124,0.013 0.272,-0.030 0.338,-0.054 0.349,-0.063 0.324,-0.064 0.281,-0.058 0.230,-0.050 0.179,-0.040 0.132,-0.031 0.092,-0.023 0.060,-0.016 0.035,-0.167 0.180,-0.188 0.257,-0.211 0.286,-0.208 0.282,-0.190 0.258,-0.164 0.222,-0.074 0.032,-0.020-0.068,0.018-0.134,0.041-0.165,0.052-0.172,0.055-0.163,0.053-0.144,0.047-0.122,-0.328 0.458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893.000 562.000,'-0.033'-0.011,"-0.051"-0.017,-0.056-0.019,-0.055-0.018,-0.049-0.016,-0.041-0.014,-0.033-0.011,-0.025-0.008,0.055 0.152,-0.061 0.202,-0.210 0.398,-0.071 0.244,-0.047 0.175,-0.028 0.118,-0.014 0.073,-0.004 0.039,0.002 0.014,0.006-0.002,0.008-0.012,0.008-0.017,0.008-0.019,0.007-0.018,0.087-0.135,0.079-0.105,0.089-0.116,0.089-0.114,0.082-0.104,0.072-0.091,0.500-0.130,0.609 0.068,0.268-0.072,0.086-0.079,-0.035-0.077,-0.109-0.070,-0.147-0.060,-0.160-0.049,-0.156-0.039,-0.141-0.029,0.004-0.054,0.134-0.067,0.191-0.072,0.215-0.070,0.215-0.064,0.201-0.056,0.040-0.092,-0.067-0.110,-0.133-0.114,-0.166-0.108,-0.177-0.097,-0.172-0.084,-0.260-0.028,-0.373 0.139,-0.375 0.186,-0.346 0.201,-0.301 0.194,-0.154 0.191,-0.076 0.172,-0.013 0.149,0.027 0.124,0.051 0.098,0.062 0.074,0.064 0.053,0.060 0.036,0.133 0.025,0.139 0.043,0.146 0.042,0.140 0.038,0.125 0.032,0.107 0.026,0.087 0.021,0.068 0.016,0.051 0.011,0.093-0.100,0.125-0.123,0.133-0.146,0.130-0.150,0.118-0.143,0.103-0.128,0.085-0.110,-0.099-0.108,0.088-0.136,0.097-0.147,0.403-0.318,0.094-0.168,0.057-0.125,0.029-0.088,0.009-0.058,-0.004-0.034,-0.013-0.016,-0.017-0.004,-0.070 0.088,-0.350 0.331,-0.391 0.375,-0.381 0.368,-0.341 0.331,-0.287 0.280,-0.287 0.238,-0.262 0.192,-0.224 0.147,-0.181 0.107,-0.138 0.073,-0.101 0.046,0.153-0.181,0.120-0.140,0.156-0.168,0.167-0.173,0.161-0.163,0.145-0.144,0.124-0.121,0.101-0.097,0.079-0.075,0.059-0.055,0.041-0.038,0.047-0.301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906.000 577.000,'0.071'0.041,"0.109"0.063,0.124 0.071,0.124 0.071,0.113 0.065,0.097 0.056,0.080 0.046,0.062 0.036,-0.088-0.036,-0.061-0.013,-0.083-0.022,-0.091-0.026,-0.091-0.027,0.261 0.731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925.000 576.000,'-0.018'0.166,"-0.030"0.271,-0.036 0.328,-0.045 0.412,-0.008 0.089,0.006-0.031,0.014-0.105,0.018-0.143,0.019-0.156,0.018-0.152,-0.024 0.645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928.000 571.000,'2.000'0.000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950.000 562.000,'-0.033'0.095,"-0.051"0.146,-0.058 0.167,-0.058 0.166,-0.053 0.152,-0.046 0.131,-0.038 0.107,-0.029 0.084,-0.022 0.063,-0.016 0.044,-0.010 0.029,-0.006 0.018,-0.003 0.009,-0.001 0.003,0.000-0.001,0.001-0.004,0.002-0.005,0.119-0.480,-0.040-0.123,-0.211 0.004,0.001-0.256,0.032-0.222,0.050-0.183,0.057-0.144,0.057-0.109,0.052-0.078,0.040-0.031,0.040 0.022,0.031 0.046,0.024 0.057,0.017 0.059,0.011 0.056,0.007 0.049,0.140 0.027,0.212 0.012,0.238 0.001,0.234-0.006,0.212-0.010,0.181-0.011,0.073-0.007,-0.074 0.004,-0.131 0.008,-0.154 0.009,-0.154 0.009,-0.140 0.009,-0.119 0.007,-0.096 0.006,-0.073 0.005,-0.053 0.003,-0.036 0.002,-0.022 0.001,-0.012 0.001,-0.005 0.000,-0.000 0.000,0.003-0.000,0.004-0.000,-0.001-0.006,-0.003-0.009,-0.004-0.010,-0.005-0.010,-0.004-0.009,-0.004-0.007,-0.003-0.006,-0.003-0.004,-0.002-0.003,-0.001-0.002,-0.001-0.001,-0.001-0.001,-0.000-0.000,-0.000 0.000,0.000 0.000,0.000 0.000,0.151-0.307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957.000 571.000,'0.099'0.026,"0.150"0.039,0.167 0.044,0.163 0.043,0.146 0.039,0.123 0.033,0.099 0.026,0.075 0.020,0.054 0.014,0.036 0.010,0.022 0.006,0.012 0.003,0.005 0.001,-0.000 0.000,-0.003-0.001,-0.005-0.001,-0.005-0.001,-0.342 0.183,-0.373 0.329,-0.428 0.383,-0.431 0.388,-0.402 0.363,-0.353 0.321,-0.296 0.270,-0.632 0.593,-0.489 0.282,-0.449 0.223,-0.385 0.167,-0.312 0.119,-0.240 0.079,0.211-0.309,0.464-0.515,0.576-0.594,0.592-0.589,0.549-0.533,0.474-0.452,0.463-0.603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981.000 523.000,'0.043'0.043,"0.065"0.065,0.074 0.074,0.072 0.072,0.065 0.065,0.055 0.055,0.045 0.045,0.034 0.034,0.025 0.025,0.017 0.017,-0.076-0.146,0.089-0.029,0.384-0.141,0.156-0.367,0.119-0.398,0.087-0.381,0.060-0.337,0.038-0.281,-0.105-0.109,-0.116-0.085,-0.138-0.034,-0.140 0.001,-0.130 0.022,-0.113 0.033,-0.093 0.037,-0.072 0.037,-0.054 0.033,-0.048 0.056,-0.023-0.016,-0.013-0.028,-0.006-0.033,-0.001-0.033,0.002-0.031,-0.039 0.180,-0.031 0.117,-0.036 0.141,-0.037 0.147,-0.035 0.140,-0.031 0.127,0.065 0.061,0.114 0.094,0.140 0.071,0.145 0.052,0.137 0.035,0.121 0.022,0.102 0.012,0.032 0.054,0.077 0.029,0.068 0.031,0.058 0.030,0.047 0.027,0.037 0.023,0.027 0.019,0.049 0.010,-0.147 0.052,-0.179 0.054,-0.183 0.051,-0.171 0.044,-0.149 0.037,-0.123 0.029,-0.096 0.022,-0.072 0.016,-0.055 0.031,-0.027 0.039,-0.015 0.041,-0.006 0.040,0.000 0.036,0.004 0.031,0.006 0.026,0.001 0.051,-0.010 0.042,-0.014 0.040,-0.015 0.036,0.050 1.345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985.000 527.000,'0.016'0.016,"0.024"0.024,0.026 0.026,0.026 0.026,0.023 0.023,0.019 0.019,0.015 0.015,0.011 0.011,0.008 0.008,0.005 0.005,0.003 0.003,0.002 0.002,0.001 0.001,-0.000-0.000,-0.001-0.001,-0.001-0.001,-0.001-0.001,-0.001-0.001,-0.001-0.001,-0.001-0.001,-0.000-0.000,-0.000-0.000,-0.000-0.000,-0.005 0.050,-0.007 0.078,-0.007 0.087,-0.007 0.085,-0.006 0.076,-0.005 0.064,-0.004 0.051,-0.003 0.038,-0.017-0.021,-0.017-0.016,-0.018-0.026,-0.018-0.030,-0.016-0.030,-0.013-0.027,-0.011-0.023,-0.008-0.019,-0.006-0.015,-0.004-0.011,-0.003-0.008,-0.001-0.005,-0.001-0.003,-0.000-0.001,0.000-0.000,0.000 0.000,0.001 0.001,0.001 0.001,0.000 0.001,-0.014 0.079,-0.022 0.093,-0.025 0.103,-0.024 0.100,-0.022 0.089,-0.018 0.075,0.035 0.135,0.039 0.373,0.049 0.425,0.052 0.429,0.050 0.402,0.046 0.357,0.040 0.302,0.682 0.130,0.355-0.516,0.320-0.369,0.230-0.439,0.156-0.458,0.096-0.442,0.291-0.299,-0.233-0.432,-0.310-0.328,-0.330-0.236,-0.314-0.160,-0.276-0.100,-0.230-0.054,-0.061-1.061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1036.000 480.000,'-0.010'0.021,"-0.016"0.032,-0.018 0.036,-0.017 0.035,-0.016 0.031,-0.013 0.027,-0.011 0.021,-0.008 0.016,-0.006 0.012,-0.004 0.008,-0.003 0.005,-0.001 0.003,-0.001 0.001,0.000 0.000,0.000-0.001,0.000-0.001,0.001-0.001,0.000-0.001,0.000-0.001,0.000-0.001,0.000-0.001,0.000-0.001,0.000-0.000,0.000-0.000,0.000-0.000,-0.010 0.044,-0.021 0.079,-0.024 0.089,-0.024 0.089,-0.022 0.081,-0.019 0.070,-0.016 0.057,-0.036 0.037,-0.056 0.050,-0.060 0.045,-0.058 0.038,-0.052 0.030,-0.045 0.023,0.004-0.042,0.057-0.116,0.076-0.139,0.082-0.141,0.079-0.131,0.071-0.114,0.060-0.094,0.128-0.180,0.157-0.216,0.166-0.224,0.158-0.212,0.140-0.188,0.118-0.158,0.109-0.139,0.094-0.117,0.077-0.094,0.060-0.072,0.045-0.052,0.032-0.036,0.044-0.084,-0.036 0.032,-0.108 0.134,-0.147 0.190,-0.160 0.212,-0.157 0.210,-0.172 0.285,-0.150 0.286,-0.136 0.281,-0.117 0.259,-0.097 0.226,-0.077 0.189,-0.059 0.152,0.049-0.307,-0.050 0.020,-0.310 0.625,-0.043 0.106,0.010 0.080,0.042 0.057,0.057 0.038,0.061 0.024,0.117-0.278,0.075-0.146,0.075-0.171,0.070-0.175,0.062-0.166,0.052-0.148,0.154-0.235,0.187-0.315,0.194-0.310,0.183-0.281,0.160-0.240,0.133-0.194,-0.009-0.045,0.023-0.082,-0.001-0.054,-0.017-0.032,-0.025-0.016,-0.029-0.004,-0.029 0.004,-0.054 0.085,-0.194 0.315,-0.212 0.356,-0.205 0.351,-0.182 0.317,-0.153 0.269,-0.122 0.216,-0.092 0.165,-0.066 0.120,-0.044 0.082,-0.028 0.052,-0.015 0.029,-0.006 0.012,0.000 0.001,0.078-0.154,0.055-0.076,0.063-0.086,0.064-0.086,0.060-0.080,0.053-0.071,0.045-0.060,0.037-0.049,0.044-0.053,0.038-0.077,0.033-0.074,0.027-0.067,0.021-0.057,0.016-0.047,0.011-0.036,0.007-0.027,0.759-0.495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1056.000 488.000,'0.041'-0.020,"0.062"-0.031,0.070-0.035,0.069-0.034,0.063-0.031,0.053-0.027,0.043-0.022,0.033-0.017,0.024-0.012,0.017-0.008,0.011-0.005,0.006-0.003,0.003-0.001,0.000-0.000,-0.001 0.000,-0.002 0.001,-0.002 0.001,-0.002 0.001,-0.002 0.001,-0.002 0.001,-0.001 0.001,-0.001 0.001,-0.001 0.000,-0.001 0.000,-0.000 0.000,-0.148 0.168,-0.160 0.229,-0.185 0.267,-0.189 0.273,-0.178 0.258,-0.159 0.231,-0.135 0.197,-0.008 0.179,0.243-0.186,0.320-0.280,0.338-0.311,0.318-0.302,0.278-0.270,0.185-0.286,0.112-0.270,0.058-0.237,0.020-0.195,-0.005-0.153,-0.019-0.113,-0.207 0.111,-0.086 0.019,-0.093 0.041,-0.091 0.052,-0.084 0.056,-0.073 0.055,-0.068 0.073,-0.149 0.208,-0.145 0.218,-0.130 0.205,-0.110 0.180,-0.088 0.148,-0.067 0.117,-0.048 0.087,-0.033 0.061,-0.020 0.040,-0.011 0.024,-0.005 0.012,-0.000 0.004,0.003-0.002,0.004-0.005,0.005-0.006,0.031-0.069,-0.012 0.009,-0.016 0.014,-0.017 0.016,-0.017 0.017,-0.016 0.016,-0.014 0.014,0.077-0.121,0.128-0.195,0.154-0.232,0.160-0.240,0.153-0.229,0.138-0.206,0.250-0.303,0.221-0.232,0.207-0.198,0.182-0.161,-0.058 0.113,-0.031 0.086,-0.073 0.132,-0.095 0.154,-0.103 0.157,-0.101 0.148,-0.093 0.132,-0.131 0.162,-0.146 0.170,-0.146 0.164,-0.136 0.148,-0.120 0.128,-0.101 0.106,-0.082 0.084,-0.035 0.027,-0.016 0.021,0.001 0.004,-0.060 0.159,-0.039 0.097,-0.043 0.104,-0.041 0.099,0.021-0.026,0.063-0.112,0.080-0.149,0.083-0.157,0.077-0.148,0.067-0.129,0.055-0.106,0.042-0.083,0.031-0.061,0.021-0.043,0.014-0.028,0.005-0.027,0.026-0.040,0.028-0.041,0.027-0.038,0.024-0.033,0.020-0.028,0.016-0.022,0.013-0.017,0.010-0.012,0.007-0.009,0.004-0.005,0.002 0.022,-0.039 0.077,-0.046 0.089,-0.046 0.088,-0.043 0.080,-0.036 0.069,-0.030 0.055,-0.023 0.043,-0.017 0.031,-0.012 0.021,-0.007 0.014,-0.004 0.008,-0.002 0.003,-0.000 0.001,0.152 0.586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1101.000 482.000,'-0.081'0.203,"-0.125"0.313,-0.142 0.356,-0.141 0.353,0.035 0.011,0.070-0.019,0.112-0.097,0.131-0.141,0.135-0.160,0.128-0.161,0.115-0.150,0.209-0.178,0.172-0.252,0.153-0.233,0.127-0.201,0.101-0.164,0.076-0.127,-0.175-0.029,-0.104-0.110,-0.133-0.106,-0.143-0.097,-0.139-0.083,-0.127-0.069,-0.110-0.055,-0.126-0.074,-0.130 0.119,-0.113 0.156,-0.093 0.165,-0.072 0.157,-0.054 0.139,0.024 0.141,0.021 0.090,0.035 0.073,0.042 0.056,0.043 0.041,0.041 0.029,0.036 0.019,0.031 0.011,0.025 0.005,0.019 0.001,-0.199-0.188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1112.000 480.000,'0.015'0.162,"0.023"0.254,0.027 0.294,0.027 0.298,0.025 0.278,0.003 0.237,-0.027 0.021,-0.039-0.060,-0.042-0.106,-0.041-0.125,-0.037-0.126,-0.008-0.243,-0.004-0.154,0.003-0.151,0.007-0.138,0.009-0.121,0.010-0.101,0.010-0.081,0.059-0.141,0.086-0.171,0.099-0.179,0.099-0.171,0.093-0.154,0.083-0.133,0.070-0.109,0.112-0.108,0.101-0.050,0.097-0.026,0.087-0.009,0.074 0.003,-0.026 0.121,-0.017 0.117,-0.037 0.136,-0.047 0.139,-0.051 0.131,-0.020 0.099,-0.106 0.116,-0.108 0.092,-0.100 0.070,-0.087 0.051,-0.072 0.035,-0.057 0.022,-0.043 0.012,-0.031 0.005,-0.021 0.000,0.370 1.102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1139.000 475.000,'-0.021'0.042,"-0.031"0.063,-0.035 0.070,-0.034 0.068,-0.030 0.061,-0.025 0.051,-0.020 0.040,-0.015 0.030,-0.011 0.022,-0.007 0.014,-0.004 0.009,-0.002 0.005,-0.001 0.002,0.011 0.008,-0.021 0.087,-0.024 0.102,-0.025 0.104,-0.024 0.098,-0.022 0.100,0.037-0.064,0.049-0.105,0.053-0.121,0.050-0.119,0.044-0.107,0.066-0.076,0.073-0.050,0.071-0.030,0.064-0.016,0.054-0.005,0.042 0.001,0.064-0.083,0.118-0.088,0.129-0.101,0.126-0.103,0.115-0.096,0.100-0.084,0.060-0.065,-0.063-0.015,-0.103 0.008,-0.118 0.021,-0.118 0.028,-0.108 0.030,-0.094 0.028,-0.081 0.022,-0.083 0.029,-0.069 0.025,-0.054 0.021,-0.040 0.016,-0.028 0.012,-0.018 0.008,-0.011 0.005,-0.005 0.003,-0.002 0.001,0.001 0.000,0.002-0.000,0.003-0.001,0.003-0.001,0.003-0.001,0.002-0.001,0.002-0.001,0.002-0.001,0.001-0.000,0.001-0.000,0.000-0.000,0.000-0.000,0.000-0.000,0.000-0.000,0.000 0.000,-0.000 0.000,-0.000 0.000,0.000 0.000,-0.000 0.000,-0.000 0.000,0.026 0.014,0.041 0.012,0.046 0.013,0.047 0.013,0.043 0.012,0.037 0.010,-0.012 0.051,-0.050 0.073,-0.067 0.080,-0.072 0.078,-0.069 0.071,-0.062 0.060,-0.052 0.049,-0.042 0.038,-0.032 0.028,-0.024 0.019,-0.016 0.012,-0.010 0.007,-0.006 0.003,-0.003 0.001,-0.000-0.001,0.001-0.002,0.002-0.002,0.002-0.003,0.002-0.002,-0.165 0.346,-0.231 0.487,-0.258 0.544,-0.252 0.529,-0.225 0.474,-0.189 0.398,0.267-0.543,0.075-0.136,0.115-0.218,0.135-0.259,0.140-0.270,0.026-0.065,0.052-0.158,0.017-0.101,-0.006-0.057,-0.021-0.025,-0.029-0.002,0.628-1.181,-1.410 1.201,-0.306-0.102,-0.067-0.168,0.090-0.198,0.184-0.203,0.231-0.191,0.224-0.179,0.204-0.159,0.176-0.134,0.145-0.109,0.114-0.084,0.086-0.062,0.062-0.044,-0.788-0.768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1182.000 490.000,'-0.025'-0.025,"-0.037"-0.037,-0.042-0.042,-0.040-0.040,-0.036-0.036,-0.030-0.030,-0.024-0.024,-0.018-0.018,-0.013-0.013,-0.008-0.008,-0.005-0.005,-0.014 0.135,-0.082 0.155,-0.096 0.182,-0.099 0.187,-0.094 0.178,-0.115 0.215,0.035 0.068,0.074 0.015,0.091-0.019,0.094-0.038,0.087-0.046,0.076-0.047,0.062-0.044,0.049-0.038,0.036-0.031,0.026-0.024,0.017-0.018,0.010-0.013,0.005-0.008,0.001-0.005,0.321-0.159,0.488-0.254,0.545-0.282,0.530-0.274,0.474-0.245,0.398-0.206,-0.010-0.074,-0.255 0.012,-0.381 0.062,-0.423 0.088,-0.411 0.095,-0.367 0.091,-0.355 0.206,-0.297 0.234,-0.251 0.243,-0.202 0.228,-0.154 0.200,-0.112 0.166,0.013 0.079,0.122-0.021,0.166-0.068,0.178-0.090,0.169-0.095,0.149-0.090,0.124-0.079,0.097-0.065,0.072-0.051,0.051-0.038,0.103-0.158,0.125-0.216,0.127-0.232,0.117-0.222,0.100-0.195,0.082-0.162,0.063-0.127,0.046-0.095,-0.645 0.579,-0.063 0.008,0.183-0.399,-0.257 0.102,-0.254 0.125,-0.233 0.130,-0.203 0.124,-0.168 0.111,-0.115 0.097,-0.031 0.112,0.014 0.097,0.040 0.079,0.054 0.062,0.057 0.046,0.055 0.032,0.049 0.021,0.042 0.013,0.033 0.006,0.026 0.002,0.019-0.001,0.013-0.003,0.008-0.004,0.005-0.004,0.002-0.004,0.000-0.003,-0.001-0.003,-0.002-0.002,-0.124 0.132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1204.000 487.000,'0.000'0.203,"0.000"0.331,0.000 0.401,0.090-0.142,0.154-0.108,0.399 0.085,0.145-0.253,0.054-0.223,-0.007-0.187,-0.044-0.149,-0.064-0.113,-0.070-0.081,-0.069-0.055,-0.062-0.034,-0.053-0.019,-0.043-0.007,-0.033 0.000,-0.024 0.005,-0.017 0.007,-0.011 0.008,-0.006 0.008,-0.003 0.007,-0.077 0.225,-0.072 0.307,-0.083 0.357,-0.084 0.366,-0.079 0.346,-0.071 0.309,-0.059 0.339,-0.001-0.100,0.024-0.224,0.036-0.279,0.041-0.287,0.040-0.266,0.036-0.230,0.030-0.188,0.024-0.145,0.018-0.107,0.013-0.074,0.009-0.048,0.260-0.359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1234.000 483.000,'0.042'-0.028,"0.064"-0.043,0.073-0.048,0.072-0.048,0.065-0.043,0.056-0.037,-0.017 0.055,-0.082 0.120,-0.106 0.144,-0.111 0.145,-0.104 0.133,-0.091 0.114,-0.075 0.092,-0.058 0.071,-0.043 0.052,-0.030 0.036,-0.020 0.023,-0.012 0.013,-0.006 0.006,-0.002 0.001,0.001-0.002,0.003-0.004,0.003-0.004,0.003-0.004,0.003-0.004,0.003-0.003,0.002-0.003,0.002-0.002,0.068-0.092,0.052-0.034,0.059-0.037,0.059-0.036,0.054-0.033,0.048-0.028,0.040-0.023,0.032-0.018,0.025-0.014,0.018-0.010,0.052-0.046,0.054-0.120,0.055-0.133,0.050-0.129,0.043-0.115,0.035-0.097,0.027-0.077,0.020-0.059,0.014-0.042,-0.053 0.026,-0.046 0.022,-0.055 0.033,-0.057 0.038,-0.053 0.038,-0.047 0.035,-0.040 0.031,-0.032 0.025,-0.024 0.020,-0.077-0.011,-0.105-0.041,-0.118-0.053,-0.117-0.057,-0.109-0.055,-0.096-0.051,-0.081-0.044,0.162 0.082,0.102 0.019,0.200-0.069,0.379 0.033,0.391 0.031,0.367 0.028,0.324 0.024,0.272 0.020,0.218 0.015,0.167 0.011,-1.531 0.205,1.862-0.385,-0.096-0.051,-0.247 0.006,-0.317 0.039,-0.331 0.056,-0.311 0.062,-0.271 0.059,-0.223 0.053,-0.175 0.044,-0.130 0.035,-0.091 0.027,-0.060 0.019,-0.035 0.013,-0.035 0.044,-0.036 0.055,-0.034 0.060,-0.029 0.058,-0.024 0.052,-0.019 0.044,-0.014 0.035,-0.010 0.027,-0.007 0.020,-0.004 0.014,-0.002 0.009,-0.001 0.005,0.036 0.036,0.048 0.064,0.055 0.073,0.055 0.072,0.051 0.066,0.044 0.058,0.037 0.047,-0.014-0.031,-0.037-0.010,-0.051-0.022,-0.057-0.028,-0.057-0.030,-0.053-0.029,-0.047-0.027,-0.039-0.023,-0.110 0.047,-0.076-0.024,-0.071-0.022,-0.061-0.019,0.017-0.060,0.063-0.079,0.085-0.084,0.090-0.079,0.086-0.069,0.075-0.057,0.062-0.045,0.049-0.033,0.036-0.023,0.026-0.015,0.094-0.073,0.131-0.106,0.144-0.118,0.141-0.116,0.128-0.106,0.110-0.091,0.036-0.031,0.068-0.059,0.055-0.049,0.043-0.039,0.033-0.030,0.023-0.022,0.016-0.016,-0.111 0.106,-0.063 0.074,-0.078 0.090,-0.083 0.096,-0.036 0.083,-0.038 0.094,-0.021 0.082,-0.008 0.070,0.000 0.057,0.007 0.045,0.140 0.047,0.004 0.047,-0.033 0.038,-0.054 0.030,-0.062 0.022,-0.062 0.015,-0.057 0.010,-0.072 0.011,-0.077 0.010,-0.073 0.009,-0.064 0.007,-0.054 0.006,-0.043 0.004,-0.032 0.003,-0.023 0.002,-0.016 0.001,-0.010 0.001,-0.041 0.008,-0.057 0.017,-0.063 0.019,-0.061 0.019,-0.055 0.017,-0.047 0.015,-0.038 0.012,-0.030 0.010,-0.022 0.007,0.015 0.013,0.059-0.001,0.072-0.003,0.075-0.004,0.070-0.005,0.061-0.004,0.050-0.004,0.039-0.003,0.029-0.003,0.021-0.002,0.014-0.001,0.008-0.001,0.004-0.001,0.036-0.078,0.054-0.114,0.060-0.129,0.059-0.127,0.053-0.115,0.045-0.098,0.036-0.080,0.028-0.062,0.020-0.045,0.014-0.031,0.009-0.020,0.005-0.012,-0.079 0.060,-0.100 0.068,-0.115 0.080,-0.115 0.082,-0.107 0.076,-0.093 0.066,-1.010 0.062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1284.000 483.000,'-0.027'0.088,"-0.042"0.135,-0.047 0.154,-0.047 0.153,-0.043 0.140,-0.037 0.121,-0.030 0.099,-0.024 0.077,-0.018 0.057,-0.012 0.040,-0.008 0.027,-0.005 0.016,-0.001 0.016,0.018-0.038,0.021-0.047,0.022-0.049,0.020-0.046,0.020-0.108,-0.339 1.161,-0.062 0.230,0.018-0.027,0.068-0.190,0.095-0.280,0.105-0.317,0.104-0.317,0.179 0.403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1285.000 513.000,'2.000'0.000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1043.000 515.000,'0.000'0.033,"0.000"0.051,0.000 0.056,0.000 0.055,0.000 0.049,0.000 0.041,0.000 0.033,0.000 0.025,-0.015-0.007,-0.023 0.027,-0.027 0.028,-0.027 0.026,-0.025 0.022,-0.022 0.019,-0.019 0.015,-0.015 0.012,-0.012 0.009,-0.009 0.006,-0.024 0.032,-0.032 0.047,-0.035 0.053,-0.034 0.053,-0.031 0.049,-0.027 0.043,-0.022 0.036,-0.018 0.028,-0.013 0.022,0.238-0.466,-0.015 0.051,-0.375 1.058,0.072 0.109,0.129-0.026,0.153-0.107,0.155-0.148,0.144-0.161,0.108-0.340,0.119-0.225,0.114-0.231,0.102-0.220,0.089-0.199,0.074-0.172,0.092-0.171,-0.024-0.094,-0.053-0.051,-0.068-0.020,-0.072 0.001,-0.069 0.014,-0.061 0.021,-0.052 0.024,-0.044 0.011,-0.072 0.056,-0.066 0.057,-0.057 0.052,-0.046 0.045,-0.035 0.036,-0.117-0.326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1042.000 530.000,'1.000'2.000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1058.000 528.000,'0.033'0.009,"0.050"0.014,0.056 0.016,0.056 0.016,0.051 0.014,0.043 0.012,0.035 0.010,0.027 0.008,0.020 0.006,0.014 0.004,0.009 0.003,0.005 0.001,0.002 0.001,0.000 0.000,-0.001-0.000,-0.001-0.000,-0.002-0.000,-0.002-0.001,-0.991-1.712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1068.000 530.000,'-0.022'0.052,"-0.035"0.081,-0.040 0.094,-0.041 0.095,-0.038 0.089,-0.034 0.078,-0.028 0.066,-0.023 0.053,-0.017 0.041,-0.013 0.030,0.031 0.031,0.104-0.085,0.121-0.107,0.121-0.110,0.110-0.103,0.093-0.089,0.043-0.124,0.053-0.121,0.042-0.120,0.032-0.110,0.023-0.096,0.016-0.079,0.010-0.062,0.005-0.047,0.002-0.034,0.000-0.023,-0.048 0.006,-0.059 0.003,-0.068 0.009,-0.069 0.012,-0.064 0.013,-0.057 0.013,-0.077 0.031,-0.090 0.074,-0.087 0.082,-0.078 0.080,-0.067 0.072,-1.187 0.004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1062.000 530.000,'-0.050'0.006,"-0.077"0.009,-0.087 0.010,-0.086 0.010,-0.078 0.009,-0.067 0.007,-0.054 0.006,-0.042 0.005,-0.031 0.003,-0.021 0.002,-0.014 0.002,-0.008 0.001,-0.004 0.000,-0.001 0.000,0.001-0.000,0.037 0.059,0.021 0.095,0.024 0.109,0.023 0.110,0.021 0.101,0.018 0.088,0.015 0.073,0.095-0.011,0.135-0.059,0.151-0.086,0.150-0.097,0.137-0.096,0.119-0.088,0.098-0.076,0.077-0.063,-0.396-0.108,0.737-0.133,0.197-0.224,0.121-0.212,0.064-0.188,0.023-0.158,-0.005-0.127,-0.022-0.098,-0.031-0.072,-0.106 0.023,-0.156 0.092,-0.171 0.124,-0.167 0.135,-0.151 0.131,-0.129 0.118,-0.106 0.101,-0.083 0.082,-0.062 0.064,-0.043 0.047,-0.029 0.033,-0.017 0.022,-0.009 0.013,-1.170-0.465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1090.000 511.000,'-0.069'0.104,"-0.106"0.160,-0.120 0.180,-0.118 0.177,-0.107 0.161,-0.091 0.137,-0.074 0.111,-0.057 0.086,-0.042 0.063,-0.029 0.043,-0.019 0.028,-0.010 0.016,-0.005 0.007,-0.001 0.001,0.002-0.002,0.003-0.005,0.004-0.005,-0.001 0.008,0.032-0.040,0.036-0.045,0.035-0.043,0.031-0.039,0.026-0.033,0.021-0.026,0.016-0.020,0.156-0.103,0.227-0.144,0.898 0.921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1129.000 530.000,'-0.026'0.049,"-0.039"0.074,-0.044 0.083,-0.043 0.081,-0.039 0.073,-0.033 0.061,-0.026 0.049,-0.020 0.037,-0.014 0.027,-0.010 0.018,-0.006 0.011,-0.003 0.006,-0.001 0.003,-0.000 0.000,0.001-0.001,0.001-0.002,0.001-0.003,0.001-0.002,0.001-0.002,0.001-0.002,0.001-0.002,0.001-0.001,0.000-0.001,0.000-0.001,0.000-0.000,0.000-0.000,0.000-0.000,0.127-0.148,0.198-0.233,0.221-0.260,0.215-0.253,0.192-0.227,0.162-0.190,0.020 0.003,0.188-0.121,0.199-0.114,0.194-0.102,0.178-0.087,0.332-0.195,-0.115 0.120,-0.206 0.174,-0.243 0.192,-0.245 0.187,-0.225 0.167,-0.193 0.141,-0.157 0.113,-0.121 0.086,-0.089 0.062,-0.062 0.042,-0.040 0.026,-0.122 0.121,-0.140 0.169,-0.153 0.189,-0.150 0.189,-0.137 0.174,-0.119 0.153,-0.098 0.127,-0.078 0.102,-0.059 0.078,0.079-0.000,0.297-0.260,0.353-0.318,0.355-0.325,0.325-0.300,0.278-0.259,0.080-0.134,0.116-0.115,0.080-0.081,0.052-0.053,0.029-0.031,0.013-0.015,0.001-0.004,-0.025 0.035,-0.210 0.147,-0.240 0.168,-0.237 0.166,-0.215 0.151,-0.183 0.128,-0.147 0.103,-0.097 0.092,-0.060 0.083,-0.032 0.068,-0.013 0.054,0.000 0.040,0.008 0.029,0.013 0.019,0.014 0.012,0.107-0.139,0.121-0.075,0.141-0.089,0.145-0.093,0.139-0.090,0.103-0.096,0.029-0.098,-0.008-0.089,-0.032-0.076,-0.045-0.063,1.155-1.442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1172.000 532.000,'-0.021'0.045,"-0.031"0.068,-0.035 0.076,-0.033 0.074,-0.030 0.066,-0.025 0.055,-0.020 0.044,-0.015 0.033,-0.010 0.023,-0.007 0.015,-0.004 0.009,-0.002 0.005,-0.001 0.002,0.000-0.000,0.001-0.002,0.001-0.002,0.001-0.002,0.001-0.002,0.001-0.002,0.001-0.002,0.001-0.001,0.000-0.001,0.152-0.113,0.209-0.120,0.239-0.135,0.239-0.135,0.220-0.124,0.191-0.107,-0.160-0.071,4.611-3.118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1187.000 533.000,'-0.017'0.034,"-0.027"0.053,-0.031 0.061,-0.031 0.061,-0.028 0.057,-0.025 0.050,-0.021 0.041,-0.016 0.033,-0.012 0.025,0.116-0.243,0.044-0.078,-0.234 0.506,-0.042 0.092,-0.029 0.038,-0.020 0.026,0.012-0.035,0.023-0.053,0.029-0.061,0.030-0.062,0.029-0.058,0.026-0.052,-0.081 0.224,-0.116 0.328,-0.140 0.388,-0.143 0.393,-0.059 0.096,-0.023-0.042,0.008-0.144,0.027-0.196,0.036-0.213,0.040-0.208,0.030-0.174,0.087-0.225,0.087-0.195,0.080-0.159,0.068-0.124,0.055-0.091,0.079-0.086,0.087-0.075,0.084-0.061,0.074-0.048,0.062-0.035,0.049-0.025,0.037-0.016,0.026-0.009,0.017-0.005,0.011-0.001,0.005 0.001,0.002 0.002,0.667-0.635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1183.000 538.000,'0.049'-0.021,"0.075"-0.032,0.085-0.036,0.084-0.036,0.076-0.033,0.065-0.028,0.052-0.023,0.041-0.017,0.030-0.013,0.021-0.009,0.013-0.006,0.008-0.003,-0.042 0.136,0.028 0.176,0.033 0.206,0.034 0.212,0.032 0.202,-0.022 0.271,-0.222 0.079,-0.262 0.016,-0.263-0.024,-0.240-0.046,-0.205-0.055,-0.096-0.126,-0.075-0.096,-0.040-0.096,-0.015-0.088,0.001-0.076,0.011-0.062,0.017-0.049,0.019-0.036,-1.740 0.486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1235.000 538.000,'0.000'0.016,"0.000"0.025,0.000 0.028,0.000 0.027,0.000 0.025,0.000 0.021,0.000 0.017,0.000 0.013,0.000 0.009,0.000 0.006,0.000 0.004,0.000 0.002,0.000 0.001,0.000 0.000,0.000-0.000,0.000-0.001,0.000 0.019,0.000 0.056,0.000 0.065,-0.103 0.213,-0.160 0.276,-0.183 0.299,-0.184 0.291,-0.171 0.263,-0.149 0.226,-0.124 0.184,-0.098 0.144,-0.075 0.108,-0.055 0.055,0.100-0.239,0.137-0.304,0.147-0.317,0.140-0.298,0.124-0.259,0.103-0.214,0.082-0.167,0.061-0.124,0.139-0.241,0.160-0.277,0.167-0.285,0.157-0.267,0.138-0.233,0.115-0.193,0.091-0.153,0.044-0.022,0.001 0.080,-0.022 0.129,-0.035 0.149,-0.039 0.149,-0.039 0.136,0.929-0.449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1234.000 540.000,'0.116'0.009,"0.179"0.014,0.204 0.016,0.203 0.016,0.186 0.014,0.161 0.012,0.132 0.010,0.104 0.008,0.077 0.006,-0.084 0.089,-0.298 0.122,-0.299 0.043,-0.219 0.026,-0.183 0.003,-0.145-0.011,-0.110-0.020,-0.080-0.023,-0.054-0.023,-0.034-0.022,-0.018-0.019,-0.089-0.100,-0.277 0.034,-1.080 0.227,-0.235-0.011,0.038-0.053,0.200-0.074,0.281-0.080,0.306-0.077,0.294-0.069,0.262-0.057,0.219-0.045,1.917-1.404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1251.000 537.000,'-0.013'0.057,"-0.020"0.088,-0.022 0.100,-0.022 0.099,-0.020 0.090,-0.017 0.077,-0.014 0.063,-0.011 0.049,-0.008 0.036,-0.005 0.025,-0.004 0.016,-0.002 0.009,-0.001 0.004,0.137-0.209,0.182-0.157,0.218-0.187,0.229-0.195,0.339-0.210,0.056-0.105,-0.035-0.037,-0.087 0.007,-0.111 0.033,-0.115 0.046,-0.107 0.049,-0.093 0.047,-0.076 0.041,-0.059 0.034,-0.043 0.027,-0.030 0.020,-0.019 0.014,-0.011 0.009,-0.005 0.005,-0.001 0.003,0.001 0.001,-0.011 0.103,-0.013 0.154,-0.015 0.173,-0.014 0.169,-0.013 0.152,-0.011 0.128,-0.009 0.102,-0.007 0.078,-0.005 0.056,0.013-0.078,0.027-0.117,0.031-0.145,0.032-0.150,0.029-0.141,0.025-0.123,0.041-0.185,0.050-0.206,0.050-0.204,0.047-0.185,0.040-0.158,0.033-0.129,0.026-0.100,0.019-0.074,0.014-0.051,0.009-0.033,-0.134 0.032,-0.193 0.039,-0.223 0.052,-0.223 0.055,-0.206 0.054,-0.115 0.128,-0.049 0.164,-0.003 0.174,0.025 0.166,0.041 0.148,-0.964 1.148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1269.000 541.000,'-0.011'0.100,"-0.017"0.152,-0.019 0.169,-0.018 0.165,-0.016 0.148,-0.014 0.124,-0.011 0.099,-0.008 0.075,0.015-0.125,0.010-0.079,0.013-0.104,0.014-0.113,0.014-0.110,0.012-0.100,0.010-0.086,0.009-0.071,0.007-0.056,0.005-0.042,-0.007-0.112,-0.243 0.193,-0.049-0.004,0.049-0.048,0.109-0.073,0.141-0.084,0.151-0.086,0.148-0.081,0.121-0.070,0.073-0.047,0.042-0.031,0.020-0.019,0.004-0.010,-0.007-0.003,-0.013 0.001,0.034-0.016,0.062-0.026,0.075-0.030,0.078-0.031,0.074-0.029,0.066-0.025,0.056-0.021,0.046-0.017,0.036-0.013,-0.010 0.076,-0.194 0.203,-0.231 0.233,-0.234 0.231,-0.215 0.210,-0.185 0.179,-0.151 0.144,-0.116 0.110,-0.085 0.080,0.003-0.074,0.016-0.068,0.037-0.095,0.047-0.104,0.050-0.101,0.047-0.092,0.042-0.079,0.036-0.065,0.092-0.086,0.122-0.106,0.127-0.102,0.120-0.091,0.105-0.076,0.087-0.061,0.069-0.046,0.052-0.033,-0.022 0.017,-0.037 0.033,-0.054 0.045,-0.060 0.049,0.911-0.178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1294.000 548.000,'-0.020'0.056,"-0.030"0.085,-0.034 0.095,-0.033 0.093,-0.030 0.083,-0.025 0.070,-0.020 0.056,-0.015 0.043,-0.011 0.031,-0.007 0.021,-0.005 0.013,-0.002 0.007,-0.001 0.003,0.000 0.000,0.001-0.002,0.001-0.003,0.001-0.003,0.001-0.003,0.001-0.003,0.001-0.002,0.001-0.002,0.000-0.001,-0.044 0.056,-0.080 0.119,-0.091 0.136,-0.090 0.135,-0.083 0.124,-0.071 0.107,-0.058 0.087,-0.393-0.662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1290.000 552.000,'0.049'0.025,"0.075"0.037,0.083 0.042,0.080 0.040,0.072 0.036,0.060 0.030,0.047 0.024,0.036 0.018,0.025 0.013,0.017 0.008,0.010 0.005,-0.153 0.011,-0.186 0.043,-0.213 0.048,-0.213 0.048,-0.196 0.044,-0.105-0.013,-0.016-0.068,0.035-0.088,0.063-0.094,0.075-0.089,0.076-0.079,-0.166-0.475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1316.000 541.000,'-0.147'0.344,"-0.231"0.538,-0.267 0.623,-0.107 0.393,0.075 0.043,0.163-0.131,0.204-0.228,0.160-0.246,0.126-0.320,0.086-0.299,0.055-0.260,0.031-0.214,0.014-0.167,0.002-0.124,-0.005-0.087,-0.009-0.057,-0.011-0.034,-0.011-0.016,-0.100 0.196,0.236-0.254,0.058-0.029,0.013-0.003,-0.016 0.013,-0.034 0.023,-0.043 0.027,-0.045 0.028,-0.044 0.027,0.067-1.391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1311.000 548.000,'0.069'-0.008,"0.107"-0.012,0.123-0.014,0.124-0.014,0.115-0.013,0.100-0.011,0.084-0.009,0.066-0.007,0.051-0.006,0.036-0.004,0.034 0.001,-0.038 0.011,-0.055 0.014,-0.060 0.015,-0.059 0.014,-0.053 0.012,1.280 0.010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1316.000 538.000,'-0.021'0.030,"-0.033"0.046,-0.037 0.052,-0.036 0.051,-0.033 0.046,-0.028 0.039,-0.022 0.031,-0.017 0.024,-0.012 0.017,-0.008 0.012,-0.005 0.008,-0.003 0.004,-0.001 0.002,-0.000 0.000,0.001-0.001,0.001-0.001,0.001-0.002,0.001-0.002,0.001-0.001,0.001-0.001,0.191-0.271,-0.013 0.018,-0.609 0.856,-0.140 0.216,-0.025 0.055,0.050-0.051,0.093-0.113,0.113-0.144,0.117-0.152,0.111-0.146,0.209-0.035,0.210 0.142,0.263 0.227,0.175-0.036,0.113-0.102,0.066-0.133,0.031-0.140,0.007-0.133,-0.008-0.117,-0.047-0.138,0.051-0.110,0.063-0.105,0.067-0.094,0.065-0.080,0.059-0.066,0.051-0.052,-0.017-0.029,-0.061-0.013,-0.085-0.001,-0.094 0.007,-0.094 0.011,-0.087 0.014,-0.077 0.014,0.791-0.919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1308.000 546.000,'0.111'0.011,"0.173"0.017,0.198 0.020,0.198 0.020,0.183 0.018,0.159 0.016,0.132 0.013,0.026-0.001,-0.042-0.009,-0.082-0.014,-0.100-0.016,-0.104-0.016,-0.099-0.015,-0.088-0.013,-0.181-0.013,-0.015-0.005,-0.002-0.004,0.157-0.010,-0.010-0.015,-0.016-0.015,-0.018-0.013,-0.018-0.012,-0.016-0.009,-0.014-0.007,-0.011-0.005,-0.009-0.004,-0.006-0.002,-0.005-0.001,-0.003-0.001,-0.062 0.013,-0.025 0.009,-0.028 0.010,-0.027 0.010,-0.025 0.010,-0.022 0.009,-0.019 0.007,-0.015 0.006,0.694 0.021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1041.000 562.000,'-0.009'0.054,"-0.014"0.083,-0.016 0.094,-0.016 0.094,-0.014 0.086,-0.012 0.074,-0.010 0.061,-0.008 0.048,-0.006 0.036,-0.034 0.018,-0.050 0.017,-0.056 0.011,-0.055 0.006,-0.050 0.003,-0.043 0.000,-0.056 0.044,-0.041 0.039,-0.034 0.043,-0.027 0.042,-0.021 0.038,-0.015 0.033,-0.010 0.026,-0.007 0.021,-0.004 0.015,-0.002 0.010,0.142-0.117,0.142-0.053,0.164-0.062,0.168-0.064,0.158-0.060,0.141-0.054,0.120-0.046,0.050-0.083,0.035-0.071,0.012-0.072,0.095-0.045,0.024-0.076,0.021-0.063,0.017-0.050,0.014-0.037,0.010-0.027,0.007-0.018,-0.093-0.009,-0.056-0.005,-0.066-0.002,-0.067-0.000,-0.063 0.001,-0.057 0.002,-0.048 0.002,0.335-0.018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1062.000 566.000,'-0.022'0.049,"-0.033"0.075,-0.037 0.084,-0.036 0.082,-0.033 0.074,-0.028 0.062,-0.022 0.050,-0.017 0.038,-0.012 0.027,-0.008 0.019,-0.005 0.012,-0.003 0.006,-0.001 0.003,0.000 0.000,0.001-0.001,0.001-0.002,0.022-0.044,0.017-0.029,0.019-0.032,0.019-0.031,0.017-0.028,0.015-0.024,0.012-0.019,0.009-0.015,0.007-0.011,-0.011 0.063,-0.019 0.097,-0.023 0.113,-0.024 0.113,-0.022 0.104,-0.020 0.090,-0.016 0.074,0.093-0.070,0.155-0.168,0.180-0.209,0.180-0.217,0.165-0.203,0.142-0.178,-0.534 0.035,0.647-0.148,0.078-0.063,0.036-0.036,0.007-0.016,-0.013-0.002,-0.024 0.007,-0.089 0.031,-0.085 0.032,-0.093 0.035,-0.092 0.035,-0.084 0.032,-0.074 0.029,-0.062 0.024,0.269 0.060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1085.000 575.000,'-0.006'0.002,"-0.009"0.003,-0.010 0.003,-0.010 0.003,-0.009 0.003,-0.007 0.002,-0.006 0.002,-0.004 0.001,-0.003 0.001,-0.002 0.001,-0.001 0.000,-0.001 0.000,-0.000 0.000,0.000 0.000,0.000-0.000,0.000-0.000,0.000-0.000,0.000-0.000,0.000-0.000,0.000-0.000,0.000 0.000,0.000-0.000,0.000-0.000,0.000 0.000,0.000 0.000,0.000 0.000,0.000 0.000,0.000 0.000,0.000 0.000,0.000 0.000,0.000 0.000,0.000 0.000,0.000 0.000,0.000 0.000,0.000 0.000,0.000 0.000,0.000 0.000,0.000 0.000,0.000 0.000,0.000 0.000,0.000 0.000,0.000 0.000,0.000 0.000,0.000 0.000,0.000 0.000,-0.005 0.010,-0.013 0.018,-0.015 0.021,-0.015 0.021,-0.013 0.019,-0.012 0.016,-0.010 0.013,-0.007 0.010,-0.006 0.008,-0.004 0.005,-0.003 0.004,-0.002 0.002,-0.068 0.113,-0.090 0.157,-0.099 0.174,-0.096 0.169,-0.086 0.151,-0.072 0.127,0.091-0.126,0.077-0.103,0.101-0.142,0.110-0.156,0.107-0.154,0.114-0.170,0.114-0.180,0.101-0.163,0.084-0.139,0.067-0.113,0.025-0.032,0.019-0.008,0.006 0.017,-0.002 0.032,-0.008 0.039,-0.010 0.040,-0.011 0.039,-0.011 0.034,0.005-0.009,-0.030-0.005,-0.031-0.015,-0.028-0.020,-0.025-0.021,-0.020-0.020,-0.016-0.018,-0.012-0.014,-0.021 0.022,-0.021 0.034,-0.021 0.041,-0.019 0.042,-0.016 0.039,-0.013 0.034,-0.010 0.028,-0.007 0.022,-0.005 0.016,-0.003 0.011,-0.002 0.007,-0.001 0.004,-0.000 0.002,0.000 0.001,0.000-0.000,0.001-0.001,0.001-0.001,0.001-0.001,0.000-0.001,0.001-1.131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1082.000 572.000,'-0.014'0.025,"-0.021"0.038,-0.024 0.042,-0.023 0.041,-0.021 0.037,-0.017 0.031,-0.014 0.025,-0.010 0.019,-0.007 0.013,-0.005 0.009,-0.003 0.005,-0.002 0.003,-0.001 0.001,0.000-0.000,0.000-0.001,0.001-0.001,0.001-0.001,0.001-0.001,0.001-0.001,0.000-0.001,0.000-0.001,0.000-0.001,0.000-0.000,0.000-0.000,0.000-0.000,0.000-0.000,0.000 0.000,0.000 0.000,0.000 0.000,0.000 0.000,0.000 0.000,0.000 0.000,-0.011 0.058,-0.031 0.114,-0.035 0.131,-0.035 0.131,-0.033 0.121,-1.069 3.205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1083.000 573.000,'0.011'0.014,"0.017"0.021,0.019 0.024,0.019 0.023,0.017 0.021,0.014 0.018,0.012 0.014,0.009 0.011,0.006 0.008,0.004 0.005,0.003 0.004,0.002 0.002,0.001 0.001,0.000 0.000,-0.000-0.000,-0.000-0.001,-0.001-0.001,-0.001-0.001,-0.000-0.001,-0.000-0.001,-0.000-0.000,-0.000-0.000,-0.000-0.000,-0.000-0.000,0.000-0.000,-0.000-0.000,0.000-0.000,0.000 0.000,0.000 0.000,0.000 0.000,0.000 0.000,0.023 0.029,0.052 0.065,0.060 0.075,0.061 0.076,0.057 0.072,0.051 0.063,0.042 0.053,-0.381-0.470,0.402 0.681,-0.040 0.027,-0.056-0.046,-0.061-0.087,-0.059-0.105,-0.053-0.108,-0.045-0.100,-0.036-0.087,-0.027-0.072,-0.020-0.056,-0.014-0.042,-0.009-0.030,0.014-0.074,0.035-0.089,0.042-0.097,0.044-0.094,0.042-0.086,0.038-0.074,0.032-0.061,0.026-0.048,0.020-0.036,0.015-0.026,-0.002-0.045,-0.028-0.032,-0.036-0.029,-0.039-0.025,-0.038-0.020,-0.034-0.016,-0.029-0.012,-0.024-0.008,-0.018-0.006,0.011 0.037,0.026 0.083,0.034 0.096,0.036 0.097,0.035 0.090,0.031 0.078,0.027 0.065,0.022 0.051,0.017 0.039,0.012 0.028,0.011 0.082,-0.028 0.116,-0.035 0.122,-0.036 0.115,-0.034 0.100,-0.030 0.083,-0.064-0.073,-0.030-0.025,-0.029-0.043,-0.020 0.023,-0.028 0.001,-0.023 0.014,-0.018 0.021,-0.013 0.024,-0.009 0.024,-0.006 0.022,-0.004 0.019,-0.002 0.015,0.005-0.282,0.046 0.531,0.081 0.132,0.096 0.069,0.100 0.023,0.097-0.010,0.107 0.037,-0.011-0.152,-0.048-0.174,-0.067-0.174,-0.074-0.160,-0.072-0.138,-0.065-0.114,-0.056-0.089,-0.045-0.067,-0.122-0.625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1146.000 571.000,'-0.019'0.058,"-0.029"0.088,-0.033 0.100,-0.033 0.098,-0.030 0.089,-0.025 0.076,-0.020 0.061,-0.016 0.047,-0.011 0.034,-0.008 0.024,-0.005 0.015,-0.003 0.009,-0.001 0.004,-0.000 0.001,0.000-0.001,0.001-0.003,0.001-0.003,0.001-0.003,0.001-0.003,0.001-0.002,0.001-0.002,0.000-0.002,0.238-0.156,0.369-0.263,0.412-0.294,0.401-0.286,0.004-0.091,-0.016-0.047,-0.097 0.003,-0.142 0.035,-0.160 0.053,-0.160 0.061,-0.148 0.120,-0.130 0.149,-0.108 0.157,-0.087 0.150,-0.066 0.135,-0.167 0.180,-0.217 0.143,-0.227 0.122,-0.215 0.099,-0.189 0.077,-0.158 0.057,-0.126 0.040,0.167-0.202,0.024-0.064,0.047-0.079,0.061-0.086,0.534 0.423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1146.000 591.000,'0.093'0.028,"0.143"0.043,0.161 0.048,0.159 0.048,0.145 0.043,0.123 0.037,0.100 0.030,0.077 0.023,0.057 0.017,0.018-0.088,-0.022-0.150,-0.039-0.173,-0.047-0.172,-0.047-0.158,-0.043-0.135,-0.037-0.110,-0.031-0.085,-0.156 0.063,-0.090 0.008,-0.097 0.025,-0.095 0.034,-0.087 0.037,-0.116 0.111,-0.073 0.000,-0.072-0.009,-0.110-0.037,-0.113 0.084,-0.105 0.105,-0.093 0.112,-0.079 0.110,-0.065 0.102,0.422 0.012,-0.611 0.188,-0.025 0.100,0.023 0.050,0.051 0.014,0.064-0.009,0.067-0.022,0.063-0.029,-0.802 0.563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1167.000 585.000,'0.000'0.033,"0.000"0.051,0.000 0.056,0.000 0.055,0.000 0.049,0.000 0.041,0.000 0.033,0.000 0.025,-0.007-0.014,-0.011-0.012,-0.013-0.018,-0.013-0.021,-0.012-0.021,-0.010-0.019,-0.008-0.017,-0.006-0.014,-0.005-0.011,-0.003-0.008,-0.002-0.006,0.061-0.066,0.097-0.101,0.110-0.112,0.109-0.110,0.099-0.100,0.085-0.085,0.069-0.069,0.053-0.053,0.039-0.039,0.027-0.027,0.018-0.017,0.010-0.010,-0.100 0.006,-0.192 0.046,-0.218 0.054,-0.214 0.055,-1.546-0.706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1188.000 581.000,'-0.031'0.038,"-0.048"0.060,-0.055 0.069,-0.055 0.069,-0.051 0.064,-0.045 0.056,-0.037 0.046,-0.030 0.037,-0.022 0.028,-0.016 0.020,0.228-0.300,-0.296 0.264,-0.002-0.043,0.026-0.050,0.041-0.051,0.048-0.047,0.048-0.041,0.045-0.034,0.039-0.027,0.033-0.021,0.073-0.001,0.093 0.012,0.098 0.019,0.094 0.022,0.084 0.023,0.072 0.021,0.058 0.018,0.045 0.015,0.033 0.012,0.023 0.009,-0.064 0.051,-0.076 0.098,-0.094 0.113,-0.099 0.114,-0.095 0.108,-0.086 0.096,-0.074 0.081,-0.150 0.029,-0.179-0.057,-0.187-0.089,-0.177-0.104,-0.159-0.105,-0.155-0.075,0.039-0.132,0.096-0.117,0.122-0.097,0.159-0.095,0.147-0.082,0.136-0.070,0.118-0.056,0.097-0.043,0.209-0.665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1202.000 578.000,'0.037'0.025,"0.058"0.038,0.067 0.044,0.068 0.045,0.063 0.042,0.056 0.037,-0.008 0.044,-0.032 0.057,-0.051 0.057,-0.060 0.054,-0.061 0.047,-0.058 0.040,-0.052 0.033,-0.044 0.025,-0.052 0.207,-0.039 0.172,-0.028 0.181,-0.020 0.170,-0.013 0.148,-0.007 0.122,0.081-0.182,0.104-0.109,0.121-0.147,0.123-0.161,0.116-0.157,0.102-0.144,0.086-0.124,0.069-0.103,0.103-0.169,0.070-0.220,0.060-0.223,0.049-0.207,0.038-0.181,-0.043-0.087,-0.106-0.010,-0.130 0.035,-0.135 0.060,-0.127 0.071,-0.112 0.072,-0.093 0.067,-0.074 0.058,-0.238-1.274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1198.000 583.000,'0.111'0.022,"0.169"0.034,0.188 0.038,0.183 0.037,0.164 0.033,0.138 0.028,0.110 0.022,0.083 0.017,0.059 0.012,0.040 0.008,0.024 0.005,0.013 0.003,0.005 0.001,-0.000-0.000,-0.004-0.001,-0.005-0.001,-0.176-0.024,-0.083 0.001,-0.091 0.002,-0.090 0.002,1.641 0.703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1366.000 555.000,'-0.025'0.074,"-0.038"0.115,-0.045 0.134,-0.063 0.100,-0.058 0.037,-0.054 0.004,-0.047-0.017,-0.038-0.029,-0.030-0.034,-0.023-0.034,-0.016-0.031,-0.011-0.027,0.013-0.026,0.035-0.029,0.043-0.025,0.044-0.021,0.041-0.017,0.036-0.013,0.030-0.010,-1.530 0.758,-0.843 0.409,-0.341 0.155,0.001-0.017,0.217-0.124,0.336-0.182,0.385-0.204,-2.342 0.952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1345.000 552.000,'0.082'0.176,"0.126"0.271,0.144 0.307,0.142 0.305,0.130 0.278,0.111 0.238,0.091 0.194,-0.647-1.410,1.417 2.265,0.264 0.207,0.019-0.100,-0.133-0.279,-0.214-0.364,-1.231-1.693,1.597 1.785,0.118-0.034,-0.066-0.180,-0.178-0.260,-0.237-0.292,-0.257-0.291,-0.252-0.269,-0.229-0.235,-0.198-0.196,-0.163-0.157,-0.162-0.592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1315.000 590.000,'-0.033'0.014,"-0.050"0.021,-0.056 0.024,-0.056 0.024,-0.051 0.022,-0.043 0.018,-0.035 0.015,-0.027 0.012,-0.020 0.009,-0.014 0.006,-0.009 0.004,-0.005 0.002,-0.002 0.001,-0.000 0.000,0.001-0.000,0.001-0.001,0.002-0.001,0.002-0.001,-0.318 0.109,-0.462 0.156,-0.516 0.174,-0.503 0.170,-0.450 0.152,-0.378 0.128,0.061-0.018,0.267-0.086,0.388-0.126,0.427-0.139,0.414-0.135,0.370-0.121,0.311-0.102,0.247-0.081,0.188-0.062,-0.560 0.043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1290.000 581.000,'0.223'0.445,"0.337"0.675,0.377 0.753,0.367 0.734,0.328 0.656,0.276 0.551,0.011 0.023,-0.149-0.298,-0.233-0.466,-0.263-0.526,-0.257-0.515,-0.231-0.462,0.353 0.705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1308.000 500.000,'0.074'0.089,"0.113"0.135,0.125 0.151,0.122 0.147,0.109 0.131,0.092 0.110,-0.066 0.084,-0.088 0.146,-0.119 0.145,-0.130 0.133,-0.126 0.114,-0.114 0.094,-0.011 0.026,0.063-0.154,0.102-0.202,0.117-0.213,0.116-0.202,0.105-0.177,0.089-0.146,0.072-0.115,0.055-0.086,0.437-0.376,0.696-0.519,0.783-0.573,0.775-0.561,0.708-0.508,-0.021-0.063,-0.183 0.049,-0.375 0.174,-0.470 0.242,-0.496 0.267,-0.312 0.174,-0.498 0.323,-0.412 0.284,-0.323 0.235,-0.241 0.184,-0.170 0.137,0.320 0.144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1248.000 628.000,'0.223'0.000,"0.341"0.000,0.383 0.000,0.376 0.000,0.339 0.000,0.288 0.000,0.232 0.000,0.178 0.000,0.129 0.000,0.089 0.000,0.391 0.084,0.599 0.128,0.656 0.145,0.093 0.041,0.593 0.060,0.579 0.042,0.531 0.028,-0.275-0.029,0.342 0.032,0.313 0.034,0.276 0.033,1.319 0.130,-0.130-0.001,-0.294-0.017,-0.378-0.026,-0.403-0.030,-0.390-0.031,-0.323-0.024,0.242 0.032,0.387 0.045,0.457 0.051,-1.177-0.125,-0.236-0.036,-0.361-0.052,0.407 0.027,-0.667-0.065,-0.663-0.058,-0.617-0.049,-0.595-0.057,-0.542-0.058,-0.470-0.055,-0.392-0.049,1.942-0.021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1118.000 664.000,'-0.034'-0.017,"-0.053"-0.027,-0.061-0.031,-0.061-0.031,-0.057-0.028,-0.050-0.025,-0.041-0.021,-0.033-0.016,-0.025-0.012,0.053 0.050,-0.151-0.033,0.010 0.028,0.034 0.031,0.047 0.030,0.050 0.027,0.048 0.023,0.023 0.070,-0.014 0.093,-0.027 0.101,-0.034 0.099,-0.035 0.090,-0.033 0.077,-0.030 0.063,-0.025 0.049,-0.020 0.037,0.011 0.122,0.083 0.097,0.100 0.097,0.101 0.089,0.094 0.076,0.081 0.061,0.066 0.047,0.127-0.208,0.164-0.233,0.174-0.275,0.167-0.281,0.150-0.263,0.127-0.232,0.103-0.194,0.080-0.155,0.059-0.119,0.014-0.070,-0.011-0.037,-0.028-0.012,-0.036 0.005,-0.039 0.015,-0.037 0.020,-0.034 0.022,-0.029 0.021,-0.023 0.019,-0.018 0.017,-0.086 0.126,-0.178 0.230,-0.198 0.257,-0.194 0.252,-0.175 0.228,-0.150 0.195,-0.121 0.158,-0.093 0.122,-0.068 0.090,-0.048 0.062,0.000-0.009,0.034-0.063,0.050-0.087,0.191-0.146,0.241-0.098,0.267-0.093,0.264-0.083,0.243-0.070,0.212-0.057,0.145-0.059,-0.017-0.073,-0.081-0.067,-0.115-0.058,-0.126-0.047,-0.123-0.037,-0.111-0.028,-0.095-0.020,0.856-0.457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1157.000 661.000,'-0.061'0.100,"-0.095"0.155,-0.110 0.178,-0.110 0.179,-0.102 0.166,-0.089 0.145,-0.074 0.121,-0.059 0.096,-0.045 0.073,-0.033 0.053,0.169-0.089,0.307-0.213,0.360-0.258,0.364-0.265,0.338-0.249,0.125-0.195,0.048-0.149,-0.023-0.114,-0.067-0.083,-0.090-0.057,1.389-1.664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1169.000 662.000,'0.011'0.053,"0.017"0.080,0.019 0.089,0.018 0.086,0.016 0.077,0.014 0.064,0.011 0.051,0.008 0.038,0.006 0.027,0.004 0.018,0.002 0.011,0.001 0.006,0.000 0.002,-0.000-0.000,-0.000-0.002,-0.000-0.002,-0.001-0.003,-0.000-0.003,-0.000-0.002,-0.000-0.002,-0.000-0.001,-0.000-0.001,-0.000-0.001,-0.000-0.000,0.008-0.112,0.026-0.109,0.030-0.123,0.030-0.122,0.028-0.112,0.024-0.097,0.936-1.027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1180.000 658.000,'-0.012'-0.015,"-0.018"-0.024,-0.020-0.027,-0.020-0.026,-0.018-0.024,-0.015-0.020,-0.012-0.016,-0.009-0.013,-0.007-0.009,-0.005-0.006,-0.003-0.004,-0.002-0.002,-0.001-0.001,-0.000-0.000,0.000 0.000,0.001 0.001,0.001 0.001,0.001 0.001,0.000 0.001,0.000 0.001,0.000 0.001,0.000 0.000,-0.080 0.100,-0.134 0.142,-0.154 0.162,-0.155 0.163,-0.143 0.150,-0.125 0.131,-0.104 0.109,-0.082 0.086,0.077-0.000,0.078 0.019,0.109 0.004,0.122-0.007,0.121-0.013,0.113-0.016,0.099-0.017,0.083-0.017,0.200-0.086,0.249-0.070,0.274-0.078,0.273-0.078,0.255-0.073,0.227-0.065,0.577-0.118,0.383-0.214,0.343-0.219,0.290-0.203,0.232-0.176,-0.460 0.033,-0.166 0.005,-0.230 0.037,-0.258 0.057,-0.259 0.066,-0.244 0.067,1.925-0.287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1117.000 693.000,'-0.094'0.058,"-0.143"0.088,-0.160 0.099,-0.157 0.097,-0.142 0.087,-0.120 0.074,-0.096 0.059,-0.074 0.045,-0.053 0.033,-0.036 0.022,-0.023 0.014,-0.013 0.008,0.152-0.082,0.155-0.078,0.178-0.090,0.179-0.091,0.166-0.084,0.144-0.073,0.119-0.060,0.095-0.048,0.072-0.036,0.051-0.026,0.035-0.018,0.021-0.011,0.012-0.006,0.126 0.043,0.204 0.069,0.234 0.082,0.236 0.084,0.219 0.079,0.146 0.085,-0.089 0.032,-0.169 0.012,-0.203-0.001,-0.207-0.009,-0.192-0.013,-0.167-0.015,-0.137-0.015,-0.107-0.013,-0.079-0.011,-0.056-0.009,-0.239 0.037,-0.334 0.075,-0.366 0.088,-0.357 0.089,-6.103 2.459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1128.000 697.000,'0.014'0.095,"0.022"0.151,0.025 0.177,0.026 0.182,0.025 0.173,-0.060 0.030,-0.079 0.194,-0.151 0.480,-0.138 0.126,-0.124 0.051,-0.106-0.001,-0.086-0.035,-0.118 0.169,-0.011 0.023,0.146-0.456,-0.109 0.082,-0.166 0.191,0.017-0.131,0.066-0.194,0.094-0.224,0.108-0.230,-0.854 0.369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1128.000 704.000,'0.136'-0.081,"0.215"-0.129,0.253-0.152,0.260-0.156,0.247-0.148,-0.109 0.138,0.022 0.107,-0.017 0.159,0.119 0.178,-0.152 0.208,-0.176 0.176,-0.180 0.144,-0.170 0.112,-0.152 0.084,-0.129 0.060,-0.135 0.010,-0.130-0.023,-0.117-0.043,-0.101-0.053,-0.083-0.055,-0.066-0.053,-0.050-0.048,0.395-0.338,-0.869 0.545,-0.165 0.042,-0.026-0.027,0.064-0.069,0.115-0.089,0.138-0.095,-1.261 0.338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1144.000 703.000,'0.139'-0.049,"0.218"-0.077,0.252-0.089,0.256-0.090,0.239-0.084,0.211-0.074,0.177-0.063,0.143-0.050,0.110-0.039,0.060-0.052,-0.275 0.051,-0.347 0.071,-0.359 0.077,-0.335 0.073,-0.290 0.065,-0.243 0.112,-0.209 0.083,-0.188 0.083,-0.161 0.078,-0.132 0.069,-0.104 0.058,-0.079 0.047,-0.035 0.070,0.003 0.079,0.025 0.079,0.037 0.074,0.042 0.066,0.043 0.055,0.040 0.045,0.036 0.035,0.099 0.129,0.248 0.047,0.270 0.039,0.260 0.031,0.232 0.023,0.234-0.113,0.245-0.143,0.224-0.168,0.193-0.169,0.213-0.220,0.092-0.247,0.048-0.231,0.017-0.200,-0.164-0.086,-0.117-0.071,-0.134-0.038,-0.135-0.015,-0.124 0.001,-0.197 0.097,-0.143 0.078,-0.137 0.089,-0.124 0.090,-0.107 0.085,-0.088 0.075,-0.070 0.064,-0.053 0.052,-0.040 0.064,-0.029 0.070,-0.017 0.065,-0.008 0.057,-0.002 0.047,0.002 0.037,0.004 0.028,0.005 0.020,0.005 0.013,0.005 0.008,0.073-0.054,0.111-0.051,0.129-0.061,0.132-0.063,0.125-0.060,0.072-0.068,0.031-0.068,0.003-0.064,-0.016-0.057,-0.027-0.048,-0.113 0.039,0.001 0.006,0.008 0.015,0.121-0.053,-0.054 0.002,-0.070-0.003,-0.075-0.006,-0.072-0.008,-0.065-0.008,-0.056-0.007,-0.045-0.007,-0.035-0.005,-0.032-0.007,-0.033 0.008,-0.029 0.010,-0.023 0.011,-0.181 0.094,-0.262 0.158,-0.286 0.174,-0.275 0.168,-0.244 0.149,-0.203 0.125,0.160 0.007,0.029 0.084,0.067 0.078,0.087 0.069,0.124 0.087,0.276-0.034,0.291-0.063,0.277-0.076,0.247-0.078,0.209-0.073,0.170-0.066,0.071-0.107,0.019-0.100,-0.014-0.087,-0.033-0.071,-0.041-0.055,1.021-0.171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1192.000 698.000,'-0.051'0.064,"-0.077"0.096,-0.086 0.108,-0.084 0.105,-0.075 0.094,-0.063 0.079,-0.050 0.063,-0.038 0.047,-0.027 0.034,-0.018 0.023,-0.011 0.014,-0.006 0.007,-0.002 0.003,0.000-0.000,0.239-0.258,0.268-0.269,0.311-0.312,0.317-0.318,0.299-0.299,0.266-0.266,0.226-0.226,0.184-0.185,0.112-0.108,0.100-0.091,0.070-0.060,0.046-0.035,0.026-0.017,-0.030 0.014,-0.086 0.053,-0.108 0.067,-0.115 0.072,-0.112 0.070,-0.102 0.064,-0.144 0.088,-0.229 0.170,-0.237 0.180,-0.225 0.173,-0.201 0.156,-0.171 0.134,-0.139 0.109,-0.153 0.170,-0.151 0.196,-0.139 0.199,-0.121 0.186,-0.100 0.163,-0.080 0.137,-0.061 0.110,-0.044 0.085,-0.030 0.063,-0.019 0.044,-0.055 0.200,-0.074 0.286,-0.080 0.319,-0.078 0.317,-0.072 0.293,-0.062 0.255,0.032 0.106,0.164-0.155,0.206-0.250,0.217-0.291,0.206-0.293,0.183-0.272,0.174-0.231,0.164-0.275,0.134-0.237,0.105-0.194,0.078-0.150,1.358-0.004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1279.000 667.000,'0.000'2.000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1296.000 667.000,'0.000'0.074,"0.000"0.115,0.000 0.134,0.000 0.135,0.000 0.127,0.000 0.112,0.000 0.094,0.049 0.002,0.077-0.057,0.089-0.091,0.090-0.105,0.084-0.107,0.074-0.100,0.060-0.079,-0.012-0.083,-0.036-0.065,-0.048-0.049,-0.052-0.035,-0.049-0.023,0.481-0.178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1285.000 689.000,'0.000'2.000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1290.000 704.000,'0.000'0.035,"0.000"0.054,0.000 0.061,0.000 0.061,0.000 0.056,0.000 0.048,0.000 0.039,0.036-0.009,0.055-0.031,0.063-0.044,0.063-0.049,0.057-0.048,0.049-0.044,0.041-0.038,0.032-0.031,0.024-0.024,-0.129-0.020,0.015-0.007,1.827-0.090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1303.000 704.000,'-0.142'0.061,"-0.219"0.094,-0.249 0.107,-0.247 0.106,-0.008 0.013,0.013 0.010,0.068-0.011,0.099-0.023,0.112-0.030,0.113-0.032,0.105-0.032,-0.095 0.501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1286.000 713.000,'0.000'1.000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1394.000 485.000,'0.007'0.043,"0.011"0.067,0.013 0.076,0.013 0.076,0.012 0.070,0.010 0.061,0.008 0.050,0.007 0.039,0.005 0.030,0.004 0.021,0.002 0.014,-0.021 0.015,-0.035 0.011,-0.041 0.009,-0.041 0.007,-0.038 0.005,-0.033 0.004,-0.027 0.002,-0.021 0.001,-0.016 0.001,-0.011 0.000,-0.008-0.000,-0.005-0.000,-0.002-0.000,-0.001-0.000,0.000-0.000,-0.099 0.486,-0.144 0.720,-0.162 0.813,-0.160 0.803,-0.145 0.729,-0.124 0.622,-0.101 0.505,-0.078 0.390,-0.057 0.286,0.131-0.607,0.105-0.495,0.132-0.625,0.139-0.662,0.134-0.638,0.120-0.575,0.041 0.463,0.031 0.874,0.000 1.151,0.074-0.042,0.025 0.398,0.028 0.262,0.029 0.155,0.027 0.074,0.024 0.016,0.057-0.966,0.025-0.221,0.025-0.260,-0.208 1.336,-0.276-0.025,-0.322 0.056,-0.322 0.101,-0.295 0.120,0.002-0.589,-0.032-0.275,0.023-0.331,0.056-0.343,0.073-0.325,0.079-0.289,0.077-0.245,0.070-0.199,0.970-2.607,-1.033 2.981,0.095 0.137,0.118 0.149,0.121 0.143,0.112 0.126,0.097 0.105,0.240-1.110,0.077-0.210,0.076-0.250,0.070-0.265,0.016 0.169,0.034-0.189,0.013-0.128,-0.001-0.079,-0.010-0.042,-0.015-0.016,0.184-1.733,-0.167 1.529,0.021-0.226,0.027-0.277,0.029-0.291,0.028-0.280,0.026-0.254,0.022-0.219,0.081-0.246,0.115-0.265,0.125-0.237,0.121-0.201,0.109-0.163,-0.016 0.003,0.003-0.033,-0.018-0.007,-0.031 0.011,-0.037 0.022,-0.039 0.028,0.736-1.912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1403.000 506.000,'0.034'-0.009,"0.053"-0.013,0.061-0.015,0.061-0.015,0.057-0.014,0.050-0.012,0.041-0.010,0.033-0.008,0.025-0.006,-0.041 0.050,-0.092 0.085,-0.112 0.098,-0.115 0.099,-0.108 0.091,-0.087 0.105,-0.051 0.065,-0.026 0.047,-0.009 0.031,0.002 0.019,0.009 0.010,0.012 0.004,0.013-0.000,0.012-0.003,0.011-0.004,0.009-0.004,0.007-0.004,0.005-0.004,0.004-0.003,0.289-0.158,0.425-0.106,0.502-0.122,0.521-0.126,0.501-0.120,0.455-0.108,0.135-0.095,-0.015-0.086,-0.139-0.074,-0.213-0.061,-0.250-0.048,-0.018-0.147,-0.438-0.011,-0.408 0.010,-0.354 0.021,-0.321-1.451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1387.000 575.000,'0.007'0.040,"0.011"0.061,0.012 0.068,0.012 0.067,0.011 0.060,0.009 0.051,0.007 0.040,0.005 0.031,0.004 0.022,0.003 0.015,0.002 0.009,0.001 0.005,0.000 0.002,0.000 0.000,-0.000-0.001,-0.000-0.002,-0.000-0.002,-0.000-0.002,-0.000-0.002,-0.000-0.002,-0.000-0.001,-0.000-0.001,-0.000-0.001,0.000-0.000,0.018-0.030,0.040 0.016,0.047 0.019,0.048 0.020,0.045 0.020,0.039 0.018,0.033 0.015,0.117-0.069,0.108-0.186,0.111-0.215,0.103-0.214,0.089-0.195,0.073-0.167,0.057-0.136,0.042-0.105,0.030-0.077,0.020-0.053,-0.010-0.079,0.166-0.252,0.193-0.287,0.198-0.291,0.188-0.273,0.168-0.242,0.001-0.030,-0.125 0.130,-0.193 0.218,-0.223 0.260,-0.227 0.269,-0.214 0.257,-0.191 0.231,0.751-0.788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1405.000 603.000,'-0.138'0.096,"-0.209"0.145,-0.233 0.162,-0.226 0.157,-0.202 0.140,-0.169 0.117,-0.134 0.093,-0.101 0.070,-0.072 0.050,-0.048 0.033,-0.029 0.020,-0.015 0.011,-0.005 0.004,0.001-0.001,0.005-0.003,0.618-0.443,0.046-0.054,-3.574 1.871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1391.000 603.000,'0.045'-0.075,"0.072"-0.120,0.087-0.144,0.091-0.152,0.102-0.052,0.005 0.174,-0.028 0.256,-0.047 0.288,-0.055 0.285,-0.056 0.261,-0.045 0.405,-0.051 0.354,-0.041 0.320,-0.032 0.270,-0.023 0.216,-0.016 0.165,0.026-0.297,0.049-0.057,0.061-0.089,0.064-0.105,0.062-0.107,0.056-0.102,0.037-0.127,0.000-0.223,-0.016-0.231,-0.025-0.219,-0.029-0.196,-0.030-0.166,-0.028-0.135,0.436-0.028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1381.000 658.000,'-0.074'0.055,"-0.115"0.086,-0.134 0.100,-0.135 0.102,-0.023 0.054,0.050 0.020,0.093-0.003,0.114-0.018,0.119-0.026,0.103-0.014,0.081-0.065,0.054-0.065,0.032-0.060,0.017-0.051,0.006-0.041,-0.002-0.032,-0.006-0.023,-0.008-0.016,-0.008-0.010,-0.008-0.005,-0.007-0.002,-0.006-0.000,-0.004 0.001,-0.003 0.002,0.309-0.014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1382.000 666.000,'-0.057'0.264,"-0.091"0.418,-0.106 0.489,-0.109 0.502,-0.104 0.476,-0.093 0.426,-0.093 0.462,0.039-0.129,0.077-0.294,0.093-0.370,0.095-0.385,0.118-0.468,0.092-0.306,0.085-0.267,0.075-0.223,0.063-0.179,0.050-0.137,0.039-0.100,0.028-0.069,0.020-0.044,0.025-0.033,-0.009-0.027,-0.016-0.017,-0.020-0.009,-0.020-0.004,-0.018-0.000,-0.016 0.002,-0.013 0.003,-0.010 0.004,0.244 0.986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1445.000 498.000,'0.008'-0.024,"0.012"-0.037,0.014-0.042,0.014-0.042,0.013-0.039,0.011-0.033,0.009-0.028,0.007-0.022,0.005-0.016,0.004-0.012,-0.054 0.097,-0.085 0.153,-0.099 0.178,-0.099 0.180,-0.092 0.167,-0.080 0.146,-0.066 0.121,-0.052 0.096,-0.040 0.073,-0.029 0.052,-0.019 0.035,-0.012 0.022,-0.006 0.012,-0.141 0.432,-0.176 0.596,-0.196 0.669,-0.192 0.658,-0.174 0.596,-0.148 0.508,0.419-1.042,0.038 0.013,-0.355 1.414,0.089 0.185,0.095 0.159,0.090 0.129,0.080 0.100,0.325-1.334,0.067-0.259,0.063-0.305,0.057-0.321,-0.049 0.389,0.108-0.203,0.105-0.121,0.094-0.060,0.080-0.017,0.065 0.011,0.069-0.350,0.055-0.384,0.047-0.445,0.039-0.450,0.031-0.421,0.125-0.247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1445.000 511.000,'0.003'0.054,"0.005"0.083,0.006 0.093,0.006 0.092,0.005 0.083,0.004 0.071,0.004 0.057,0.003 0.044,0.002 0.032,0.001 0.022,0.001 0.014,0.001 0.008,0.000 0.004,0.000 0.001,-0.000-0.001,-0.000-0.002,-0.000-0.003,-0.000-0.003,-0.000-0.003,-0.000-0.002,-0.000-0.002,-0.000-0.001,-0.000-0.001,0.000-0.001,-0.000-0.000,0.068-0.127,0.111-0.128,0.129-0.147,0.130-0.149,0.122-0.138,0.107-0.122,0.090-0.102,0.073-0.082,0.056-0.063,0.041-0.046,0.097-0.221,0.015-0.255,0.002-0.274,-0.005-0.262,-0.010-0.233,-0.012-0.196,-0.085 0.016,-0.143 0.187,-0.159 0.261,-0.154 0.283,-0.138 0.273,-0.122 0.242,-0.088 0.166,-0.068 0.126,-0.050 0.091,-0.035 0.062,-0.246-0.052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1447.000 573.000,'0.029'-0.010,"0.044"-0.015,0.050-0.016,0.049-0.016,0.044-0.015,0.037-0.012,0.030-0.010,0.022-0.008,0.016-0.005,-0.167 0.126,-0.252 0.192,-0.289 0.219,-0.288 0.218,-0.264 0.199,-0.227 0.171,-0.186 0.140,0.055-0.015,-0.007 0.068,0.027 0.053,0.049 0.039,0.059 0.028,0.061 0.018,0.132-0.095,0.177-0.173,0.191-0.208,0.186-0.216,0.170-0.206,0.148-0.185,0.123-0.159,0.092-0.135,0.048-0.103,0.017-0.070,-0.003-0.044,-0.016-0.024,-0.022-0.010,-0.025 0.000,-0.024 0.006,-0.022 0.010,-0.019 0.011,-0.026-0.591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1440.000 577.000,'0.142'0.447,"0.219"0.688,0.249 0.782,0.247 0.777,0.057 0.180,-0.020-0.063,-0.081-0.256,-0.114-0.358,-0.126-0.396,-0.124-0.389,-0.113-0.354,-0.097-0.305,-0.080-0.251,-0.211-0.664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1426.000 606.000,'-0.003'0.009,"-0.005"0.014,-0.005 0.016,-0.005 0.015,-0.005 0.014,-0.004 0.012,-0.003 0.010,-0.002 0.007,-0.002 0.005,-0.001 0.004,-0.001 0.002,-0.000 0.001,-0.000 0.001,-0.000 0.000,0.000-0.000,0.000-0.000,0.000-0.000,0.000-0.000,0.000-0.000,0.000-0.000,0.000-0.000,0.000-0.000,0.000-0.000,0.000-0.000,0.000-0.000,0.000-0.000,0.000 0.000,0.000 0.000,0.004-0.001,0.004 0.002,0.005 0.003,0.005 0.003,0.005 0.003,0.004 0.002,0.003 0.002,0.003 0.001,0.002 0.001,0.001 0.001,0.001 0.001,0.001 0.000,0.000 0.000,0.000 0.000,0.000-0.000,-0.000-0.000,0.092 0.049,0.163 0.182,0.870 0.407,0.656-0.225,0.587-0.438,0.497-0.537,0.401-0.556,-0.134-0.221,-0.236-0.087,-0.365 0.030,-0.420 0.102,-0.424 0.141,-0.396 0.155,-0.349 0.153,-0.302-0.748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1418.000 592.000,'0.000'-0.067,"0.000"-0.104,0.000-0.119,0.000-0.119,0.000-0.110,0.000-0.096,0.000-0.079,0.000 0.068,0.000 0.042,0.000 0.066,0.000 0.077,0.000 0.079,0.000 0.076,-0.007 0.126,-0.010 0.197,-0.011 0.196,-0.011 0.179,-0.010 0.153,-0.009 0.124,-0.007 0.096,-0.005 0.071,-0.004 0.049,-0.003 0.031,-0.002 0.018,-0.001 0.008,-0.000 0.002,-0.073 0.183,-0.115 0.320,-0.131 0.364,-0.130 0.362,-0.123 0.279,-0.057 0.008,-0.027-0.094,-0.006-0.147,0.007-0.166,0.014-0.162,0.017-0.146,0.017-0.123,0.073-0.174,0.081-0.145,0.087-0.134,0.083-0.115,0.073-0.094,0.061-0.073,0.048-0.054,0.036-0.038,0.026-0.024,0.017-0.014,0.077-0.112,0.099-0.073,0.110-0.080,0.109-0.078,0.101-0.072,0.088-0.062,0.073-0.051,0.038-0.059,-0.021-0.071,-0.045-0.067,-0.057-0.059,-0.060-0.050,-0.057-0.040,0.516-0.582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1427.000 664.000,'-0.063'0.079,"-0.105"0.131,-0.129 0.162,0.218-0.263,-0.096 0.162,-0.303 0.605,-0.015 0.118,0.022 0.025,0.045-0.038,0.057-0.077,0.062-0.099,-0.361 1.585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1423.000 684.000,'-0.078'0.079,"-0.131"0.131,-0.162 0.162,-0.271 0.297,-0.052 0.092,0.022 0.024,0.067-0.020,0.089-0.047,0.097-0.060,0.095-0.080,0.084-0.083,0.072-0.080,0.058-0.071,0.045-0.061,0.034-0.049,0.024-0.038,0.168 1.233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1413.000 704.000,'-0.147'0.368,"-0.065"0.186,-0.020 0.089,0.013 0.013,0.034-0.037,0.045-0.067,0.049-0.082,0.048-0.086,0.316 0.362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1411.000 637.000,'-0.080'0.307,"-0.121"0.466,-0.136 0.522,-0.133 0.510,-0.119 0.458,-0.100 0.387,-0.080 0.309,-0.061 0.235,-0.044 0.170,-0.030 0.115,-0.019 0.072,-0.010 0.039,-0.004 0.016,-0.000 0.000,0.002-0.009,0.004-0.014,0.004-0.016,0.004-0.015,0.004-0.014,0.003-0.012,0.002-0.009,0.002-0.007,0.109-0.299,0.112-0.243,0.125-0.270,0.124-0.265,0.134-0.395,0.081-0.110,0.068-0.068,0.055-0.035,0.084-0.074,0.097-0.125,0.099-0.138,0.093-0.137,0.083-0.127,0.122-0.025,0.029-0.215,0.002-0.202,-0.014-0.177,-0.023-0.146,-0.026-0.114,0.911 0.068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1113.000 426.000,'-0.010'0.029,"-0.015"0.045,-0.017 0.052,-0.017 0.052,-0.016 0.048,-0.014 0.042,-0.012 0.035,-0.009 0.028,0.014 0.026,0.038-0.008,0.045-0.018,0.046-0.022,0.042-0.023,0.049-0.084,0.092-0.027,0.105-0.028,0.109-0.027,0.122-0.020,0.048-0.026,0.020-0.022,-0.001-0.018,-0.014-0.014,-0.020-0.010,0.053-0.007,0.069-0.005,0.077-0.003,0.078-0.015,0.075-0.023,0.068-0.027,0.060-0.028,0.388-0.131,0.089-0.130,0.065-0.134,-0.361 0.048,-0.063-0.039,-0.080-0.028,-0.088-0.019,-0.785 0.408,0.822-0.562,-0.204-0.013,-0.197-0.005,-0.288 0.112,-0.320 0.174,-0.313 0.198,-0.107 0.174,-0.145 0.132,-0.126 0.127,-0.107 0.117,-0.273 0.296,0.008 0.190,0.062 0.160,0.164 0.013,0.125 0.033,0.129 0.005,0.122-0.013,0.109-0.024,0.129-0.088,0.089 0.091,0.084 0.118,0.016-0.845,0.147 0.608,0.393 0.708,0.168-0.012,0.079-0.099,-0.060-0.226,-0.052-0.144,-0.079-0.145,-0.130-0.216,-0.078-0.130,-0.075-0.123,-0.069-0.111,-0.075-0.057,-0.075-0.017,-0.071 0.012,-0.064 0.031,0.012-0.262,-0.402 0.443,-0.191 0.002,-0.094-0.043,-0.055-0.039,-0.026-0.034,-0.006-0.028,-0.021-0.021,-0.028-0.016,-0.031-0.011,-0.057-0.035,-0.069-0.047,-0.071-0.050,0.247-0.086,0.064-0.050,0.085-0.052,0.095-0.050,0.036-0.124,0.218-0.115,0.205-0.105,0.179-0.089,0.148-0.072,0.115-0.055,-0.035 0.120,0.024-0.012,0.014-0.009,0.006-0.007,0.123-0.139,0.103-0.111,0.096-0.105,0.086-0.094,0.296-0.297,0.151-0.082,0.133-0.051,-0.232 0.280,0.020 0.005,0.008 0.009,-0.000 0.011,0.029-0.006,-0.063 0.088,-0.077 0.104,-0.082 0.108,0.071 0.052,-0.088 0.210,-0.074 0.201,-0.215 0.173,-0.038 0.096,-0.031 0.083,-0.024 0.069,-0.031 0.042,-0.034 0.022,-0.035 0.006,-0.033-0.005,0.086 0.023,0.008-0.028,0.021-0.031,-0.108-0.046,-0.011-0.018,-0.015-0.016,-0.017-0.014,1.101-0.038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1190.000 427.000,'-0.024'0.141,"-0.036"0.217,-0.041 0.246,-0.041 0.244,-0.037 0.222,-0.032 0.191,-0.026 0.155,-0.005 0.027,-0.000 0.002,0.006-0.034,0.009-0.053,0.010-0.062,0.010-0.062,0.023-0.007,0.028 0.037,0.030 0.058,0.028 0.067,0.025 0.068,0.021 0.063,0.017 0.054,0.013-0.069,0.010-0.153,0.007-0.189,0.005-0.197,0.003-0.187,0.001-0.165,0.000-0.139,-0.000-0.112,-0.001-0.086,-0.001-0.062,-0.001-0.043,-0.001-0.027,1.001 1.176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1193.000 454.000,'0.030'0.006,"0.046"0.009,0.052 0.010,0.051 0.010,0.047 0.009,0.040 0.008,0.032 0.006,0.025 0.005,0.018 0.004,0.012 0.003,0.008 0.002,0.005 0.001,0.002 0.000,0.000 0.000,0.946-0.811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1224.000 440.000,'0.090'-0.065,"0.141"-0.103,0.163-0.119,0.165-0.120,0.155-0.112,0.136-0.099,0.115-0.083,0.092-0.067,0.071-0.052,-0.158 0.089,-0.103 0.034,-0.137 0.049,-0.151 0.057,-0.134-0.036,-0.258 0.099,-0.232 0.092,-0.196 0.080,-0.156 0.065,-0.118 0.050,-2.061-0.249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1247.000 436.000,'-0.059'0.000,"-0.092"0.000,-0.107 0.000,-0.108 0.000,-0.101 0.000,0.025 0.029,0.173 0.044,0.226 0.049,0.239 0.048,0.227 0.044,0.200 0.037,0.166 0.030,0.131 0.023,0.098 0.017,0.070 0.011,0.047 0.007,0.028 0.004,0.015 0.002,0.005 0.000,-0.001-0.001,-0.138 0.046,-0.122 0.098,-0.137 0.113,-0.137 0.113,-0.125 0.105,-0.109 0.091,-0.090 0.076,-0.187-0.040,-0.198 0.071,-0.216 0.072,-0.214 0.067,-0.200 0.060,0.533-0.950,-0.786 1.072,-0.031-0.092,0.052-0.151,0.101-0.177,0.125-0.181,0.110-0.137,0.137-0.143,0.122-0.113,0.102-0.084,0.082-0.060,0.062-0.040,0.045-0.024,0.031-0.013,0.020-0.004,0.011 0.001,0.005 0.005,0.000 0.006,0.086 0.395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1264.000 455.000,'0.707'-0.236,"0.758"-0.263,0.331-0.127,0.104-0.055,-0.052-0.004,-0.153 0.031,-0.210 0.052,2.625-1.414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1305.000 437.000,'-0.009'0.018,"-0.014"0.028,-0.016 0.031,-0.015 0.031,-0.014 0.028,-0.012 0.023,-0.009 0.019,-0.007 0.014,-0.005 0.010,-0.004 0.007,-0.002 0.004,-0.001 0.002,-0.000 0.001,-0.000 0.000,0.000-0.001,0.000-0.001,0.000-0.001,0.000-0.001,0.000-0.001,0.016-0.008,0.012 0.015,0.013 0.018,0.013 0.018,0.012 0.018,0.011 0.016,0.009 0.013,0.007 0.011,0.005 0.008,0.075 0.006,0.112-0.023,0.126-0.029,0.125-0.030,0.114-0.029,0.097-0.025,0.079-0.021,0.062-0.017,0.143-0.120,0.196-0.172,0.208-0.192,0.199-0.190,0.178-0.173,0.071-0.144,-0.175-0.033,-0.249 0.013,-0.271 0.040,-0.260 0.052,-0.231 0.055,-0.284 0.133,-0.262 0.113,-0.247 0.115,-0.218 0.108,-0.183 0.095,-0.146 0.079,-0.112 0.063,-0.081 0.047,-0.056 0.034,-0.035 0.023,0.008 0.011,0.100-0.005,0.123-0.012,0.127-0.016,0.118-0.016,0.143 0.001,0.075 0.020,0.063 0.027,0.050 0.030,0.038 0.030,0.028 0.027,0.019 0.024,-0.244 0.894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1275.000 410.000,'-0.012'-0.035,"-0.018"-0.054,-0.021-0.061,-0.020-0.061,-0.018-0.056,-0.016-0.048,-0.013-0.039,-0.049 0.152,-0.126 0.119,-0.154 0.152,-0.633 0.572,-0.533 0.648,-0.519 0.654,-0.467 0.603,-0.396 0.521,-0.319 0.427,-0.244 0.333,-0.178 0.248,-0.123 0.174,0.235-0.094,0.210 0.002,0.265-0.033,0.278-0.053,0.266-0.061,0.237-0.062,0.200-0.057,0.339-0.429,0.313-0.460,0.312-0.516,0.288-0.513,0.252-0.474,0.210-0.414,0.516-0.457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1102.000 437.000,'-0.052'0.000,"-0.079"0.000,-0.088 0.000,-0.086 0.000,-0.077 0.000,-0.064 0.000,-0.051 0.000,-0.039 0.000,-0.028 0.000,-0.019 0.000,-0.011 0.000,-0.006 0.000,-0.452 0.028,-0.718 0.043,-0.811 0.048,-0.800 0.048,-0.726 0.043,-0.620 0.037,-0.723 0.226,-1.282 0.359,-1.355 0.408,-1.303 0.409,1.226-0.106,0.228 0.056,0.500-0.006,0.663-0.049,-0.769 0.336,0.886-0.067,0.768-0.067,0.631-0.062,0.494-0.053,0.368-0.044,-0.750 0.505,-0.386 0.310,-0.005 0.120,0.237-0.010,0.372-0.091,0.429-0.136,0.432-0.154,0.401-0.153,0.350-0.141,0.292-0.123,0.509-0.231,0.379-0.148,0.371-0.143,0.340-0.129,0.297-0.111,0.248-0.092,0.186-0.046,0.219-0.120,0.175-0.111,0.133-0.096,0.579 0.555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944.000 466.000,'-0.039'-0.026,"-0.061"-0.041,-0.070-0.046,-0.070-0.046,-0.064-0.043,-0.056-0.037,-0.016-0.026,0.007-0.018,0.022-0.012,0.030-0.007,0.032-0.003,0.031-0.000,0.028 0.001,-0.012 0.113,-0.046 0.162,-0.060 0.187,-0.065 0.189,-0.063 0.176,-0.057 0.155,-0.049 0.131,-0.041 0.105,-0.032 0.081,-0.024 0.060,0.081 0.052,0.111 0.096,0.136 0.098,0.142 0.092,0.136 0.083,0.123 0.070,0.106 0.058,0.318 0.088,0.359-0.255,0.365-0.312,0.336-0.318,0.289-0.293,0.234-0.252,-0.237-0.178,-0.071-0.113,-0.121-0.083,-0.146-0.057,-0.151-0.037,-0.145-0.021,2.271-0.908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1102.000 441.000,'-0.025'-0.020,"-0.039"-0.031,-0.044-0.036,-0.044-0.035,-0.040-0.032,-0.035-0.028,-0.029-0.023,-0.022-0.018,-0.016-0.013,-0.012-0.009,-0.008-0.006,-0.005-0.004,-0.002-0.002,-0.001-0.001,0.000 0.000,0.001 0.001,-1.826 0.891,-2.886 1.375,-3.342 1.591,-1.585 0.795,-0.344 0.227,0.475-0.153,0.965-0.385,1.207-0.505,1.273-0.545,1.222-0.530,0.720-0.278,0.346-0.097,0.081 0.027,-0.025 0.248,0.124 0.249,0.124 0.275,0.114 0.270,0.098 0.246,0.081 0.211,0.234-0.033,0.487-0.383,0.533-0.493,0.516-0.520,0.463-0.493,0.391-0.435,0.338-0.419,0.207-0.248,0.157-0.195,0.114-0.147,0.078-0.106,0.049-0.072,0.027-0.045,0.551-0.213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960.000 511.000,'0.032'-0.040,"0.049"-0.062,0.056-0.070,0.056-0.070,0.052-0.064,0.045-0.056,0.037-0.046,0.029-0.036,0.022-0.027,0.015-0.019,-0.053 0.111,-0.081 0.171,-0.097 0.201,-0.099 0.205,-0.093 0.191,-0.082 0.168,-0.069 0.140,-0.055 0.112,-0.042 0.085,0.068 0.171,0.145 0.167,0.177 0.166,0.182 0.152,0.213-0.230,0.280-0.241,0.289-0.312,0.275-0.336,0.247-0.329,0.212-0.302,0.121-0.218,-0.060-0.119,-0.132-0.051,-0.168-0.004,-0.179 0.026,-0.115-0.007,-0.145 0.007,-0.117 0.002,-0.090-0.002,-0.066-0.004,1.795-1.567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1164.000 365.000,'0.068'0.014,"0.104"0.021,0.119 0.024,0.118 0.024,0.108 0.022,0.093 0.019,0.076 0.015,0.059 0.012,0.044 0.009,0.031 0.006,0.021 0.004,0.012 0.002,0.057-0.063,0.290-0.062,0.348-0.075,0.367-0.079,0.967-0.143,0.860-0.139,0.864-0.134,-3.657 0.418,3.707-0.373,0.428 0.008,0.266 0.030,0.140 0.045,1.818 0.037,0.372 0.171,0.312 0.177,-5.002 0.023,4.635 0.123,-0.046 0.083,-0.170 0.062,-1.517-0.028,-0.529-0.004,-0.586-0.016,-0.594-0.023,-0.023 0.026,-0.157 0.006,-0.242-0.009,-0.288-0.018,9.260 0.556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1204.000 279.000,'0.000'0.022,"0.000"0.034,0.000 0.038,0.000 0.038,0.000 0.035,0.000 0.030,0.000 0.024,0.000 0.019,0.000 0.014,0.000 0.010,0.000 0.006,0.000 0.004,0.000 0.002,0.000 0.001,0.000-0.000,0.000 0.723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1204.000 280.000,'0.040'-0.010,"0.063"-0.016,0.073-0.018,0.075-0.019,0.071-0.018,0.064-0.016,0.054-0.014,0.018-0.029,-0.031-0.031,-0.051-0.032,-0.057-0.028,-0.030-0.043,-0.022-0.043,-0.016-0.041,-0.003-0.104,-0.042-0.054,-0.043-0.046,-0.132 0.456,0.162-0.420,0.007 0.013,-0.010 0.021,-0.128 0.169,-0.182 0.216,-0.211 0.249,-0.217 0.254,-0.171 0.189,-0.063 0.077,-0.007 0.012,0.029-0.030,0.050-0.054,0.060-0.066,-0.014 0.076,-0.163 0.245,-0.210 0.309,-0.229 0.334,-0.225 0.335,-0.069 0.144,-0.008 0.064,0.032 0.007,0.912-1.192,-0.803 1.222,0.243-0.224,0.259-0.273,0.249-0.282,0.222-0.265,0.189-0.234,0.220-0.516,0.575 0.188,0.665-0.261,0.617-0.233,-0.209-0.097,0.038-0.078,-0.047-0.056,-0.104-0.039,4.219-1.631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1220.000 291.000,'-0.018'0.009,"-0.467"0.226,-0.320 0.148,-0.243 0.107,-0.176 0.073,-0.347 0.266,0.001 0.170,0.077 0.161,0.172 0.002,0.217-0.096,0.226-0.148,0.213-0.168,0.187-0.166,0.155-0.151,0.196-0.252,-0.097 0.393,0.215 0.051,0.267 0.009,0.278-0.018,0.264-0.033,0.234-0.040,0.205-0.217,0.340-0.252,0.351-0.287,0.336-0.291,0.511-0.351,-0.095-0.147,-0.237-0.058,-0.301-0.000,-0.313 0.035,-0.293 0.053,-0.422 0.099,-0.347 0.028,-0.330 0.019,-0.294 0.011,-0.248 0.006,-0.200 0.002,-0.144 0.120,-0.164 0.082,-0.150 0.094,-0.131 0.096,-0.158 0.077,0.045 0.122,0.098 0.107,0.123 0.089,0.128 0.071,0.120 0.053,-0.513 0.658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1230.000 294.000,'-0.006'0.042,"-0.009"0.065,-0.011 0.075,-0.011 0.075,-0.010 0.069,-0.009 0.060,-0.007 0.050,-0.006 0.039,-0.004 0.030,-0.003 0.021,-0.002 0.014,-0.001 0.009,-0.001 0.005,-0.043 0.023,-0.061 0.000,-0.069-0.002,-0.068-0.003,-0.062-0.003,-0.052-0.003,-0.042-0.003,-0.033-0.002,-0.024-0.002,0.103-0.098,0.142-0.118,0.167-0.135,0.171-0.134,0.159-0.124,0.140-0.107,0.117-0.089,0.102-0.088,0.092-0.085,0.077-0.075,0.061-0.063,0.047-0.051,0.034-0.039,0.023-0.029,0.015-0.020,0.008-0.013,0.003-0.007,-0.067 0.149,-0.035 0.184,-0.040 0.216,-0.041 0.221,-0.039 0.210,-0.034 0.188,-0.029 0.160,-0.084 0.054,-0.075 0.031,-0.081-0.003,-0.244-0.405,0.120 0.461,-0.136 0.024,-0.130 0.033,-0.116 0.036,-0.098 0.035,-0.080 0.032,-0.062 0.027,0.007 0.001,0.093-0.122,0.123-0.146,0.129-0.148,0.122-0.136,0.107-0.116,1.301-1.132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1268.000 300.000,'-0.031'0.006,"-0.047"0.009,-0.053 0.011,-0.052 0.010,-0.047 0.009,-0.040 0.008,-0.032 0.006,-0.024 0.005,-0.017 0.003,-0.012 0.002,-0.007 0.001,-0.004 0.001,-0.002 0.000,-0.000 0.000,0.121 0.018,-0.372 0.351,-0.120 0.275,-0.081 0.251,-0.050 0.214,-0.027 0.172,-0.011 0.132,0.291-0.167,0.326-0.105,0.377-0.144,0.382-0.159,0.357-0.157,0.315-0.144,0.125-0.137,-0.006-0.123,-0.089-0.104,-0.136-0.085,-0.156-0.066,-0.157-0.050,-0.146-0.035,-0.129-0.023,-0.108-0.014,-0.087-0.007,-0.035-0.021,-0.026-0.021,-0.003-0.021,0.011-0.019,0.019-0.016,0.021-0.013,0.732-0.438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1298.000 285.000,'-0.205'0.205,"-0.310"0.310,-0.347 0.347,-0.337 0.337,-0.302 0.302,-0.254 0.254,-0.202 0.202,-0.152 0.152,-0.109 0.109,-0.073 0.073,0.204-0.086,0.354-0.174,0.413-0.212,0.411-0.216,0.374-0.199,0.318-0.171,0.187-0.449,0.108-0.117,0.089-0.115,2.029 0.533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1290.000 303.000,'0.022'0.000,"0.034"0.000,0.039 0.000,0.039 0.000,0.035 0.000,0.030 0.000,0.025 0.000,0.019 0.000,0.014 0.000,0.010 0.000,0.007 0.000,-0.221 0.071,-0.245 0.584,-0.238 0.324,-0.161 0.206,-0.100 0.115,-0.054 0.049,-0.021 0.004,0.002-0.025,0.077-0.091,0.132-0.149,0.151-0.164,0.150-0.160,0.138-0.145,0.119-0.124,0.098-0.101,0.077-0.079,0.058-0.058,0.041-0.041,0.067-0.105,0.087-0.132,0.090-0.142,0.085-0.137,0.075-0.123,0.063-0.105,0.051-0.086,0.039-0.067,0.029-0.050,0.173-0.141,0.156-0.107,0.165-0.104,0.156-0.093,0.137-0.079,0.114-0.063,0.090-0.048,-0.274 0.220,-0.235 0.193,-0.286 0.231,-0.298 0.238,-0.284 0.225,-0.254 0.200,-0.216 0.169,-0.176 0.137,0.084-0.125,-0.310 0.453,-0.143 0.211,-0.115 0.172,-0.088 0.133,-0.064 0.098,-0.044 0.068,-0.028 0.044,0.139-0.176,0.082-0.074,0.099-0.091,0.103-0.096,0.098-0.093,0.088-0.084,0.076-0.073,0.132-0.126,0.158-0.148,0.165-0.155,0.158-0.148,0.143-0.133,0.123-0.115,0.036-0.072,-0.029-0.036,-0.067-0.011,-0.087 0.006,-0.094 0.016,-0.093 0.022,-0.085 0.024,0.025-0.567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1320.000 306.000,'-0.041'0.033,"-0.064"0.051,-0.074 0.059,-0.075 0.060,-0.070 0.056,-0.062 0.050,-0.052 0.042,-0.042 0.034,-0.032 0.026,-0.090 0.039,-0.029-0.026,-0.021-0.039,-0.014-0.043,-0.008-0.042,-0.004-0.037,0.162-0.049,0.057 0.016,0.066 0.027,0.068 0.033,0.069 0.081,0.145-0.003,0.139-0.019,0.123-0.026,0.103-0.029,0.081-0.028,0.061-0.025,0.044-0.021,0.030-0.017,0.018-0.013,0.010-0.009,0.004-0.006,-0.000-0.004,-0.003-0.002,-0.004-0.001,-0.004 0.000,-0.004 0.001,-0.061 0.007,-0.097 0.008,-0.108 0.009,-0.105 0.008,-0.094 0.008,-0.079 0.006,-0.063 0.005,-0.048 0.004,-0.034 0.003,-0.023 0.002,-0.014 0.001,-0.008 0.001,-0.003 0.000,-0.062-0.030,-0.148-0.002,-0.174-0.001,-0.179-0.001,-0.171-0.000,-0.089-0.021,0.048-0.047,0.107-0.054,0.136-0.055,0.145-0.052,-0.591-0.535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1323.000 313.000,'0.000'0.221,"0.000"0.346,0.000-0.443,-0.021 0.720,-0.033 0.083,-0.038-0.015,-0.039-0.077,-0.036-0.111,-0.032-0.124,-0.027-0.124,-0.013-0.114,-0.003-0.100,0.004-0.083,0.008-0.066,0.009-0.051,0.010-0.037,-0.521 0.750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1331.000 306.000,'0.019'0.000,"0.029"0.000,0.033 0.000,0.033 0.000,0.030 0.000,0.026 0.000,0.021 0.000,0.016 0.000,0.012 0.000,0.008 0.000,0.005 0.000,0.003 0.000,0.001 0.000,0.630 0.000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1336.000 311.000,'-0.056'0.134,"-0.086"0.207,-0.099 0.238,-0.099 0.238,-0.092 0.220,-0.080 0.191,-0.066 0.158,-0.020 0.082,0.070-0.118,0.098-0.180,0.107-0.202,0.103-0.197,0.091-0.178,0.076-0.150,0.061-0.120,0.046-0.091,-0.024-0.194,0.918-0.259,0.562-0.504,0.383-0.507,0.241-0.464,-0.199-0.081,-0.281 0.005,-0.370 0.107,-0.396 0.161,-0.668-2.763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1345.000 313.000,'0.047'0.012,"0.072"0.018,0.082 0.021,0.081 0.020,0.074 0.019,0.063 0.016,0.052 0.013,0.027 0.016,-0.030 0.006,-0.048 0.003,-0.055 0.001,-0.054-0.000,-0.049-0.001,-0.041-0.001,-0.032-0.002,-0.025-0.001,-0.018-0.001,-0.012-0.001,-0.007-0.001,-0.004-0.001,-0.002-0.000,0.000-0.000,-0.048 0.045,-0.046 0.107,-0.053 0.128,-0.055 0.133,-0.053 0.128,-0.048 0.117,-0.050 0.151,0.003-0.037,0.021-0.086,0.030-0.109,0.033-0.114,0.032-0.108,0.029-0.095,0.046-0.115,0.054-0.129,0.053-0.120,0.048-0.105,0.041-0.086,0.033-0.067,0.025-0.050,0.018-0.035,0.012-0.023,0.008-0.014,0.004-0.007,0.002-0.002,0.023 0.001,0.056-0.028,0.065-0.032,0.065-0.032,0.060-0.029,0.052-0.026,0.043-0.021,0.012 0.024,0.000 0.043,-0.010 0.055,-0.016 0.058,-0.019 0.056,-0.019 0.050,-0.018 0.042,-0.015 0.034,-0.013 0.027,-0.010 0.020,-0.018 0.143,-0.075 0.216,-0.083 0.236,-0.080 0.228,-0.072 0.203,-0.060 0.170,-0.048 0.136,-0.036 0.103,-0.026 0.074,-0.033-0.037,-0.035 0.004,-0.034-0.010,-0.031-0.018,-0.026-0.022,-0.580 3.362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1194.000 296.000,'-0.019'-0.056,"-0.029"-0.086,-0.032-0.097,-0.032-0.095,-0.029-0.087,-0.025-0.074,-0.020-0.060,-0.016-0.046,-0.011-0.034,-0.036 0.288,-0.227 0.017,-1.351-0.058,-0.957 0.271,-0.857 0.300,-0.724 0.293,-0.179 0.158,0.132 0.067,0.329 0.003,0.426-0.037,0.453-0.059,0.433-0.068,0.385-0.068,0.325-0.063,0.261-0.054,1.120-0.217,-1.561 0.305,-0.826 0.121,-0.947 0.128,-0.955 0.123,-0.266 0.029,0.194-0.033,0.474-0.070,0.619-0.089,0.666-0.094,0.647-0.091,0.587-0.082,0.209-0.015,0.191-0.021,0.040 0.001,-0.055 0.014,-0.108 0.021,-0.130 0.023,-0.296 0.060,-0.414 0.086,-0.435 0.091,-0.409 0.086,-0.359 0.076,-0.297 0.063,-0.233 0.050,0.024 0.134,-0.871 0.406,-1.004 0.476,-1.029 0.491,-0.979 0.470,-0.883 0.426,-0.424 0.231,0.576-0.165,0.946-0.323,1.120-0.403,1.156-0.427,1.099-0.413,0.985-0.375,0.605-0.186,0.315-0.049,0.105 0.043,-0.039 0.099,-0.130 0.130,-0.180 0.140,-0.200 0.137,-0.543 0.392,-0.954 0.660,-1.084 0.750,-1.483 0.980,0.260-0.142,0.717-0.451,0.932-0.600,0.981-0.637,0.925-0.605,0.811-0.532,0.670-0.442,0.526-0.348,0.350-0.110,-5.666 4.034,-2.656 2.012,-1.648 1.291,-0.889 0.738,-0.346 0.336,0.017 0.060,1.099-0.903,0.460-0.510,0.505-0.587,0.497-0.592,0.456-0.552,0.513-0.530,0.513-0.477,0.474-0.408,0.415-0.334,0.346-0.262,0.034-0.111,0.448-0.353,0.422-0.332,0.371-0.292,0.309-0.244,0.245-0.193,0.185-0.146,-0.364 0.057,-0.354 0.033,-0.438 0.073,-0.449 0.090,-0.416 0.093,-0.359 0.086,0.330-0.174,0.352-0.181,0.472-0.221,0.507-0.228,0.486-0.213,0.432-0.185,0.363-0.153,0.290-0.120,0.220-0.090,0.159-0.064,0.108-0.042,0.068-0.026,-0.012-0.034,-0.309 0.037,-0.376 0.050,-0.389 0.054,-0.368 0.053,-0.326 0.048,-0.275 0.041,-0.221 0.034,-0.170 0.026,-0.125 0.020,0.527-0.274,-0.086-0.224,-0.092-0.267,-0.089-0.279,-0.082-0.270,-0.517-0.277,0.456-0.215,0.573-0.154,0.602-0.104,0.572-0.064,0.509-0.034,0.522 0.002,0.321-0.019,0.246-0.015,0.180-0.011,0.124-0.008,0.079-0.005,-0.039-0.030,0.091 0.036,0.085 0.043,0.074 0.045,0.061 0.042,0.048 0.037,0.036 0.030,0.027 0.007,0.140 0.031,0.112 0.019,-0.016-0.026,-0.052-0.037,-0.070-0.041,-0.075-0.040,-0.072-0.036,-0.065-0.030,0.218 0.064,-0.003-0.037,0.004-0.040,-0.341-0.184,-0.064-0.034,-0.063-0.019,-0.057-0.009,-0.048-0.001,-0.039 0.003,-0.030 0.006,0.602 0.232,0.182 0.023,0.214 0.022,-0.013-0.092,0.080-0.009,0.022-0.015,-0.017-0.019,-0.041-0.019,-0.054-0.019,-0.059-0.017,-0.058-0.014,-0.158-0.114,0.099 0.023,0.135 0.035,0.146 0.039,0.140 0.038,0.123 0.034,0.103 0.029,0.081 0.023,0.061 0.017,0.043 0.012,0.029 0.008,0.038 0.022,0.015-0.001,0.010-0.003,0.006-0.005,0.003-0.005,0.001-0.005,-0.001-0.004,-0.001-0.004,-0.002-0.003,-0.002-0.002,-0.002-0.002,-0.001-0.001,0.422 0.519,-0.380-0.654,0.051-0.095,0.052-0.082,0.048-0.066,0.041-0.051,0.033-0.037,0.059 0.096,0.062 0.140,0.062 0.165,0.056 0.166,0.048 0.152,0.039 0.131,0.030 0.106,0.030 0.099,0.027 0.085,0.024 0.070,0.019 0.054,0.015 0.040,0.011 0.028,0.008 0.018,0.005 0.011,0.003 0.005,0.001 0.001,0.000-0.001,-0.000-0.002,-0.001-0.003,-0.001-0.003,-0.001-0.003,-0.001-0.003,-0.001-0.002,-0.001-0.002,-0.000-0.001,-0.000-0.001,-0.000-0.001,0.032-0.005,0.052-0.006,0.059-0.007,0.058-0.007,0.053-0.006,0.045-0.005,1.352-0.008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407.000 503.000,'-0.066'0.000,"-0.109"0.000,-0.133 0.000,-0.142 0.000,0.338 0.006,-0.638 0.196,-0.046 0.118,0.034 0.075,0.081 0.042,0.105 0.018,0.111 0.002,0.146 0.101,0.191 0.105,0.182 0.116,0.161 0.112,0.134 0.099,0.105 0.083,0.079 0.066,0.056 0.050,-0.365-0.732,0.578 1.046,0.227 0.216,0.221 0.156,0.199 0.107,0.169 0.067,0.136 0.037,-0.787-0.948,-0.041-0.044,0.568 0.650,-0.191-0.270,-0.199-0.290,-0.187-0.278,-0.164-0.247,-0.136-0.208,-0.108-0.166,-0.081-0.126,-0.058-0.091,0.531-0.491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403.000 491.000,'0.052'-0.079,"0.081"-0.122,0.093-0.139,0.093-0.139,0.086-0.129,0.074-0.112,-0.325 0.603,2.215 0.132,0.806 0.418,0.267 0.259,-0.091 0.139,-0.308 0.052,-0.044 0.367,0.044 0.236,-0.136 0.065,-0.247-0.053,-0.306-0.129,4.520 3.155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90.000 414.000,'0.000'-0.110,"0.000"-0.173,0.000 0.211,0.000-0.017,0.000-0.607,0.000-0.193,0.000-0.102,0.000 0.759,-0.028-1.087,-0.043 0.061,-0.048 0.143,-0.055 0.333,-0.099 0.184,-0.110 0.190,-0.111 0.183,-0.112 0.140,-0.048 0.106,-0.021 0.068,-0.002 0.039,0.093 0.000,0.033 0.003,0.039-0.005,0.041-0.010,0.010-0.012,0.002-0.015,-0.010-0.015,-0.072-0.008,0.016-0.017,0.025-0.015,0.401-0.027,-0.481 0.014,-0.005-0.010,0.018-0.007,0.100 0.010,-0.039 0.020,-0.053 0.025,-0.060 0.028,-0.121 0.081,-0.087 0.101,-0.084 0.112,-0.077 0.113,-0.313 0.297,-0.110 0.200,-0.089 0.180,-0.096 0.320,-0.093 0.380,-0.083 0.384,0.370-0.241,0.028 0.230,0.039 0.226,0.045 0.212,0.087 0.137,0.111 0.078,0.122 0.033,0.123 0.000,0.131-0.023,0.129-0.037,0.121-0.046,0.109-0.049,0.085 0.645,0.160-0.102,0.136-0.117,0.115-0.683,0.131-0.214,0.132-0.223,0.125-0.215,0.200 0.181,0.031-0.078,-0.017-0.017,-0.044 0.105,-0.058 0.172,-0.061 0.198,-0.172-0.438,-0.059 0.039,-0.060 0.025,-0.057 0.015,-0.065 0.007,-0.067 0.001,-0.065-0.004,-0.060-0.006,-0.098 0.514,-0.074-0.056,-0.057-0.078,-0.029-0.413,-0.089 0.007,-0.098 0.032,-0.098 0.047,-0.178 0.679,-0.010 0.361,0.029 0.377,0.152-0.288,0.077 0.097,0.083 0.053,0.082 0.021,0.076-0.003,0.067-0.018,0.170 0.302,0.225 0.577,0.250 0.693,0.251 0.727,0.236 0.705,0.217 0.751,0.104 0.217,0.050 0.036,0.012-0.085,-0.014-0.159,-0.015 0.125,-0.103-0.181,-0.117-0.173,-0.117-0.155,-0.109-0.131,-0.095-0.107,0.073 0.024,0.234 0.642,0.299 0.791,0.323 0.837,0.476 1.059,0.246-0.271,0.175-0.599,0.117-0.758,0.071-0.798,0.037-0.760,0.089-1.141,0.497-0.515,0.583-0.425,0.602-0.338,0.244-0.427,-0.156-0.570,-0.354-0.575,-0.458-0.539,-0.495-0.478,-0.485-0.405,-0.359-0.315,-0.386-0.284,-0.312-0.214,-0.241-0.154,2.453-0.399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98.000 376.000,'-0.009'0.003,"-0.277"0.080,-0.170 0.037,-0.075 0.000,-0.110 0.001,-0.096-0.007,-0.080-0.011,-0.006 0.016,0.045 0.034,0.077 0.043,0.094 0.047,0.083 0.154,0.220 0.117,0.217 0.113,0.308 0.101,0.339 0.085,0.329 0.068,0.116-0.101,0.277 0.038,0.274 0.037,0.257 0.033,0.724 0.110,0.589-0.017,0.589-0.034,0.289-0.147,0.429-0.135,0.369-0.150,0.306-0.149,0.729-0.215,0.478-0.259,0.455-0.256,-0.900-0.098,0.034-0.134,-0.025-0.115,-0.064-0.095,-0.141-0.103,-0.187-0.103,-0.209-0.097,-0.213-0.088,0.024-0.098,-0.295 0.029,-0.292 0.065,-0.272 0.086,-0.531 0.173,-0.309 0.127,-0.302 0.132,-0.281 0.128,0.117 0.115,-0.359 0.218,-0.321 0.205,-0.244 0.177,-0.382 0.125,-0.343 0.081,0.772 1.537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245.000 288.000,'-0.016'0.057,"-0.024"0.088,-0.027 0.099,-0.027 0.098,-0.024 0.089,-0.021 0.076,-0.017 0.062,-0.013 0.048,-0.010 0.035,-0.007 0.025,-0.004 0.016,-0.003 0.009,-0.001 0.004,-0.000 0.001,0.000-0.001,0.001-0.002,0.012 0.171,-0.007 0.367,-0.009 0.431,-0.010 0.443,-0.009 0.419,-0.008 0.374,-0.007 0.319,-0.006 0.261,-0.014 0.322,0.032-0.445,0.039-0.599,0.040-0.638,0.036-0.605,0.031-0.531,0.028-0.525,0.016-0.388,0.012-0.347,0.009-0.297,0.006-0.243,0.004-0.192,0.003-0.145,0.002-0.183,0.000 0.086,-0.001 0.150,-0.001 0.175,-0.001 0.174,-0.001 0.158,-0.001 0.135,-0.001 0.108,-0.001 0.083,-0.001 0.060,-0.000 0.041,-0.000 0.026,-0.000 0.014,-0.000 0.006,-0.001-0.223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240.000 300.000,'0.159'0.000,"0.280"0.000,0.969 0.070,0.241 0.107,-0.018 0.121,-0.175 0.119,-0.258 0.108,-0.287 0.093,-0.294-0.034,-0.212-0.040,-0.180-0.066,-0.147-0.077,-0.114-0.079,-1.098-1.756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252.000 291.000,'0.024'0.035,"0.722"1.069,0.319 0.458,0.108 0.137,-0.032-0.072,-0.115-0.195,-0.157-0.254,-0.169-0.269,-0.163-0.256,-0.145-0.226,-0.122-0.189,-0.098-0.151,-0.075-0.114,0.003-0.182,0.537-1.371,0.220-0.466,0.101-0.067,0.019 0.189,-0.034 0.336,-0.065 0.402,-0.080 0.412,-0.082 0.386,-0.078 0.339,-0.069 0.283,-0.058 0.226,-0.046 0.172,-0.035 0.125,-0.058-0.004,-0.049-0.044,-0.048-0.080,-0.043-0.098,-0.038-0.102,-0.031-0.097,-0.024-0.086,-0.019-0.073,-0.013-0.060,-0.009-0.047,0.153-0.291,0.261-0.433,0.311-0.502,0.174-0.305,0.039-0.107,-0.043 0.018,-0.095 0.098,-0.222 0.142,-0.481 0.498,-0.508 0.529,-0.480 0.501,-0.249 0.373,-0.087 0.262,0.018 0.172,0.080 0.102,0.110 0.051,0.119 0.015,0.271-0.085,0.308-0.081,0.320-0.094,0.301-0.094,0.263-0.086,0.219-0.074,0.068-0.130,0.012-0.130,-0.037-0.130,-0.065-0.120,-0.077-0.104,-0.199-0.126,0.007-0.147,0.126-0.216,-0.052-0.088,-0.067-0.033,-0.072 0.005,-0.070 0.028,0.703-1.244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297.000 264.000,'0.000'0.057,"0.000"0.087,0.000 0.097,0.000 0.094,0.000 0.084,0.000 0.071,0.000 0.056,0.000 0.043,0.000 0.030,0.000 0.020,0.000 0.013,0.000 0.007,0.000 0.003,0.000-0.000,-0.006-0.505,-0.160 1.495,-0.075 0.471,-0.030 0.182,0.001-0.016,0.020-0.142,0.031-0.212,0.036-0.241,0.037-0.242,0.034-0.225,0.030-0.197,0.004-0.090,-0.009-0.083,-0.019-0.040,-0.023-0.010,0.105-0.645,-0.103 0.857,0.028-0.029,0.037-0.128,0.039-0.176,0.037-0.190,0.032-0.181,0.027-0.159,0.021-0.132,0.367-0.844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310.000 283.000,'-0.017'0.067,"-0.025"0.101,-0.028 0.113,-0.028 0.110,-0.025 0.098,-0.021 0.083,-0.016 0.066,-0.012 0.050,-0.009 0.036,-0.006 0.024,-0.004 0.015,-0.002 0.008,-0.001 0.003,0.000-0.000,0.001-0.002,0.001-0.003,0.010-0.063,0.015-0.093,0.016-0.103,0.016-0.100,0.014-0.089,0.012-0.075,0.009-0.059,0.007-0.045,0.005-0.032,0.003-0.021,0.002-0.013,0.001-0.007,-0.189 0.112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310.000 283.000,'0.027'-0.011,"0.041"-0.017,0.046-0.019,0.045-0.018,0.041-0.016,0.035-0.014,0.028-0.011,0.021-0.008,0.015-0.006,0.010-0.004,0.007-0.003,0.004-0.001,0.001-0.001,0.000-0.000,-0.001 0.000,-0.001 0.001,0.790-0.316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321.000 283.000,'-0.047'0.173,"-0.078"0.288,-0.097 0.356,-0.065 0.363,0.078-0.089,0.135-0.263,0.162-0.357,0.169-0.394,0.161-0.391,0.145-0.361,0.086-0.252,0.048-0.171,0.017-0.105,-0.003-0.054,-0.017-0.018,-0.024 0.007,-0.023 0.097,-0.118 0.336,-0.129 0.383,-0.124 0.380,-0.112 0.347,-0.094 0.298,-0.076 0.243,-0.045 0.163,-0.024 0.128,-0.009 0.087,0.001 0.055,0.007 0.030,0.014-0.040,0.022-0.173,0.023-0.204,0.022-0.205,0.019-0.188,0.016-0.162,0.012-0.131,0.009-0.102,0.006-0.075,0.004-0.052,0.003-0.033,0.001-0.019,0.000-0.009,-0.000-0.002,0.043-0.031,0.075-0.059,0.086-0.068,0.087-0.068,0.080-0.063,0.070-0.055,0.058-0.046,0.047-0.036,0.035-0.028,0.026-0.020,-0.110 0.149,-0.018 0.103,-0.025 0.126,0.020 0.145,-0.080 0.164,-0.086 0.144,-0.083 0.120,-0.075 0.096,-0.065 0.074,-0.053 0.054,-0.042 0.037,-0.022-0.039,-0.006-0.054,0.003-0.072,0.009-0.079,0.013-0.078,0.014-0.072,0.014-0.063,0.399-0.075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351.000 280.000,'0.000'0.018,"0.000"0.027,0.000 0.031,0.000 0.030,0.000 0.027,0.000 0.023,0.000 0.019,0.000 0.014,0.000 0.011,0.000 0.007,0.000 0.005,0.000 0.003,0.000 0.001,0.000 0.000,0.000-0.000,0.000-0.001,0.000-0.001,0.000-0.001,0.000-0.001,0.000 0.008,0.000 0.023,0.000 0.027,0.000 0.027,0.000 0.025,-0.012-0.020,-0.020 0.017,-0.024 0.017,-0.025 0.015,-0.024 0.013,-0.607 1.350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351.000 279.000,'0.007'-0.022,"0.011"-0.033,0.013-0.038,0.013-0.038,0.012-0.035,0.010-0.030,0.008-0.025,0.007-0.020,0.005-0.015,0.004-0.011,0.002-0.007,0.044 0.003,0.056 0.036,0.061 0.043,0.059 0.043,0.053 0.039,0.044 0.034,-0.134 0.075,0.019 0.071,0.153 0.170,-0.014 0.098,-0.032 0.064,-0.042 0.039,-0.044 0.019,-0.042 0.006,-0.038-0.003,-0.032-0.009,-0.127-0.259,0.033 0.477,-0.104 0.145,-0.110 0.117,-0.105 0.090,-0.094 0.066,-0.080 0.046,-0.065 0.029,-0.008-0.039,0.085-0.210,0.114-0.245,0.122-0.245,0.116-0.223,0.102-0.190,0.084-0.153,0.066-0.117,0.049-0.085,0.035-0.058,0.023-0.036,0.014-0.020,0.007-0.009,0.002-0.001,-0.001 0.004,-0.003 0.006,-0.003 0.007,-0.004 0.007,-0.003 0.007,-0.003 0.006,-0.002 0.004,-0.002 0.003,-0.001 0.002,-0.001 0.002,-0.019 0.106,0.021 0.103,0.026 0.118,0.027 0.119,0.025 0.111,0.022 0.097,0.019 0.082,0.016 0.065,0.012 0.050,0.009 0.037,-0.044-0.056,0.007-0.031,1.634 0.972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373.000 283.000,'-0.037'0.028,"-0.058"0.043,-0.067 0.050,-0.068 0.051,-0.063 0.047,-0.056 0.042,-0.047 0.035,-0.038 0.028,-0.026 0.054,0.045 0.019,0.063 0.012,0.069 0.006,0.066 0.003,0.059 0.000,0.050-0.001,0.039-0.002,0.030-0.003,0.022-0.003,0.112-0.131,0.157-0.203,0.170-0.227,0.164-0.222,0.145-0.199,0.122-0.168,0.096-0.135,0.073-0.102,0.052-0.074,-0.065 0.062,-0.125 0.134,-0.153 0.168,-0.157 0.175,-0.145 0.163,-0.126 0.142,-0.103 0.117,-0.055 0.103,-0.003 0.089,0.018 0.081,0.030 0.070,0.036 0.058,0.038 0.046,0.036 0.035,0.019 0.007,-0.010-0.032,-0.022-0.048,-0.028-0.054,-0.030-0.054,-0.029-0.050,-0.026-0.044,-0.022-0.036,-0.018-0.029,-0.014-0.022,0.228-0.114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384.000 280.000,'0.026'0.069,"0.039"0.105,0.044 0.118,0.043 0.116,0.039 0.104,0.033 0.089,0.027 0.071,0.020 0.055,0.015 0.040,0.010 0.027,-0.240-0.654,0.355 0.353,0.054-0.261,0.025-0.226,0.005-0.185,-0.007-0.144,-0.014-0.106,-0.017-0.073,-0.017-0.047,-0.015-0.027,-0.013-0.013,-0.011-0.003,-0.008 0.003,-0.006 0.007,0.019 0.032,0.056 0.011,0.065 0.010,0.066 0.009,0.060 0.007,0.052 0.006,-0.058 0.125,-0.046 0.140,-0.064 0.160,-0.070 0.161,-0.069 0.150,-0.063 0.132,-0.055 0.110,-0.014 0.057,0.013 0.019,0.030-0.007,0.038-0.023,0.041-0.032,0.039-0.035,0.035-0.034,0.086-0.072,0.078-0.115,0.078-0.122,0.072-0.116,0.063-0.104,0.030-0.119,-0.006-0.115,-0.023-0.104,-0.032-0.089,-0.035-0.072,-0.034-0.056,-0.031-0.041,-0.026-0.029,-0.046-0.000,-0.104 0.076,-0.111 0.094,-0.105 0.096,-0.092 0.089,-0.076 0.077,-0.059 0.063,-0.044 0.049,-0.101 0.210,-0.127 0.284,-0.134 0.310,-0.127 0.301,-0.112 0.270,-0.094 0.229,-0.074 0.184,-0.056 0.141,-0.041 0.103,-0.028 0.071,-0.017 0.045,-0.009 0.026,-0.004 0.011,0.403-0.862,0.030 0.025,-0.564 0.925,-0.568 0.415,-0.693 0.459,-0.734 0.460,-0.715 0.431,-0.851-0.065,-0.155-0.422,0.206-0.517,0.427-0.545,0.544-0.526,-5.721 0.400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246.000 289.000,'0.035'0.061,"0.055"0.097,0.065 0.113,0.066 0.116,0.062 0.109,0.056 0.097,0.047 0.083,0.039 0.068,-0.054 0.014,-0.080 0.035,-0.104 0.026,-0.113 0.018,-0.112 0.012,-0.104 0.007,-0.138 0.099,-0.102-0.012,-0.081-0.019,-0.062-0.022,-0.045-0.022,0.455-0.712,-0.623 0.702,-0.034-0.082,0.031-0.115,0.069-0.126,0.087-0.123,0.092-0.111,0.087-0.095,0.077-0.077,-0.284-0.208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289.000 335.000,'-0.080'0.000,"-0.252"0.028,-0.089 0.043,-0.020 0.048,0.356-0.081,-0.347 0.490,0.003 0.243,0.030 0.154,0.224-0.462,-0.316 1.190,-0.048 0.220,-0.040 0.027,0.464-1.514,0.001 0.008,-0.426 1.742,0.059-0.054,0.073-0.188,0.117-0.459,0.054-0.184,0.050-0.181,0.045-0.169,0.070-0.216,0.103-0.401,0.105-0.410,0.098-0.387,0.087-0.345,0.074-0.294,0.060-0.240,-0.359 1.093,0.583-1.733,0.126-0.270,0.094-0.141,0.150-0.134,0.088-0.034,0.043 0.030,-0.960 2.098,0.829-1.686,-0.036 0.191,-0.068 0.254,-0.749 1.366,0.552-0.871,-0.104 0.318,-0.106 0.322,-0.103 0.308,-0.253 0.234,0.127 0.640,-0.144 0.655,-0.129 0.573,-0.035-1.443,-0.086 1.966,-0.085 0.236,-0.067 0.084,0.017-0.463,-0.001-0.121,0.011-0.155,0.018-0.170,0.016 0.059,0.082-0.448,0.086-0.446,0.062-0.451,0.066-0.248,0.066-0.224,0.062-0.195,-0.114 0.041,0.366-0.730,0.140-0.425,0.116-0.347,-0.087 0.150,-0.004-0.015,-0.025 0.044,-0.038 0.083,0.145-0.288,-0.068 0.211,-0.099 0.281,-0.477 0.994,0.090-0.095,0.208 0.183,-0.049 0.456,-0.034 0.331,-0.021 0.227,-0.011 0.143,-0.004 0.079,-0.226-0.887,0.132 0.508,0.174 0.515,0.028-0.081,0.014-0.139,-0.323-0.845,0.008-0.012,0.545 0.372,0.164-0.278,0.122-0.245,-0.267-0.106,0.572-0.348,0.046-0.258,-0.015-0.213,-0.005-0.168,-0.132-0.006,-0.147 0.058,-0.788 0.813,0.724-0.883,-0.029-0.059,-0.076 0.012,-0.479 0.635,0.254-0.752,-0.250 0.033,-0.269 0.102,-0.264 0.141,-0.173 0.233,-0.114 0.255,-0.066 0.264,-0.051 0.209,-0.020 0.157,-0.005 0.110,0.006 0.072,0.029 0.110,-0.012 0.164,-0.016 0.179,-0.018 0.179,-0.139 0.407,-0.002 0.166,0.009 0.113,0.126 0.043,0.188-0.003,0.210-0.032,0.271-0.243,0.285-0.193,0.283-0.214,0.252-0.201,0.117-0.260,0.048-0.234,-0.622-0.231,0.515-0.103,0.018-0.182,0.003-0.155,-0.008-0.128,-0.706 0.373,0.847-0.631,-0.068-0.052,-0.104 0.015,-0.119 0.056,-0.119 0.077,-0.059 0.007,-0.065 0.017,-0.040-0.001,-0.022-0.012,0.955-1.634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341.000 316.000,'-0.033'0.045,"-0.052"0.069,-0.059 0.079,-0.060 0.079,-0.055 0.073,-0.048 0.064,-0.040 0.053,-0.037 0.192,0.012 0.202,0.025 0.209,0.031 0.195,0.032 0.169,0.030 0.138,0.082-0.363,0.026-0.042,0.026-0.065,0.024-0.077,0.013 0.130,0.025-0.019,0.020 0.003,0.016 0.017,0.012 0.024,0.008 0.027,0.026 0.063,0.034-0.020,0.037-0.032,0.035-0.037,0.037-0.224,0.066-0.123,0.072-0.135,0.045-0.209,0.047-0.213,0.038-0.220,0.029-0.211,-0.362 0.112,0.379-0.463,-0.043-0.158,-0.058-0.068,-0.064-0.005,-0.064 0.036,-0.059 0.061,-0.159 0.507,-0.040-0.641,-0.173-0.014,-0.160 0.046,-0.140 0.082,-0.117 0.099,-0.094 0.104,-0.073 0.100,-0.124 0.082,0.036 0.119,0.068 0.101,0.081 0.081,0.082 0.062,0.075 0.045,0.228-0.058,0.299-0.116,0.316-0.140,0.298-0.142,0.261-0.131,0.215-0.112,-0.872 0.464,0.942-0.633,0.134-0.239,0.098-0.236,0.067-0.218,0.043-0.191,0.024-0.160,0.010-0.129,0.076-0.175,-0.132 0.136,-0.157 0.201,-0.159 0.224,-0.148 0.220,-0.128 0.198,-0.105 0.169,-0.082 0.136,-0.061 0.105,-0.172 0.364,-0.152 0.422,-0.163 0.469,-0.159 0.467,-0.145 0.433,-0.126 0.380,-0.105 0.320,-0.084 0.258,-0.042 0.117,0.012-0.093,0.037-0.182,0.051-0.225,0.056-0.236,0.055-0.226,0.050-0.203,0.044-0.173,0.036-0.141,0.101-0.245,0.147-0.373,0.156-0.384,0.150-0.359,0.133-0.315,0.112-0.261,0.089-0.206,-0.059 0.067,-0.046 0.067,-0.071 0.120,-0.083 0.146,-0.085 0.153,-0.080 0.147,-0.071 0.133,-0.003 0.154,0.026 0.168,0.051 0.153,0.062 0.132,0.065 0.108,0.061 0.084,0.036-0.056,0.079-0.072,0.080-0.102,0.075-0.115,0.067-0.115,0.062-0.114,-0.055-0.099,-0.085-0.078,-0.098-0.058,-0.098-0.042,-0.090-0.028,-0.063-0.025,-0.059-0.002,-0.043 0.005,-0.030 0.010,-0.019 0.011,-0.011 0.012,-0.005 0.011,-0.001 0.009,0.002 0.008,0.003 0.006,0.004 0.004,0.004 0.003,0.004 0.002,0.003 0.001,0.003 0.001,0.002 0.000,0.001-0.000,0.001-0.000,0.001-0.000,0.000-0.000,0.000-0.000,-0.381-0.738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386.000 328.000,'-0.060'0.078,"-0.093"0.121,-0.107 0.139,-0.107 0.139,-0.099 0.128,-0.086 0.112,-0.071 0.092,-0.056 0.073,-0.042 0.055,-0.030 0.039,-0.020 0.027,-0.013 0.016,-0.007 0.009,0.156-0.136,0.176-0.122,0.206-0.143,0.211-0.146,0.200-0.139,0.179-0.124,0.152-0.106,0.177-0.237,0.186-0.306,0.177-0.331,0.160-0.324,0.137-0.297,0.113-0.259,0.216-0.512,0.045-0.360,0.012-0.325,-0.010-0.276,-0.201 0.190,-0.177 0.211,-0.200 0.303,-0.200 0.340,-0.185 0.338,-0.162 0.312,-0.136 0.273,-0.178 0.369,-0.207 0.448,-0.200 0.438,-0.179 0.398,-0.153 0.341,-0.124 0.278,-0.050 0.237,-0.070 0.332,-0.055 0.326,-0.041 0.300,-0.030 0.262,-0.020 0.219,-0.012 0.176,0.034 0.181,0.201-0.333,0.234-0.442,0.234-0.472,0.215-0.451,0.185-0.400,0.091-0.372,0.065-0.257,0.035-0.207,0.013-0.159,-0.002-0.117,-0.012-0.082,-0.017-0.053,0.998-0.999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308.000 414.000,'-0.226'-0.093,"-0.371"-0.153,-0.452-0.186,-0.484-0.199,0.637 0.358,-1.686-0.187,-0.387 0.121,-0.164 0.116,-0.000 0.105,-0.494 0.310,0.133 0.418,0.170 0.444,0.402 0.383,0.266 0.440,0.269 0.414,0.252 0.369,0.344 0.188,0.219 0.320,0.197 0.296,0.170 0.262,0.188 0.282,0.252 0.031,0.248-0.046,0.230-0.094,0.203-0.120,0.172-0.130,0.114-0.615,0.551 0.323,0.686-0.335,0.754-0.371,0.749-0.371,0.342-0.464,0.158-0.441,-0.009-0.424,-0.035-0.516,0.155-0.516,0.191-0.508,0.204-0.472,0.711-0.704,0.224-0.515,0.176-0.432,-0.089-0.332,0.177-0.504,0.173-0.495,0.159-0.456,-0.036-0.397,-0.645 0.098,-0.803 0.257,-0.845 0.339,-0.810 0.367,-0.727 0.358,-0.783 0.150,-0.882 0.508,-0.766 0.469,-0.627 0.404,-0.488 0.328,-0.360 0.253,1.819 1.123,-3.954-0.614,-2.170 0.400,-2.019 0.443,-1.786 0.442,-0.752 0.291,0.327 0.146,0.890 0.047,1.195-0.020,1.312-0.063,1.298-0.087,-6.454 1.447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78.000 469.000,'0.312'-0.148,"0.472"-0.225,0.527-0.251,0.513-0.245,0.459-0.219,0.386-0.184,-0.829 0.427,0.184-0.032,2.326-0.654,1.938-0.360,1.547-0.195,0.506 0.107,0.013 0.227,-0.295 0.283,-0.462 0.296,-0.529 0.279,-0.527 0.246,-0.484 0.206,-1.667 0.200,-0.131 0.079,-0.059 0.064,0.481 0.052,-0.339 0.048,-0.397 0.032,0.097-0.080,0.975-0.144,1.287-0.183,1.436-0.200,2.678-0.284,-0.042-0.033,-0.698 0.049,-1.055 0.097,-1.197 0.120,-1.191 0.124,-2.860 0.276,-0.109 0.084,2.172 0.132,-0.787 0.166,-0.860 0.101,-0.828 0.053,-0.734 0.019,-0.612-0.003,-0.198 0.780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509.000 335.000,'-0.127'-0.096,"-0.194"-0.145,-0.217-0.163,-0.212-0.159,-0.190-0.143,-0.161-0.121,-0.129-0.096,-0.098-0.073,-0.070-0.053,-0.048-0.036,-0.030-0.022,1.176 0.907,-2.882-0.069,-1.401 1.261,-1.195 1.409,-0.965 1.372,0.831 0.072,0.416 0.230,0.649 0.018,0.757-0.121,0.775-0.203,0.733-0.243,0.863-0.160,0.986-0.281,0.935-0.260,0.834-0.227,0.708-0.189,0.475-0.321,0.405-0.279,0.299-0.278,0.210-0.257,0.137-0.226,0.080-0.190,0.038-0.154,0.257-0.296,0.212-0.393,0.232-0.412,0.228-0.394,0.208-0.354,0.180-0.302,0.256-0.367,-0.421-0.123,-0.541-0.041,-0.567 0.012,-0.533 0.043,-0.466 0.058,-0.384 0.062,-0.301 0.059,-0.224 0.052,-0.158 0.044,-0.104 0.034,-0.062 0.026,-0.031 0.018,-0.010 0.012,0.004 0.007,0.012 0.004,0.016 0.001,0.017-0.000,-0.986-0.128,-1.437-0.326,-1.646-0.375,-1.648-0.377,-1.519-0.348,-1.319-0.303,-0.429 0.540,-0.285 0.843,-0.021 1.046,0.150 1.099,0.249 1.051,0.293 0.944,0.300 0.805,0.043 1.031,0.754 0.593,0.778 0.418,0.725 0.275,0.631 0.164,0.725-0.278,0.721-0.525,0.656-0.631,0.560-0.641,0.453-0.592,0.600 2.715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536.000 264.000,'-0.032'0.042,"-0.049"0.066,-0.057 0.076,-0.058 0.077,-0.054 0.072,-0.048 0.064,-0.040 0.054,0.002 0.019,0.052-0.037,0.071-0.058,0.078-0.066,0.075-0.066,0.082-0.138,0.082-0.151,0.080-0.163,0.074-0.160,-0.202 0.283,0.357-0.640,0.121-0.222,0.113-0.169,-0.522 0.902,0.651-1.073,0.031-0.071,-0.021-0.014,-0.629 1.111,0.707-0.962,0.057 0.006,-0.016 0.047,-0.065 0.071,0.135-0.099,0.018 0.108,0.039 0.102,-0.146 0.243,0.017 0.089,0.018 0.084,0.017 0.076,-0.079 0.179,-0.051 0.202,-0.065 0.226,-0.071 0.231,-0.041 0.194,-0.077 0.100,-0.070 0.045,-0.061 0.004,-0.212-0.295,0.467 1.097,0.097 0.290,0.054 0.128,0.137 0.061,0.081-0.206,0.074-0.274,-0.178-0.568,0.064-0.314,0.071-0.330,0.072-0.323,0.498-0.557,0.212-0.480,0.198-0.401,-0.199-0.019,-0.098-0.057,-0.150 0.013,-0.174 0.058,-0.178 0.083,-0.168 0.093,-0.086 0.025,-0.079 0.048,-0.045 0.030,-0.020 0.016,-0.086 0.107,-0.084 0.103,-0.092 0.116,-0.092 0.116,-0.085 0.108,-0.074 0.095,-0.062 0.080,0.274-0.675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606.000 235.000,'0.015'0.000,"0.023"0.000,0.027 0.000,0.026 0.000,0.024 0.000,0.021 0.000,0.017 0.000,0.013 0.000,0.010 0.000,0.007 0.000,0.005 0.000,0.003 0.000,0.001 0.000,0.000 0.000,-0.000 0.000,-0.001 0.000,0.028 0.014,0.039 0.021,0.044 0.024,0.044 0.024,0.040 0.022,0.034 0.019,-0.039 0.030,-0.036 0.050,-0.049 0.054,-0.053 0.052,-0.219 0.336,-0.277 0.592,-0.324 0.708,-0.534 1.191,-0.266 0.362,-0.160 0.098,-0.082-0.074,-0.026-0.173,0.010-0.219,0.212-0.369,0.397-0.573,0.443-0.585,0.431-0.541,0.374-0.568,0.320-0.511,0.264-0.453,0.156-0.341,0.184-0.337,0.156-0.290,0.127-0.240,0.099-0.189,0.073-0.143,0.103-0.160,-0.022 0.017,-0.049 0.064,-0.061 0.088,-0.265 0.389,-0.181 0.307,-0.196 0.336,-0.191 0.332,-0.176 0.306,-0.153 0.268,-0.123 0.305,-0.109 0.295,-0.083 0.265,-0.060 0.226,-0.041 0.185,-0.026 0.145,-0.014 0.109,0.078 0.159,0.136-0.078,0.156-0.125,0.155-0.143,0.140-0.141,0.118-0.127,-0.456-0.689,0.566 0.019,0.129-0.519,0.109-0.515,0.088-0.475,0.068-0.414,0.051-0.345,-0.085-0.145,-0.165-0.007,-0.204 0.083,-0.214 0.134,-0.205 0.156,-0.184 0.159,-0.157 0.150,-0.128 0.132,-0.100 0.112,-0.075 0.090,0.178 0.856,-0.366-0.589,-0.150 0.310,-0.128 0.332,-0.104 0.322,-0.082 0.292,-0.061 0.251,0.018 0.133,0.067 0.047,0.094-0.011,0.104-0.047,0.103-0.067,0.094-0.075,-0.513 1.348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654.000 241.000,'-0.064'0.043,"-0.103"0.068,-0.122 0.081,-0.220 0.283,-0.148 0.305,-0.120 0.311,-0.092 0.288,-0.068 0.249,-0.047 0.203,-0.030 0.158,-0.017 0.116,-0.008 0.081,0.304-0.403,0.342-0.380,0.395-0.452,0.400-0.464,0.373-0.438,0.329-0.389,0.276-0.329,-0.806 0.329,0.987-1.110,-0.000-0.509,-0.079-0.415,-0.123-0.324,-0.142-0.242,-0.144-0.171,-0.870 2.491,0.423-2.596,-0.567 0.494,-0.556 0.630,-0.499 0.656,-0.421 0.613,-0.336 0.533,0.068 0.366,0.013 0.265,0.079 0.197,0.115 0.139,0.130 0.092,0.130 0.055,0.120 0.027,-2.128 2.691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787.000 399.000,'0.069'-0.023,"0.107"-0.036,0.123-0.041,0.124-0.041,0.115-0.038,0.100-0.033,0.084-0.028,0.066-0.022,0.051-0.017,0.037-0.012,0.116-0.029,0.343-0.098,0.405-0.116,0.424-0.121,-1.089 0.332,2.044-0.603,0.865-0.250,0.841-0.244,0.779-0.227,0.588-0.123,0.425-0.044,0.288 0.013,0.179 0.051,1.771-0.299,-0.400 0.206,-0.592 0.226,-0.660 0.219,-0.647 0.196,-0.585 0.166,-3.770 0.675,3.325-0.399,0.002 0.124,-0.013 0.102,-0.022 0.080,-0.026 0.060,-0.026 0.043,-0.365 0.054,-0.555 0.056,-0.635 0.054,-0.640 0.048,-0.596 0.041,-0.524 0.034,-0.439 0.026,1.054 0.117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1258.000 328.000,'-0.094'-0.035,"-0.678"-0.268,-0.409-0.182,-0.274-0.140,-0.166-0.104,-0.850-0.294,-0.453-0.037,-0.425 0.010,-0.679 0.122,-0.779 0.181,-0.775 0.202,-0.249 0.331,-0.542 0.353,-0.467 0.363,2.439 0.108,2.910-0.373,-6.505 1.793,0.172 0.464,0.612 0.187,1.669-0.365,0.623-0.004,0.614-0.033,0.576-0.051,2.875-1.703,-2.943 2.508,0.516 0.481,0.498 0.491,1.303-1.462,-0.478 2.389,0.664 0.120,0.601-0.070,0.466-1.278,0.291-0.355,0.252-0.398,0.211-0.407,0.278-0.441,0.386-0.228,0.423-0.172,-0.144-0.540,2.263 0.441,0.977-0.504,0.808-0.486,0.636-0.435,0.476-0.367,0.338-0.294,-4.314 0.246,5.450-1.135,0.536-0.700,0.326-0.624,0.170-0.523,0.061-0.415,-0.011-0.313,-0.766 0.133,-1.153 0.390,-1.285 0.511,-1.250 0.538,-1.117 0.507,-0.938 0.443,-2.215 1.131,1.261-2.229,-0.689-0.463,-0.595-0.119,-0.893 0.454,-1.067-0.027,-1.167-0.023,-1.166-0.018,-1.903-0.117,-1.305 0.327,-1.101 0.394,-1.484 0.813,-1.620 1.021,-1.588 1.079,-1.451 1.037,-1.514 1.072,0.617 0.625,1.168 0.388,1.404 0.209,1.427 0.082,2.652-0.632,1.309-0.204,1.227-0.242,1.091-0.251,0.978-0.291,0.839-0.297,0.692-0.282,0.550-0.253,-0.425 3.040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1182.000 431.000,'-0.492'0.192,"-0.787"0.308,-0.932 0.365,0.513-0.205,0.336-0.121,-2.862 1.199,-0.488 0.261,-0.086 0.099,0.187-0.016,0.355-0.090,0.445-0.134,3.022-1.469,-2.436 1.303,0.717-0.285,0.662-0.286,0.578-0.265,1.329-0.469,1.078-0.389,0.883-0.339,0.696-0.283,0.002-0.090,0.122-0.110,0.000-0.072,-0.085-0.042,0.215-0.151,0.142-0.119,0.194-0.128,0.217-0.126,0.608-0.337,0.129-0.155,0.063-0.132,0.017-0.108,-0.015-0.084,-0.246 0.051,-0.025-0.060,-0.020-0.053,-0.016-0.046,-0.831 0.381,-0.639 0.223,-0.765 0.276,-0.812 0.299,-0.993 0.291,-1.057 0.519,-0.910 0.490,-0.749 0.436,-0.446 0.373,-0.504 0.386,-0.419 0.351,-0.335 0.305,0.636-0.186,0.015 0.074,-0.843 0.568,0.217 0.055,0.272 0.017,0.288-0.009,0.277-0.025,0.456-0.141,0.712-0.333,0.741-0.377,0.702-0.374,0.622-0.344,0.522-0.297,0.768-0.359,0.774-0.392,0.715-0.354,0.616-0.300,0.501-0.241,0.387-0.183,-2.463 0.777,3.118-1.202,0.300-0.321,0.131-0.268,0.018-0.212,-0.053-0.159,-0.090-0.113,-1.072 0.360,-0.904 0.283,-1.015 0.374,-1.011 0.404,-0.934 0.394,-0.816 0.358,-0.697 0.432,-0.649 0.439,-0.557 0.425,-0.459 0.385,-0.363 0.333,-0.275 0.276,-0.199 0.220,-0.520 0.445,0.239 0.081,0.656-0.129,0.433 0.016,0.437 0.006,0.404-0.001,0.353-0.005,0.293-0.007,0.232-0.008,0.983-1.425,-1.762 8.855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1200.000 475.000,'-0.042'0.000,"-0.064"0.000,-0.073 0.000,-0.072 0.000,-0.065 0.000,-0.056 0.000,-0.045-0.045,0.096-0.069,0.185-0.079,0.227-0.079,0.236-0.073,0.223-0.064,0.198-0.053,0.406-0.023,0.443 0.027,0.446 0.046,0.411 0.054,0.354 0.054,0.290 0.049,0.226 0.042,0.168 0.035,0.118 0.027,-0.111 0.050,0.132 0.048,0.134 0.049,0.125 0.047,0.110 0.041,0.092 0.035,0.074 0.028,0.057 0.022,0.042 0.016,0.029 0.011,-0.723-0.032,-0.227-0.013,-0.268-0.017,0.105 0.002,-0.367-0.015,-0.340-0.011,-0.297-0.008,-0.247-0.005,-0.198-0.003,-0.151-0.002,-0.110-0.001,-0.076 0.000,-0.049 0.001,-0.306-0.023,-0.028-0.006,3.752 0.169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1310.000 446.000,'0.238'-0.010,"0.361"-0.015,0.405-0.017,0.396-0.016,0.356-0.015,0.301-0.012,0.241-0.010,0.183-0.007,0.132-0.005,0.090-0.004,0.056-0.002,0.031-0.001,0.013-0.001,0.000 0.000,-0.007 0.000,-0.011 0.000,-0.012 0.001,-0.012 0.000,-2.255 0.092,2.005-0.057,-0.202 0.036,-0.300 0.041,-0.340 0.041,-0.341 0.038,0.884 0.555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1143.000 486.000,'0.045'-0.027,"0.069"-0.041,0.078-0.047,0.078-0.047,0.072-0.043,0.062-0.037,0.051-0.031,0.040-0.024,0.030-0.018,0.261-0.001,0.389 0.008,0.437 0.014,0.432 0.016,0.394 0.016,0.132 0.024,0.132 0.012,0.062 0.009,0.013 0.007,-0.019 0.005,0.134-0.035,-0.077-0.035,-0.088-0.040,-0.087-0.040,-0.079-0.037,-0.068-0.032,-0.300 0.019,-0.281 0.023,-0.304 0.033,-0.294 0.037,-0.265 0.036,-0.226 0.033,-0.184 0.029,0.264-0.357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1159.000 183.000,'-0.041'0.000,"-0.065"0.000,-0.076 0.000,-0.078 0.000,-0.074 0.000,-0.121 0.000,-0.143 0.000,-0.148 0.000,-0.141 0.000,-0.127 0.000,-0.286 0.104,-0.086 0.157,-0.047 0.176,-0.020 0.171,-0.001 0.153,0.010 0.129,0.001 0.206,-0.004 0.235,-0.007 0.231,-0.008 0.208,-0.008 0.176,-0.008 0.141,0.268-0.264,0.150-0.093,0.171-0.129,0.174-0.143,0.163-0.143,0.144-0.132,0.122-0.116,0.100-0.098,0.247-0.108,0.330-0.256,0.340-0.260,0.317-0.240,0.276-0.207,-0.019-0.165,0.053-0.175,0.010-0.162,-0.019-0.143,-0.036-0.121,-0.045-0.098,-0.048-0.076,-0.046-0.086,-0.042-0.087,-0.036-0.081,-0.030-0.072,-0.024-0.061,-0.018-0.050,-0.013-0.039,-0.011-0.039,-0.123 0.143,-0.138 0.178,-0.137 0.186,-0.125 0.176,-0.108 0.156,-0.089 0.131,-0.069 0.105,-0.052 0.080,-0.037 0.058,-0.041 0.179,-0.041 0.242,-0.037 0.261,-0.032 0.252,-0.026 0.226,-0.020 0.191,-0.015 0.155,-0.011 0.119,-0.007 0.088,0.095-1.105,0.273 1.252,0.460-0.026,0.482-0.082,0.452-0.108,-0.025-0.289,-0.018-0.205,-0.109-0.211,-0.159-0.200,-0.179-0.178,-0.179-0.151,-0.165-0.122,0.912-1.229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1178.000 189.000,'-0.116'0.580,"-0.180"0.901,-0.207 1.034,-0.208 1.038,-0.192 0.960,-0.167 0.837,-0.139 0.694,-0.110 0.551,0.161-0.819,0.090-0.469,0.127-0.657,0.143-0.742,0.146-0.752,-0.600 2.394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1182.000 182.000,'0.042'0.012,"0.065"0.019,0.075 0.021,0.075 0.021,0.069 0.020,0.060 0.017,0.050 0.014,0.039 0.011,0.030 0.008,0.021 0.006,0.014 0.004,0.009 0.003,0.005 0.001,0.091 0.213,0.130 0.326,0.147 0.371,0.146 0.370,0.134 0.340,-0.016 0.115,-0.143-0.091,-0.198-0.193,-0.216-0.240,-0.209-0.250,-0.187-0.235,-0.159-0.206,-0.539 0.241,-0.325 0.126,-0.166 0.020,-0.052-0.049,0.025-0.090,0.072-0.109,0.097-0.114,0.106-0.108,0.103-0.097,0.095-0.082,0.099-0.091,0.040-0.047,0.025-0.036,0.013-0.027,0.005-0.019,-1.041 0.450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1210.000 192.000,'0.000'0.077,"0.000"0.118,0.000 0.133,0.000 0.131,0.000 0.118,0.000 0.101,0.000 0.082,0.000 0.063,0.000 0.046,0.000 0.032,0.000 0.020,-0.283 0.272,-0.471 0.846,-0.596 1.191,-0.213 0.348,-0.047 0.039,0.065-0.165,0.134-0.288,-0.143 0.645,-0.002 0.485,0.299-0.621,0.173-0.382,0.198-0.527,0.200-0.584,0.188-0.581,0.167-0.538,0.141-0.473,0.110-0.414,0.089-0.356,0.053-0.243,0.026-0.153,0.393-2.462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1214.000 189.000,'0.060'-0.006,"0.091"-0.009,0.101-0.010,0.098-0.010,0.088-0.009,0.073-0.007,0.058-0.006,0.044-0.004,0.031-0.003,0.021-0.002,0.013-0.001,0.007-0.001,0.002-0.000,-0.000 0.000,-0.002 0.000,-0.334 0.853,-0.498 1.292,-0.510 0.751,-0.472 0.358,-0.407 0.088,-0.332-0.082,1.501-2.610,-2.291 2.474,-0.208-0.296,0.112-0.428,0.300-0.473,0.390-0.461,0.413-0.415,-1.224-0.513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1230.000 200.000,'0.033'0.116,"0.053"0.185,0.062 0.218,0.064 0.225,0.072 0.149,0.047 0.004,0.035-0.063,0.025-0.102,0.017-0.119,0.203-0.175,0.280-0.223,0.316-0.222,0.313-0.205,0.287-0.177,0.248-0.146,-0.035-0.094,-0.092-0.089,-0.164-0.069,-0.198-0.050,-0.205-0.035,-0.195-0.023,-0.174-0.013,-0.147-0.006,-0.394 0.362,-0.061-0.306,-0.499 0.194,-0.526 0.238,-0.502 0.246,-0.446 0.232,0.121 0.108,-0.054 0.090,0.010 0.066,-0.127 0.171,0.102 0.148,0.121 0.148,0.125 0.137,0.119 0.121,0.106 0.102,0.091 0.082,0.075 0.064,0.212 0.073,0.383-0.096,0.415-0.132,0.401-0.144,0.360-0.139,0.305-0.125,0.246-0.106,0.190-0.086,-0.670-0.260,0.019-0.032,0.851 0.060,-0.013-0.142,-0.062-0.133,-0.086-0.116,-0.093-0.095,-0.089-0.075,-0.079-0.055,-0.066-0.039,-0.052-0.026,-0.040-0.015,-0.028-0.008,-0.019-0.002,-0.012 0.001,-0.006 0.003,-0.002 0.004,0.000 0.004,-0.161 0.044,-0.099 0.015,-0.112 0.016,-0.112 0.015,-0.104 0.013,-0.091 0.011,-0.076 0.009,-0.061 0.007,0.496-0.689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1279.000 200.000,'0.074'0.000,"0.120"0.000,0.146 0.000,0.174-0.037,0.183-0.060,0.180-0.073,0.402-0.134,0.031-0.048,-0.053-0.020,-0.100-0.001,-0.262 0.099,-0.145 0.085,-0.146 0.098,-0.137 0.100,-0.121 0.094,-0.103 0.084,-0.084 0.071,-0.135 0.118,-0.159 0.140,-0.163 0.145,-0.155 0.137,-0.139 0.123,-0.118 0.106,-0.097 0.087,0.186-0.268,-0.043 0.056,-0.273 0.494,0.106 0.054,0.159 0.016,0.181-0.009,0.181-0.025,0.167-0.364,0.097-0.106,0.087-0.121,1.478 1.640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1311.000 207.000,'-0.068'-0.017,"-0.106"-0.027,-0.122-0.031,-0.123-0.031,-0.114-0.028,-0.099-0.025,-0.082-0.021,-0.066-0.016,-0.050-0.012,0.007 0.052,-0.024 0.073,-0.018 0.088,-0.012 0.092,-0.008 0.088,-0.004 0.079,-0.002 0.068,0.000 0.056,0.004 0.151,0.093 0.156,0.107 0.161,0.108 0.152,0.101 0.134,0.088 0.112,0.206 0.049,0.290-0.135,0.299-0.186,0.278-0.200,0.241-0.190,0.197-0.168,0.017-0.227,0.096-0.209,0.073-0.206,0.054-0.190,0.037-0.165,0.024-0.137,0.014-0.109,0.006-0.083,0.001-0.060,-0.002-0.041,0.117-0.169,-0.026-0.082,-0.033-0.076,-0.035-0.066,-0.032-0.054,-0.028-0.042,-0.023-0.031,-0.018-0.022,-0.013-0.014,-0.090 0.081,0.114-0.155,0.141-0.183,0.148-0.190,0.143-0.181,0.130-0.162,0.076-0.141,-0.277 0.265,-0.361 0.359,-0.384 0.388,-0.366 0.374,-0.325 0.334,-0.273 0.282,-0.235 0.330,-0.226 0.309,-0.206 0.300,-0.179 0.273,-0.148 0.236,-0.118 0.196,-0.091 0.156,-0.180 0.292,-0.090 0.201,-0.073 0.181,-0.057 0.154,-0.043 0.125,-0.030 0.097,0.004 0.130,0.199-0.117,0.235-0.164,0.235-0.177,0.215-0.169,0.183-0.150,0.218-0.292,0.183-0.204,0.168-0.198,0.146-0.178,0.121-0.152,0.095-0.124,0.082-0.080,0.020-0.091,-0.006-0.068,-0.021-0.048,0.892 0.358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1283.000 204.000,'0.000'-0.029,"0.000"-0.044,0.000-0.049,0.000-0.048,0.000-0.044,0.000-0.037,0.000-0.030,0.000-0.023,0.000-0.016,0.000-0.011,0.000-0.007,0.000-0.004,-0.021 0.035,-0.031 0.067,-0.035 0.076,-0.034 0.074,-0.030 0.067,-0.025 0.056,-0.020 0.045,-0.015 0.034,-0.011 0.024,-0.007 0.016,-0.004 0.010,-0.002 0.005,-0.001 0.002,-0.125 0.190,-0.206 0.300,-0.233 0.339,-0.230 0.335,-0.209 0.304,-0.178 0.260,-0.050 0.075,0.113-0.151,0.174-0.239,0.195-0.270,0.191-0.265,0.171-0.239,-0.362 0.357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1349.000 208.000,'-0.059'0.070,"-0.089"0.107,-0.100 0.120,-0.097 0.117,-0.087 0.105,-0.074 0.088,-0.059 0.071,-0.045 0.054,-0.032 0.039,-0.022 0.026,-0.013 0.016,-0.007 0.009,-0.003 0.003,0.000 0.000,0.002-0.002,0.023-0.040,-0.010-0.007,-0.012-0.006,-0.013-0.006,0.043-0.069,0.068-0.096,0.081-0.108,0.082-0.107,0.076-0.097,0.067-0.084,0.055-0.069,0.044-0.054,0.033-0.040,-0.144-0.201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1349.000 200.000,'0.015'0.037,"0.022"0.056,0.025 0.063,0.024 0.061,0.022 0.055,0.018 0.046,0.015 0.037,0.011 0.028,0.008 0.020,0.005 0.013,0.003 0.008,0.002 0.004,-0.015-0.044,0.001-0.007,0.001-0.008,0.001-0.008,0.001-0.007,0.001-0.006,0.026-0.011,0.039-0.014,0.045-0.014,0.046-0.014,1.318 0.740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1382.000 209.000,'-0.054'0.054,"-0.082"0.082,-0.092 0.092,-0.090 0.090,-0.081 0.081,-0.068 0.068,-0.054 0.054,-0.041 0.041,-0.030 0.030,-0.020 0.020,-0.012 0.012,-0.007 0.007,-0.003 0.003,-0.073 0.017,-0.135 0.049,-0.152 0.055,-0.150 0.055,-0.136 0.049,-0.116 0.042,0.049-0.093,0.038-0.102,0.069-0.125,0.083-0.131,0.085-0.124,0.080-0.111,0.071-0.093,0.060-0.076,0.048-0.058,0.037-0.043,0.027-0.030,0.046-0.063,0.141-0.063,0.152-0.062,0.145-0.055,0.128-0.047,0.106-0.037,0.084-0.028,0.063-0.020,0.045-0.014,0.030-0.008,0.018-0.005,0.009-0.002,0.003 0.000,-0.001 0.001,-0.003 0.002,-0.004 0.002,-0.005 0.002,-0.004 0.002,-0.004 0.001,-0.003 0.001,-0.002 0.001,-0.027 0.058,-0.005 0.002,-0.005 0.000,-0.004-0.001,-0.003-0.001,-0.003-0.001,-0.002-0.001,0.422-1.293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1367.000 202.000,'0.053'0.822,"0.012"0.003,2.817 28.529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774.000 192.000,'-0.140'-0.126,"-0.214"-0.193,-0.242-0.218,-0.239-0.215,-0.217-0.195,-0.185-0.167,0.022 0.055,-0.280-0.195,-0.313-0.212,-0.196-0.114,-0.173-0.095,-0.124-0.056,-0.083-0.027,-0.157-0.045,-0.200-0.055,-0.219-0.059,-0.221-0.059,-0.482-0.074,-0.294 0.121,-0.276 0.167,-0.247 0.188,-0.963 0.245,-0.486 0.514,-0.464 0.536,5.107 0.246,-6.063 0.704,-0.076 0.687,0.184 0.533,0.469 0.561,0.605 0.531,0.638 0.468,3.541-2.110,-2.430 2.385,0.630 0.186,0.633 0.052,2.550-3.172,-1.845 3.685,0.741 0.146,0.656 0.066,0.882-3.810,0.185 3.997,0.794-0.012,0.645-0.136,0.862-0.284,0.924-0.352,0.884-0.364,0.395-0.536,0.060-0.598,-0.151-0.585,-3.551-1.650,5.844 0.834,1.622-0.737,1.222-0.687,0.929-0.795,0.671-0.795,0.455-0.728,-2.348 0.129,-0.033-0.380,-0.062-0.354,-0.079-0.317,-0.206-0.275,-0.284-0.231,-0.322-0.188,-0.332-0.148,1.277-1.319,-0.956-0.082,-1.003 0.009,-2.055 1.042,-0.977 0.186,-0.958 0.199,-0.888 0.196,-1.093-0.210,-1.408 0.251,-1.335 0.237,-1.029 0.760,-1.212 0.468,-1.166 0.500,-1.066 0.492,-0.691 0.642,-1.048 0.607,-1.012 0.612,-0.933 0.583,-4.114 1.399,-1.331 1.152,-1.012 1.038,3.121-0.442,-0.008 0.400,0.085 0.336,0.144 0.273,0.324 0.229,0.432 0.186,0.484 0.146,0.494 0.110,-1.507 1.233,1.674-0.573,1.770-0.745,-10.347 8.992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683.000 296.000,'0.054'0.000,"0.083"0.000,0.096 0.000,0.096 0.000,0.089 0.000,0.078 0.000,0.065 0.000,0.052 0.000,0.039 0.000,0.028 0.000,0.140-0.017,0.284-0.026,0.329-0.031,0.337-0.032,0.963-0.059,0.845-0.042,0.835-0.037,-0.026 0.013,-0.041 0.016,-0.223 0.026,-0.729 0.037,-0.044 0.001,0.004-0.005,0.037-0.008,-2.544 0.120,5.186-0.367,0.675-0.101,0.105-0.047,-0.255-0.010,-0.455 0.014,-0.541 0.027,-3.531 0.340,3.130-0.291,-0.354 0.015,-0.384 0.006,-0.370 0.000,-0.330-0.003,-0.278-0.005,-0.821 0.099,-0.303 0.039,-0.299 0.046,-0.278 0.048,2.843-0.261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742.000 334.000,'0.000'-0.035,"0.000"-0.054,0.000-0.061,0.000-0.061,0.000-0.056,0.000-0.048,0.000-0.039,0.000-0.018,0.000-0.100,0.000-0.114,0.000-0.117,-0.112-0.266,-0.171-0.086,-0.193-0.048,-0.060 0.211,-0.187-0.015,-0.197-0.015,-0.194-0.015,-0.262 0.026,-0.295 0.054,-0.302 0.070,-0.291 0.077,-0.281 0.158,-0.259 0.205,-0.230 0.228,-0.198 0.231,-0.570 0.339,-0.105 0.317,-0.042 0.291,0.002 0.254,3.120-1.026,-3.575 1.658,0.144 0.292,0.222 0.188,0.489-0.017,0.612-0.142,0.637-0.208,0.599-0.230,0.525-0.225,0.436-0.203,0.617-1.141,0.085 0.959,0.519 0.005,0.463 0.028,0.394 0.040,0.322 0.046,0.253 0.046,0.190 0.043,-0.254-0.192,-0.065-0.036,-0.114-0.048,-0.141-0.055,0.498 0.281,0.288 0.040,0.374 0.060,0.396 0.067,0.376 0.066,0.333 0.060,-3.035-1.363,5.002 0.785,1.043-0.668,0.547-0.698,0.196-0.658,-0.037-0.578,-0.177-0.481,-1.293 0.083,-0.641 0.005,-0.698 0.097,-0.688 0.151,-0.656-0.030,-0.100-0.378,0.046-0.496,0.003-0.652,-0.559-0.219,-0.684-0.082,-0.720 0.014,-0.645 0.549,-0.440 0.269,-0.372 0.316,-0.306 0.332,-0.631 0.061,-0.574 0.365,-0.542 0.303,-0.482 0.241,-0.408 0.184,-0.331 0.134,2.632 0.608,-4.549-0.291,-0.910 0.236,-0.318 0.218,0.092 0.192,0.641 0.423,-0.717 0.672,-0.926 0.794,-1.997 1.151,0.066 0.382,0.500 0.109,0.753-0.077,0.090 0.214,1.530-0.537,1.489-0.592,1.331-0.573,1.117-0.511,0.888-0.427,1.924 0.135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632.000 440.000,'0.059'0.012,"0.090"0.018,0.102 0.021,0.102 0.020,0.093 0.019,0.079 0.016,0.065 0.013,0.393 0.003,0.514-0.012,0.556-0.017,0.531-0.018,-0.106-0.023,0.102-0.012,0.027-0.011,-0.024-0.009,-0.056-0.007,-0.073-0.005,0.070 0.051,0.581 0.088,0.726 0.108,1.326 0.126,0.445 0.035,0.226-0.001,0.069-0.024,-0.037-0.037,-0.102-0.042,-0.135-0.043,-0.147-0.040,-0.144-0.035,-0.131-0.029,-2.947-0.140,5.371-0.269,1.111-0.237,0.707-0.171,0.398-0.116,0.175-0.072,0.023-0.039,-0.073-0.016,-0.126 0.000,-0.148 0.010,-2.695 0.266,2.569-0.116,0.050 0.135,0.109 0.135,0.135 0.123,-1.114 0.131,-1.063 0.109,-1.224 0.096,-1.225 0.081,4.519 0.821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1016.000 415.000,'-0.037'0.037,"-0.057"0.057,-0.064 0.064,-0.064 0.064,-0.058 0.058,-0.049 0.049,-0.040 0.040,-0.031 0.031,-0.023 0.023,0.021 0.004,0.001 0.037,0.006 0.039,0.314-0.394,-0.004 0.013,-0.584 1.038,-0.189 0.384,-0.156 0.275,0.823-1.468,-0.848 1.766,0.045 0.003,0.083-0.148,0.127-0.228,0.144-0.259,0.142-0.256,0.201-0.425,0.172-0.360,0.170-0.364,0.157-0.342,0.138-0.303,0.115-0.257,0.093-0.209,0.068-0.093,0.128-0.214,0.116-0.197,0.101-0.175,0.085-0.110,0.070-0.059,0.056-0.021,0.043 0.007,0.394-0.484,0.057 0.031,0.035 0.048,-0.352 0.533,-0.139 0.237,-0.166 0.267,-0.175 0.270,-0.133 0.268,-0.299 0.451,-0.277 0.412,-0.240 0.354,-0.197 0.289,-0.154 0.224,-0.099 0.149,-0.161 0.310,-0.160 0.322,-0.148 0.309,-0.087 0.231,0.058-0.045,0.113-0.148,0.182-0.273,0.212-0.333,0.216-0.346,0.203-0.330,0.179-0.295,0.151-0.251,0.122-0.204,0.236-0.318,0.236-0.350,0.230-0.336,0.207-0.299,0.176-0.251,0.141-0.201,-0.158 0.120,-0.090 0.049,-0.131 0.095,-0.148 0.119,-0.150 0.126,-0.140 0.121,-0.124 0.110,-0.145 0.234,-0.148 0.299,-0.140 0.320,-0.125 0.311,-0.107 0.284,-0.087 0.247,-0.068 0.205,0.142-0.779,-0.290 1.064,-0.078 0.162,-0.044 0.108,-0.019 0.066,-0.002 0.034,0.009 0.011,0.049-0.050,0.099-0.193,0.111-0.225,0.110-0.227,0.100-0.211,0.086-0.184,0.071-0.152,0.055-0.120,0.041-0.091,0.029-0.065,1.004-0.136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1038.000 422.000,'0.165'-0.071,"-0.045"0.015,1.348-0.752,0.447-0.327,0.145-0.175,-0.059-0.065,-0.185 0.011,-0.252 0.058,-0.208 0.016,-0.371 0.189,-0.341 0.197,-0.293 0.185,-0.238 0.161,-0.184 0.132,-0.268 0.237,-0.295 0.279,-0.285 0.279,-0.254 0.255,-0.212 0.217,-0.168 0.175,0.180 0.012,0.065 0.133,0.103 0.125,0.121 0.111,0.124 0.094,0.118 0.077,0.105 0.060,0.212 0.042,0.358-0.240,0.374-0.296,0.353-0.305,0.310-0.285,0.258-0.249,0.178-0.225,0.044-0.192,-0.020-0.150,-0.056-0.111,-0.073-0.077,-0.077-0.050,-0.213 0.038,-0.127 0.008,-0.129 0.018,-0.120 0.024,-0.106 0.025,-0.089 0.024,-0.071 0.022,0.157-0.823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1090.000 386.000,'-0.082'0.065,"-0.126"0.099,-0.144 0.113,-0.142 0.112,-0.130 0.102,-0.111 0.087,-0.091 0.071,-0.070 0.055,-0.052 0.041,-0.036 0.029,-0.024 0.019,-0.014 0.011,-0.007 0.005,-0.002 0.001,0.252 1.273,-0.112 1.826,0.098 0.605,0.119 0.060,0.124-0.299,0.119-0.511,0.107-0.614,0.092-0.638,0.081-0.558,0.075-0.556,0.061-0.466,0.047-0.374,0.035-0.288,0.025-0.212,0.017-0.147,0.010-0.095,0.005-0.055,0.001-0.025,-0.095 0.196,0.242-0.537,0.096-0.172,0.066-0.079,0.042-0.012,0.023 0.033,1.911-2.403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1068.000 412.000,'0.192'0.043,"0.308"0.068,0.365 0.081,0.442-0.012,0.313-0.104,0.247-0.146,0.186-0.162,0.120-0.139,-0.194-0.067,-0.279-0.027,-0.308-0.000,-0.299 0.016,-0.268 0.025,-0.227 0.028,-0.182 0.028,-0.139 0.025,-0.101 0.021,-0.069 0.017,-0.232-0.654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1101.000 391.000,'-0.343'0.740,"-0.587"1.266,-1.351 3.019,-0.246 0.689,0.151-0.148,0.383-0.650,0.493-0.904,0.519-0.983,0.491-0.949,0.432-0.848,0.360-0.715,0.285-0.572,0.215-0.436,0.154-0.316,0.103-0.215,0.063-0.135,0.033-0.075,0.012-0.031,-0.002-0.002,0.007 0.147,0.086 0.149,0.101 0.169,0.102 0.169,0.095 0.156,0.083 0.135,0.069 0.112,-0.142 0.099,-0.185 0.078,-0.229 0.063,-0.241 0.049,-0.231 0.036,-0.207 0.025,-0.177 0.017,-0.144 0.010,-0.090 0.144,-0.050 0.207,-0.016 0.233,0.006 0.231,0.019 0.211,0.056-0.069,0.083-0.052,0.094-0.104,0.094-0.132,0.111-0.171,0.095-0.214,0.084-0.213,0.071-0.197,0.057-0.173,0.045-0.146,0.033-0.117,0.024-0.091,-0.046-0.056,0.024-0.105,0.026-0.106,0.025-0.100,0.033-0.302,-0.273-0.072,-0.323-0.035,-0.325-0.009,-0.298 0.007,-0.256 0.016,-0.208 0.021,-0.043 0.164,0.012 0.174,0.061 0.192,0.086 0.188,0.095 0.170,0.093 0.145,0.084 0.117,0.071 0.091,-0.227 0.685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1146.000 406.000,'-0.299'0.128,"-0.479"0.205,-0.568 0.243,-0.100 0.135,-0.218 0.247,-0.156 0.256,-0.129 0.297,0.107 0.153,0.185 0.097,0.230 0.054,0.016 0.399,0.392-0.250,0.351-0.322,0.295-0.338,0.236-0.319,0.179-0.280,0.129-0.232,0.088-0.182,0.055-0.137,0.030-0.097,0.012-0.064,0.000-0.039,-0.007-0.020,-0.011-0.007,-0.012 0.002,-0.012 0.007,-0.011 0.010,-0.009 0.010,-0.007 0.010,-0.006 0.009,-0.004 0.007,-0.003 0.006,0.516-0.778,0.799-1.195,0.903-1.352,0.892-1.335,0.811-1.213,0.693-1.036,-0.111 0.033,-0.867 1.076,-1.154 1.480,-1.225 1.591,-1.158 1.517,-1.015 1.337,-0.410 0.867,-0.376 0.834,-0.265 0.747,-0.174 0.642,-0.103 0.531,-0.049 0.423,0.115 0.519,0.453 0.004,0.544-0.136,0.562-0.216,0.533-0.251,0.372-0.335,0.194-0.610,0.072-0.631,-0.010-0.594,-0.061-0.524,-0.088-0.438,-0.097-0.349,-0.096-0.266,-0.087-0.193,-0.075-0.132,-0.061-0.083,-0.048-0.046,-0.035-0.019,-0.025-0.001,-0.016 0.011,0.215-0.267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1171.000 427.000,'-0.150'0.150,"-0.240"0.239,-0.284 0.284,-0.322 0.292,-0.033-0.012,0.072-0.122,0.128-0.177,0.151-0.195,0.152-0.188,-0.255-0.616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1082.000 450.000,'-0.158'0.235,"-0.241"0.356,-0.269 0.399,-0.263 0.389,-0.236 0.349,-0.199 0.294,-0.159 0.235,-0.120 0.179,-0.087 0.129,-0.059 0.087,-0.036 0.054,-0.020 0.029,-0.008 0.012,0.000 0.000,0.005-0.007,0.091-0.133,0.064-0.092,0.070-0.100,0.137-0.236,0.167-0.300,0.172-0.314,0.160-0.297,0.140-0.261,0.115-0.217,0.125-0.204,0.112-0.170,0.098-0.140,0.082-0.109,0.065-0.081,0.049-0.058,0.035-0.038,-0.172-0.311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1045.000 488.000,'0.029'-0.074,"0.046"-0.115,0.053-0.134,0.054-0.135,0.051-0.127,-0.049 0.167,-0.143 0.424,-0.177 0.516,-0.182 0.528,-0.170 0.490,-0.029 0.085,0.005-0.002,0.042-0.109,0.063-0.169,0.071-0.193,0.071-0.194,0.065-0.179,0.057-0.156,0.047-0.130,0.082-0.385,0.378 0.544,0.595-0.126,0.658-0.278,0.653-0.357,0.604-0.383,0.531-0.374,0.446-0.342,0.062-0.168,-0.192-0.044,-0.343 0.040,-0.418 0.092,-0.438 0.120,-0.420 0.129,-0.380 0.126,1.668-1.582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1149.000 451.000,'0.138'0.191,"0.211"0.292,0.237 0.328,0.234 0.323,0.211 0.292,0.179 0.248,0.145 0.200,0.111 0.154,0.081 0.112,0.056 0.077,0.036 0.049,0.020 0.028,0.009 0.012,0.001 0.002,-0.004-0.005,-0.006-0.008,-0.007-0.010,-0.007-0.010,-0.007-0.009,-0.006-0.008,-0.005-0.006,-0.068-0.135,-0.131-0.244,-0.146-0.273,-0.143-0.267,-0.128-0.240,-0.108-0.202,-0.087-0.162,-0.066-0.123,-0.047-0.089,-0.352-0.281,1.001 0.692,0.106 0.207,-0.114 0.119,-0.243 0.055,-0.305 0.010,-0.320-0.019,-1.245 3.403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1172.000 506.000,'0.065'0.041,"0.098"0.062,0.110 0.070,0.107 0.068,0.096 0.061,0.081 0.052,0.065 0.041,0.049 0.031,0.035 0.022,0.024 0.015,0.015 0.009,0.008 0.005,0.003 0.002,0.000 0.000,-0.002-0.001,0.065-0.062,0.082-0.104,0.091-0.116,0.088-0.112,0.079-0.100,0.066-0.083,0.052-0.066,0.039-0.050,0.028-0.035,0.019-0.023,0.011-0.014,-0.506-0.076,0.207-0.656,0.993-1.888,0.066-0.625,-0.116-0.165,-0.226 0.147,-0.282 0.340,-0.299 0.442,0.868-4.266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1112.000 456.000,'-0.075'0.037,"-0.120"0.060,-0.143 0.072,-0.149 0.075,-0.144 0.072,0.142 0.008,-0.101 0.190,-0.519 0.689,-0.058 0.226,0.023 0.104,0.074 0.016,0.836-1.192,-0.396 0.823,-2.363 5.506,-0.760 2.017,-0.392 0.978,-0.135 0.262,0.033-0.193,0.131-0.451,0.924-2.138,0.383-0.879,0.413-0.923,0.288-0.673,0.418-0.979,0.361-0.858,0.297-0.717,0.235-0.574,0.178-0.440,0.128-0.322,0.089-0.230,0.112-0.223,0.088-0.154,0.065-0.099,0.046-0.056,0.030-0.026,0.018-0.005,0.009 0.008,0.003 0.016,-0.001 0.018,-0.004 0.019,-0.005 0.017,-0.005 0.015,-0.005 0.012,-0.004 0.009,-0.168 0.360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1053.000 547.000,'-0.030'0.075,"-0.048"0.120,-0.058 0.144,-0.061 0.152,0.151-0.346,-0.200 1.536,0.027 0.541,0.051 0.248,0.062 0.044,0.065-0.089,0.061-0.166,0.054-0.202,0.046-0.209,0.037-0.197,0.099-0.121,0.104-0.241,0.105-0.216,0.096-0.181,0.083-0.145,0.067-0.109,-0.511-0.570,2.647-1.003,0.978-0.803,0.379-0.435,-0.026-0.171,-0.277 0.008,-0.412 0.119,-0.464 0.180,-0.459 0.203,-0.420 0.201,-0.362 0.184,-0.534 0.346,-0.214 0.078,-0.186 0.055,0.776-2.847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1129.000 459.000,'-0.014'-0.068,"-0.022"-0.108,-0.025-0.126,-0.026-0.130,-0.025-0.124,0.028-0.001,0.078 0.168,0.097 0.232,0.101 0.253,0.096 0.246,0.066 0.249,0.041 0.228,0.023 0.197,0.009 0.162,0.000 0.127,-0.006 0.095,-0.009 0.067,-0.010 0.045,-0.010 0.027,-0.009 0.014,-0.008 0.005,-0.006-0.002,-0.005-0.005,-0.004-0.007,0.140 0.530,0.214 0.804,0.244 0.916,0.243 0.911,0.223 0.835,0.192 0.719,0.157 0.589,0.123 0.460,0.092 0.342,0.065 0.241,0.043 0.159,0.025 0.095,-0.283-1.084,-0.028-0.104,-0.032-0.117,-0.033-0.118,-0.031-0.111,0.015 0.008,-0.197-0.842,-0.222-0.956,-0.223-0.958,-0.206-0.890,-0.180-0.780,-0.151-0.652,-0.121-0.523,-0.093-0.401,0.170-1.709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1149.000 585.000,'0.000'0.046,"0.000"0.072,0.000 0.083,0.000 0.085,0.000 0.079,0.000 0.070,0.000 0.059,0.000 0.047,0.087 0.105,0.133 0.046,0.149 0.035,0.146 0.026,0.131 0.018,0.111 0.012,0.089 0.007,0.067 0.003,0.049 0.001,-0.102-0.123,-0.056-0.086,-0.073-0.098,-0.078-0.099,-0.076-0.092,-0.069-0.080,-0.059-0.067,-0.049-0.054,-0.038-0.041,-0.029-0.030,-0.204-0.051,1.894-1.026,0.874-0.710,0.466-0.528,0.169-0.372,-0.036-0.246,-0.167-0.146,-0.240-0.071,-0.223-0.019,-0.489 0.348,-0.494 0.425,-0.458 0.441,-0.399 0.416,-0.331 0.367,-0.755-0.209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89.000 583.000,'0.029'0.000,"0.046"0.000,0.053 0.000,0.054 0.000,0.051 0.000,0.045 0.000,0.038 0.000,0.030 0.000,0.023 0.000,0.017 0.000,0.007-0.025,0.000-0.038,-0.004-0.044,-0.028 0.001,0.055-0.005,0.069 0.003,0.075 0.008,0.430-0.037,0.345-0.023,0.352-0.029,0.014 0.013,0.310-0.015,0.313-0.014,0.297-0.012,0.107-0.024,0.243-0.052,0.223-0.060,0.198-0.063,1.271-0.280,0.335-0.188,0.262-0.182,0.140-0.134,0.053-0.094,-0.005-0.061,-0.984 0.251,-0.162 0.077,-0.172 0.099,-0.169 0.107,-0.373 0.141,-0.137 0.089,-0.119 0.080,-0.100 0.069,-1.751 0.250,1.853-0.170,-0.121 0.081,-0.115 0.072,0.390 0.133,-0.184 0.107,-0.250 0.063,-2.487-0.075,1.725 0.078,-0.129 0.007,-0.138-0.001,-0.137-0.006,0.341 0.010,-0.105-0.018,-0.075-0.019,-0.459-0.038,-0.174-0.035,-0.187-0.039,-0.185-0.039,-0.117-0.045,-0.143-0.035,-0.113-0.029,-0.085-0.023,0.985-0.895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117.000 552.000,'0.123'0.025,"0.192"0.038,0.223 0.044,-0.176-0.120,2.075-0.526,1.318-0.434,1.112-0.353,0.120-0.006,0.530-0.077,0.414-0.024,0.310 0.013,-0.493 0.219,0.141 0.099,0.117 0.114,0.094 0.118,1.342-0.020,-0.559 0.199,-0.725 0.180,-0.669 0.168,-0.579 0.146,-0.474 0.120,-0.370 0.094,-0.275 0.071,-0.194 0.050,-1.414 0.051,2.337 0.556,0.209 0.292,0.002 0.203,-0.123 0.131,-0.188 0.076,-0.210 0.035,-0.457-0.111,-0.566-0.189,-1.021-0.322,-0.531-0.115,-0.520-0.098,-0.479-0.081,-0.422-0.065,-0.671-0.020,-0.703-0.102,-0.643-0.095,-0.552-0.082,-0.450-0.068,-0.349-0.053,0.015-0.060,-0.263-0.056,-0.242-0.054,-0.212-0.049,-0.177-0.042,-0.143-0.035,-0.110-0.028,0.550-0.012,0.175-0.049,0.225-0.054,-0.870-0.136,-0.323-0.020,-0.434 0.003,-0.466 0.016,-0.446 0.023,-0.397 0.026,-0.539 0.222,-0.994 0.271,-0.111 0.297,0.162 0.280,0.317 0.246,0.386 0.204,0.396 0.161,0.732 0.065,0.878 0.001,0.894-0.039,0.829-0.060,0.720-0.068,0.592-0.067,1.335-0.675,-0.360 0.595,0.769-0.057,0.740-0.070,0.664-0.072,0.564-0.068,0.457-0.060,0.703-0.133,0.517-0.228,0.442-0.239,0.358-0.224,0.275-0.195,0.201-0.160,-2.094 0.220,2.280-0.286,0.237-0.027,0.182-0.007,0.133 0.005,0.091 0.013,0.058 0.016,-0.509 0.073,-0.541 0.075,-0.627 0.081,-0.631 0.079,-0.585 0.071,-0.509 0.061,-1.050 0.131,2.052 0.134,1.938 0.214,0.362 0.099,-0.082 0.041,-0.354 0.001,-0.498-0.023,-0.548-0.037,-0.692-0.054,-0.552-0.040,-0.504-0.037,-0.436-0.032,-0.360-0.027,-0.285-0.022,0.769 0.400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95.000 441.000,'-0.021'0.009,"-0.647"0.282,-0.270 0.122,-0.072 0.038,0.054-0.016,0.126-0.048,0.159-0.063,0.165-0.066,0.154-0.063,0.134-0.055,0.176-0.043,0.178-0.020,0.178-0.011,0.164-0.004,0.144-0.000,0.120 0.003,0.096 0.004,0.073 0.005,0.053 0.005,0.037 0.005,0.330-0.035,0.331-0.069,0.357-0.079,0.342-0.078,0.302-0.071,0.252-0.060,0.199-0.049,0.150-0.037,0.107-0.027,-0.169-0.003,-0.016-0.028,-0.036-0.027,-0.045-0.024,-0.048-0.021,-0.046-0.017,-0.041-0.013,-0.395 0.064,-0.307 0.054,-0.345 0.065,-0.346 0.068,-0.323 0.065,-0.285 0.059,0.267 0.011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176.000 447.000,'0.041'-0.012,"0.063"-0.019,0.071-0.021,0.069-0.021,0.062-0.019,0.053-0.016,0.042-0.013,0.032-0.010,0.023-0.007,0.016-0.005,0.010-0.003,0.006-0.002,0.002-0.001,0.000-0.000,-0.001 0.000,-0.002 0.001,-0.002 0.001,-0.002 0.001,-0.002 0.001,-0.002 0.000,-0.001 0.000,0.780 0.095,2.920 0.037,1.031 0.046,0.284 0.027,-0.216 0.013,-0.519 0.003,-0.675-0.004,-0.726-0.008,-0.704-0.010,-0.639-0.010,-0.550-0.010,-0.255-0.008,-0.092-0.008,0.044-0.006,0.126-0.005,0.169-0.004,0.182-0.003,0.176-0.002,0.121-0.001,-0.146-0.000,-0.218-0.000,-0.242 0.000,-0.235 0.000,-0.210 0.000,0.742-0.002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556.000 440.000,'-0.023'0.015,"-0.036"0.024,-0.041 0.027,-0.041 0.028,-0.038 0.026,-0.033 0.022,-0.028 0.019,-0.022 0.015,-0.017 0.011,-0.012 0.008,0.054 0.001,0.020 0.047,0.026 0.056,0.110 0.084,0.196 0.006,0.218-0.016,0.216-0.028,0.199-0.034,0.174-0.035,0.144-0.034,0.115-0.030,0.413-0.025,0.421-0.040,0.440-0.037,0.414-0.032,0.364-0.026,0.302-0.020,0.246-0.060,-0.003-0.079,-0.086-0.082,-0.128-0.077,-0.143-0.067,-0.139-0.055,-0.407 0.012,-0.283 0.017,-0.287 0.030,-0.266 0.037,-0.232 0.038,-0.192 0.035,-0.151 0.031,-0.114 0.026,-0.081 0.020,-0.063 0.008,-0.086 0.005,-0.077-0.000,-0.065-0.003,-0.052-0.004,-0.040-0.005,-0.071 0.009,-0.084 0.017,-0.085 0.020,-0.079 0.021,-0.068 0.019,-0.056 0.017,0.735 0.016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655.000 445.000,'0.036'0.000,"0.055"0.000,0.061 0.000,0.059 0.000,0.053 0.000,0.044 0.000,0.035 0.000,0.026 0.000,0.019 0.000,0.012 0.000,0.008 0.000,0.004 0.000,0.001 0.000,-0.000 0.000,-0.001 0.000,-0.244 0.000,0.607 0.066,0.403 0.102,0.410 0.116,0.381 0.116,0.334 0.107,0.278 0.093,-0.985-0.221,1.263 0.270,0.170-0.022,0.089-0.058,0.030-0.077,-0.011-0.084,-0.036-0.083,-0.050-0.077,-0.468-0.080,-0.183-0.046,-0.203-0.038,-0.694-0.067,1.156-0.138,0.073-0.137,0.067-0.118,0.058-0.097,0.048-0.076,0.038-0.057,-0.277 0.031,-0.300 0.050,-0.354 0.070,-0.362 0.079,-0.341 0.078,-0.302 0.072,0.276-0.030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1032.000 459.000,'0.056'-0.028,"0.086"-0.043,0.097-0.048,0.095-0.048,0.087-0.043,0.074-0.037,0.231-0.097,0.224-0.083,0.287-0.053,0.174 0.025,0.129 0.054,-0.198 0.084,0.155-0.021,0.174-0.037,0.178-0.045,0.448-0.080,0.157 0.004,0.113 0.023,0.076 0.034,0.047 0.038,0.810 0.020,0.720 0.072,0.788 0.070,0.162 0.071,0.341 0.048,0.230 0.040,-0.861 0.008,-0.060-0.025,-0.098-0.039,-0.120-0.046,-3.522 0.139,3.976-0.221,0.161-0.073,0.126-0.074,0.094-0.070,0.553-0.077,-0.204 0.027,-0.287 0.056,-0.318 0.071,-0.315 0.075,-0.290 0.073,-0.538 0.064,0.048 0.022,0.132 0.010,0.180 0.002,0.119 0.006,-0.212 0.017,-0.310 0.020,-0.355 0.021,-0.362 0.020,-0.344 0.018,-0.140 0.013,-0.522 0.016,-0.489 0.012,-0.428 0.009,0.316 0.049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556.000 578.000,'0.053'-0.015,"1.974"-0.493,1.254-0.264,0.846-0.140,0.525-0.052,0.283 0.007,0.110 0.043,0.385 0.061,0.522 0.067,0.563 0.065,0.541 0.059,0.482 0.050,0.406 0.040,-3.395 0.273,3.175-0.127,-0.176 0.077,-0.366 0.075,-0.461 0.068,-0.488 0.059,-0.469 0.048,-0.423 0.038,-0.362 0.029,-0.296 0.021,-0.232 0.014,-2.687-0.001,2.789 0.024,0.126 0.023,0.105 0.023,0.083 0.022,0.063 0.019,0.046 0.016,-3.027-0.078,16.845 0.542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1026.000 576.000,'-0.092'0.018,"-0.151"0.030,-0.182 0.036,0.082-0.043,-0.298-0.011,0.015-0.028,0.068-0.018,0.097-0.010,0.108-0.005,0.107-0.001,0.496-0.075,0.708-0.108,0.758-0.121,0.721-0.117,0.634-0.105,0.525-0.088,-2.219 0.411,3.391-0.409,1.056 0.000,0.945 0.012,0.797 0.018,0.639 0.021,0.488 0.020,-0.719 0.117,-0.155 0.093,-0.263 0.103,-0.315 0.103,-0.326 0.095,-0.311 0.083,-0.279 0.070,-0.239 0.056,-0.889 0.011,-0.520 0.005,-0.556-0.006,-0.547-0.014,0.016-0.010,0.015-0.023,0.186-0.023,0.285-0.021,0.329-0.018,0.336-0.016,-3.749-0.034,4.052-0.147,-0.209-0.098,-0.472-0.057,-0.611-0.026,-0.658-0.004,-0.643 0.010,-0.589 0.019,-0.519 0.001,-0.578 0.022,-0.487 0.020,-0.391 0.017,-0.299 0.014,-0.127 0.040,-0.095 0.028,-0.046 0.029,-0.011 0.028,0.012 0.025,-1.977 0.003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114.000 531.000,'0.070'-0.042,"0.107"-0.064,0.121-0.073,0.119-0.072,0.108-0.065,0.093-0.056,-0.009 0.023,0.070-0.015,0.067-0.008,-0.572 0.289,1.002-0.362,0.439-0.110,0.418-0.114,0.381-0.110,0.376-0.075,0.352-0.046,0.316-0.024,0.275-0.008,-2.840 0.714,4.180-0.794,0.360 0.121,0.174 0.143,-4.486 0.603,3.739-0.334,-0.033 0.144,-0.120 0.144,-0.174 0.137,1.312 0.224,-0.003 0.216,-0.100 0.184,-0.236 0.149,-0.299 0.115,-0.313 0.085,-3.992-0.746,3.709 0.825,-0.231-0.014,-0.230-0.063,-3.378-0.754,3.477 0.666,0.057-0.055,0.010-0.043,-0.132-0.060,-0.209-0.066,-0.238-0.064,-1.025-0.152,-0.302-0.036,-0.311-0.031,-0.301-0.026,2.820 0.802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125.000 387.000,'0.021'0.000,"0.032"0.000,0.035 0.000,0.034 0.000,0.030 0.000,0.025 0.000,0.020 0.000,0.015 0.000,0.011 0.000,0.007 0.000,0.004 0.000,0.002 0.000,0.001 0.000,0.046-0.015,0.149-0.024,0.179-0.029,0.189-0.030,1.154-0.151,1.015-0.089,0.935-0.054,0.103 0.059,0.414 0.049,0.311 0.068,0.223 0.076,-2.842 0.103,4.176 0.245,0.547 0.339,0.434 0.330,0.006 0.280,0.152 0.203,-0.057 0.103,-1.005-0.143,-0.070-0.017,-0.184-0.081,-0.253-0.121,-0.195-0.130,-0.144-0.128,-0.101-0.121,-0.066-0.109,0.123-0.055,-0.277-0.065,-0.319-0.044,-0.328-0.026,-0.653-0.035,-0.445-0.002,-0.453 0.005,-0.434 0.009,3.973 1.614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565.000 400.000,'0.012'-0.035,"0.190"-0.276,0.206-0.157,0.190-0.048,0.234-0.041,0.230-0.013,0.190 0.032,0.229 0.025,0.215 0.032,0.193 0.036,0.969-0.061,1.011-0.044,1.099-0.061,0.283-0.009,0.721-0.085,0.638-0.090,0.544-0.088,0.002 0.016,0.349-0.003,0.295 0.017,0.242 0.031,2.534-0.163,0.306 0.055,0.170 0.056,-1.000 0.134,-0.526 0.091,-0.626 0.091,-0.644 0.084,-0.608 0.074,-1.652 0.129,0.117 0.048,0.282 0.044,2.093 0.012,-0.596 0.058,-0.889 0.044,-1.023 0.033,-1.020 0.023,-0.932 0.015,3.560 0.125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610.000 488.000,'0.013'-0.066,"0.023"-0.116,-0.022 0.109,0.090-0.583,0.018-0.230,0.005-0.160,-0.005-0.103,-0.011-0.059,-0.015-0.026,-0.048 0.057,-0.063 0.034,-0.071 0.047,-0.073 0.052,-0.120 0.105,-0.168 0.043,-0.186 0.037,-0.188 0.032,-0.653-0.079,-0.457 0.185,-0.427 0.202,0.278 0.332,-0.189 0.287,-0.170 0.313,-0.148 0.315,-0.967 0.776,-0.255 0.545,-0.201 0.471,0.599-0.114,0.006 0.269,0.028 0.246,0.041 0.216,-0.411 0.774,0.330 0.043,0.378-0.054,1.968-2.477,-1.250 2.130,0.552-0.336,0.516-0.365,0.499-0.561,0.374-0.389,0.316-0.365,0.074-1.237,0.119 0.290,0.988 0.814,0.647-0.124,0.505-0.149,0.118-0.312,0.324-0.156,0.214-0.157,0.126-0.149,0.471-0.131,-0.265-0.165,-0.373-0.135,-0.414-0.106,-0.410-0.079,-0.377-0.056,-0.113-0.079,-0.119-0.035,-0.025-0.021,0.035-0.011,0.068-0.004,0.082 0.001,0.084 0.003,-0.166 0.023,-0.084-0.025,-0.111-0.031,0.222-0.534,0.639-0.929,0.793-1.108,0.850-1.163,-2.111 2.208,2.296-3.484,-0.513-0.084,-0.713 0.272,-0.795 0.486,-0.794 0.592,-0.738 0.620,-0.986 0.743,-1.091 0.689,-1.093 0.648,-1.021 0.579,2.009 0.669,-3.729 0.368,-0.369 0.657,0.019 0.491,0.259 0.348,3.432-0.915,-21.047 11.105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617.000 533.000,'0.480'-0.071,"0.740"-0.110,0.842-0.125,0.838-0.124,0.768-0.114,0.662-0.098,0.543-0.081,0.424-0.063,0.317-0.047,0.224-0.033,0.148-0.022,0.089-0.013,0.045-0.007,0.014-0.002,-0.007 0.001,-0.019 0.003,-0.025 0.004,-4.928 0.733,4.119-0.575,-0.499 0.096,-0.623 0.107,-0.662 0.107,-0.643 0.099,-0.740 0.104,-0.398 0.062,-0.331 0.052,0.881 0.221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744.000 520.000,'0.161'-0.025,"0.245"-0.038,0.275-0.042,0.270-0.042,0.243-0.037,0.206-0.032,0.165-0.025,0.030 0.003,0.078 0.000,0.055 0.006,0.036 0.009,0.022 0.010,0.011 0.010,0.003 0.009,-0.002 0.008,-0.005 0.006,-0.007 0.005,-0.007 0.004,-0.007 0.003,0.783 0.065,1.008 0.115,1.123 0.128,1.092 0.124,0.976 0.111,0.819 0.093,-0.326-0.008,-0.394-0.029,-0.619-0.053,-0.709-0.064,-0.713-0.042,-1.019-0.044,-0.953-0.032,-0.829-0.022,-0.680-0.014,-0.530-0.008,-1.626 0.320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1025.000 395.000,'0.053'0.000,"1.845"-0.013,1.185-0.020,0.816-0.023,0.521-0.023,0.294-0.021,0.129-0.019,-0.982 0.020,-0.211 0.004,-0.261 0.008,-0.281 0.010,-2.337 0.054,5.137-0.267,1.453-0.105,1.116-0.060,-0.908 0.057,0.262-0.001,0.143 0.008,0.053 0.014,1.346-0.046,-0.586 0.037,-0.735 0.038,-0.763 0.036,-0.714 0.032,-1.971 0.096,0.135-0.020,-0.506-0.016,-0.520-0.028,-0.498-0.034,-1.832 0.155,10.834-1.374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1090.000 528.000,'0.195'0.056,"0.300"0.086,0.339 0.097,-0.534-0.198,5.810-0.004,3.021-0.169,1.850-0.149,-0.346-0.067,-0.418-0.053,-0.873-0.029,-7.461 0.335,7.651-0.538,0.151-0.096,-0.146-0.031,-0.331 0.013,-1.368 0.112,-0.428 0.044,-0.425 0.048,-0.401 0.049,0.016-0.018,-0.713 0.010,-0.723-0.004,-0.641 0.031,-0.280 0.022,-0.144 0.027,-0.044 0.029,-2.131 0.217,3.568-0.274,0.192 0.031,-0.134 0.051,-0.333 0.060,-0.435 0.061,-0.173 0.022,-0.693 0.027,-0.656 0.012,-0.576 0.002,2.662-0.447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1306.000 488.000,'-0.146'-0.066,"-0.256"-0.116,-0.993-0.362,-0.557-0.114,-0.409-0.024,-0.284 0.035,-0.184 0.070,-0.105 0.087,-0.097 0.252,-0.084 0.338,-0.070 0.369,-0.056 0.361,-0.042 0.330,-0.031 0.285,0.000 0.582,0.291 0.579,0.345 0.575,0.351 0.526,0.738-0.182,0.628 0.028,0.660-0.068,0.637-0.127,0.678-0.138,0.569-0.414,0.469-0.447,0.370-0.435,0.279-0.395,0.201-0.341,0.154-0.392,0.260-0.357,0.256-0.332,0.236-0.293,0.207-0.247,0.173-0.200,0.139-0.155,0.506-0.384,-0.019-0.342,-0.080-0.335,-0.111-0.303,-0.120-0.257,-0.116-0.208,-0.865 0.151,-0.662-0.041,-0.738-0.011,-0.737 0.009,-0.684 0.022,-0.603 0.028,-0.508 0.031,0.155 1.439,-1.306-1.725,-0.730 0.073,-0.583 0.120,-0.443 0.138,-0.319 0.137,-0.216 0.125,-0.135 0.106,-0.073 0.085,-0.030 0.066,0.473 0.324,0.208 0.223,0.237 0.240,-0.698 0.635,-0.731 0.949,-0.878 0.989,-0.889 0.925,-0.816 0.804,-0.699 0.659,2.063-0.747,-25.251 17.562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478.000 271.000,'-0.025'-0.123,"-0.038"-0.192,-0.045-0.223,0.038 0.271,-0.280-0.756,-0.123-0.251,-0.081-0.165,-0.048-0.098,-0.023-0.048,-0.006-0.012,-0.104 0.091,-0.160 0.151,-0.184 0.178,-0.185 0.182,-0.177 0.316,-0.227 0.344,-0.220 0.356,-0.201 0.339,-0.174 0.305,-0.145 0.261,-0.115 0.215,-0.814 1.104,-0.602 1.252,-0.621 1.321,-0.578 1.245,-0.500 1.088,-0.409 0.896,0.374 0.610,0.509 0.820,0.662 0.731,0.701 0.614,0.667 0.491,0.589 0.374,1.464-1.763,1.441 0.047,1.609 0.034,1.626 0.022,2.342 1.038,0.968-1.431,0.450-1.689,0.094-1.706,-0.133-1.574,-0.262-1.360,-0.322-1.910,0.895-1.776,1.129-1.808,1.208-1.709,1.002-1.557,-0.170-0.856,-0.573-0.476,-0.788-0.198,-0.868-0.005,-0.855 0.119,-0.986-0.449,-0.998-0.779,-0.932-0.933,-0.821-0.963,-1.113-0.138,-1.218 0.400,-1.195 0.715,-1.093 0.864,-0.947 0.896,-0.784 0.850,1.866 5.156,-4.249-4.805,-1.929 0.954,-1.728 0.942,-1.453 0.851,-1.157 0.720,-0.875 0.577,-0.439 1.563,-0.758 1.968,-0.669 2.091,-0.558 1.991,-0.443 1.763,-0.335 1.475,12.266-7.126,-10.930 8.064,0.684 0.703,1.095 0.156,1.287-0.210,1.322-0.434,1.252-0.550,1.120-0.586,0.785-0.327,1.117-0.994,0.958-0.981,0.783-0.895,0.611-0.771,0.455-0.632,-2.612 6.563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321.000 241.000,'0.059'-0.015,"0.090"-0.023,0.100-0.025,0.098-0.024,0.088-0.022,0.073-0.018,-0.205 0.058,0.349-0.055,0.227-0.025,0.244-0.028,0.530-0.035,0.340 0.012,0.294 0.024,-1.847 0.141,1.966-0.164,0.229-0.011,0.133 0.006,-1.551 0.132,2.197-0.024,-0.098 0.068,-0.255 0.044,-2.493-0.008,0.005 0.004,2.129 0.096,0.167 0.036,0.122 0.017,0.650 0.041,-0.246-0.014,-0.352-0.024,-1.827-0.106,-0.587-0.030,2.254 0.050,0.203-0.042,0.078-0.048,-2.355 0.004,1.849-0.058,1.790-0.154,-0.035-0.107,-0.263-0.093,10.712-2.319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313.000 369.000,'0.132'0.000,"0.205"0.000,0.235 0.000,0.235 0.000,0.217 0.000,0.189 0.000,0.156 0.000,0.123 0.000,0.093 0.000,0.067 0.000,0.045 0.000,0.028 0.000,0.015 0.000,-0.135 0.000,-0.134 0.000,-0.158 0.000,-0.161 0.000,0.834-0.026,0.553-0.041,0.357-0.046,0.206-0.046,0.095-0.043,0.018-0.037,-0.032-0.026,-0.036-0.018,-0.046-0.012,-0.048-0.007,-0.046-0.003,-0.041-0.000,-0.034 0.001,0.055-0.060,0.034-0.085,0.046-0.098,0.050-0.097,0.048-0.089,0.043-0.077,0.037-0.063,0.030-0.050,0.023-0.037,0.343-0.065,0.222 0.009,0.235 0.022,0.222 0.028,0.194 0.029,0.160 0.027,-0.417 0.145,-0.236 0.114,-0.295 0.123,-0.310 0.119,-0.294 0.107,-0.262 0.091,-0.221 0.074,-0.134 0.057,-0.213 0.045,-0.184 0.031,-0.151 0.020,-0.117 0.011,-0.087 0.005,-0.268-0.019,-0.066-0.028,-0.055-0.034,-0.044-0.035,0.112-0.073,0.093-0.081,0.119-0.083,0.127-0.078,0.122-0.070,0.110-0.059,-0.201 0.044,-0.115 0.031,-0.157 0.049,-0.176 0.058,-0.177 0.061,-0.005 0.055,-0.069 0.086,-0.024 0.080,0.006 0.069,0.025 0.058,0.035 0.046,0.038 0.035,0.038 0.025,0.035 0.017,0.030 0.011,0.025 0.006,-0.193-0.050,0.559 0.063,0.053 0.015,-0.004 0.018,-0.038 0.019,-0.055 0.017,-0.060 0.015,-0.158-0.011,-0.131-0.011,-0.133-0.016,-0.123-0.018,-0.106-0.017,-0.087-0.015,-0.017-0.022,-0.010-0.034,0.011-0.034,0.022-0.031,-0.127-0.008,-0.043 0.019,-0.051 0.029,-0.053 0.033,-0.051 0.033,-0.046 0.031,0.073 0.060,0.045 0.014,0.064 0.004,0.069-0.002,-0.076-0.051,-0.045-0.033,-0.064-0.037,-0.071-0.037,-0.071-0.034,-0.066-0.030,-0.057-0.025,-0.048-0.020,0.099 0.007,0.151 0.021,0.182 0.029,0.185 0.032,-0.113-0.002,-0.029 0.017,-0.063 0.015,-0.082 0.013,-0.090 0.011,0.591 0.705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429.000 465.000,'-0.015'-0.009,"-0.278"-0.173,-0.168-0.111,-0.114-0.081,0.407 0.264,-1.313-0.860,-0.400-0.220,-0.216-0.077,1.655 1.001,-1.144-0.714,-2.100-1.194,-0.501-0.098,-0.256 0.101,-0.084 0.214,0.028 0.264,0.671 0.458,0.157 0.266,0.164 0.256,0.158 0.232,0.228 0.305,-0.306 0.292,-0.416 0.303,-0.470 0.294,-1.754 0.667,-0.398 0.407,-0.206 0.324,0.013 0.274,0.147 0.220,0.217 0.169,1.605-0.579,0.383-0.061,0.402-0.089,0.393-0.104,1.948-1.043,-1.844 1.420,0.472 0.097,0.420 0.105,0.405 0.257,0.585 0.045,0.544 0.015,0.525-0.487,0.353-0.050,0.319-0.052,0.278-0.050,0.621 0.315,0.540-0.128,0.501-0.139,0.687-0.190,0.743-0.206,0.716-0.198,-0.530-0.501,0.331-0.176,0.304-0.174,0.269-0.164,0.593-0.187,0.289-0.239,0.251-0.234,0.211-0.216,-0.221-0.184,0.076-0.194,0.046-0.182,0.023-0.164,1.517-0.595,-0.149-0.336,-0.229-0.300,-0.204-0.308,-0.171-0.288,-0.137-0.251,-1.551 0.521,-0.231-0.092,-0.229-0.085,-0.215-0.075,-0.274-0.038,-0.300-0.010,-0.302 0.010,-0.288 0.023,-0.329 0.045,-0.340 0.057,-0.330 0.063,-0.305 0.063,-0.096-0.508,-0.586 0.206,-0.545 0.227,-0.528 0.578,-0.445 0.146,-0.430 0.123,-0.395 0.100,-0.883-0.160,-0.633 0.165,-0.558 0.159,2.602 1.244,-3.260-0.906,-0.626 0.218,-0.486 0.210,3.980 0.614,-3.780-0.205,-0.360 0.259,-0.255 0.251,-0.168 0.232,-2.032 0.712,-0.632 0.675,-0.593 0.657,-0.547 0.759,-0.472 0.758,-0.387 0.694,0.424 0.177,0.888-0.156,1.100-0.348,-12.139 8.617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107.000 344.000,'0.133'-0.027,"0.830"-0.256,0.504-0.142,0.305-0.067,0.565-0.087,0.192 0.038,0.102 0.069,-0.119 0.083,0.028 0.044,0.015 0.035,0.006 0.027,-0.167 0.059,0.156 0.034,0.192 0.034,0.205 0.032,0.940 0.046,0.364 0.077,0.315 0.075,0.063 0.054,-0.098 0.036,-0.188 0.022,-0.229 0.012,-0.234 0.005,-0.218-0.000,-0.201 0.043,0.001 0.077,0.056 0.088,0.086 0.089,0.098 0.082,0.098 0.071,-2.307-0.402,2.645 0.400,0.111-0.025,-0.002-0.039,-0.073-0.044,-0.112-0.044,-0.128-0.041,-2.447-0.314,1.889 0.031,-0.318-0.126,-0.361-0.085,-0.363-0.053,-0.340-0.029,-0.302-0.011,-1.035 0.063,3.693-1.490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98.000 460.000,'0.071'-0.005,"0.110"-0.007,0.125-0.008,0.124-0.008,0.114-0.008,0.098-0.007,0.081-0.005,0.063-0.004,0.047-0.003,0.033-0.002,0.022-0.001,0.013-0.001,0.007-0.000,0.002-0.000,-0.001 0.000,-0.003 0.000,-0.004 0.000,0.511-0.024,0.759-0.035,0.858-0.039,0.847-0.039,0.769-0.035,0.657-0.030,-0.020-0.043,0.414-0.092,0.360-0.101,0.299-0.101,0.239-0.093,0.184-0.082,0.135-0.069,0.501-0.094,-0.822 0.094,-0.995 0.132,-1.011 0.143,-0.930 0.137,-0.799 0.121,-1.138 0.154,-0.305 0.072,-0.252 0.071,0.970 1.021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535.000 306.000,'-0.056'-0.014,"-0.086"-0.021,-0.097-0.024,-0.095-0.024,-0.087-0.022,-0.074-0.019,0.402 0.100,-0.359-0.106,-0.005-0.027,0.005-0.029,0.011-0.029,0.014-0.027,0.015-0.024,-0.011 0.011,-0.052 0.016,-0.066 0.025,-0.072 0.030,-0.298 0.009,-0.205 0.041,-0.200 0.037,1.057 0.079,-1.127 0.044,-0.217 0.147,-0.158 0.173,-0.109 0.181,-0.322 0.404,-0.240 0.430,-0.170 0.426,-0.113 0.400,0.053 0.387,0.165 0.358,0.234 0.319,0.270 0.274,0.286 0.404,0.449 0.093,0.453 0.017,0.429-0.036,0.648 0.539,0.699-0.337,0.628-0.392,-0.940-2.462,1.682 1.574,0.443-0.746,0.319-0.726,0.388-1.057,0.459-0.967,0.347-0.896,-0.607-0.289,-0.064-0.433,-0.131-0.357,-0.170-0.285,0.607-1.215,-0.255-0.384,-0.242-0.284,-1.642 2.052,0.422-1.143,-0.358 0.019,-0.360 0.055,-0.343 0.077,-0.900 2.801,0.249-3.309,-0.899 0.221,-0.915 0.284,-0.593 0.820,-0.704 0.566,-0.648 0.607,-0.572 0.599,-0.730 0.657,-0.241 0.702,-0.091 0.632,0.013 0.543,0.081 0.448,0.119 0.355,0.156 0.287,0.425 0.074,0.463-0.018,0.454-0.076,-5.242 6.690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432.000 455.000,'-0.036'0.009,"-0.055"0.014,-0.063 0.016,-0.063 0.016,-0.057 0.014,-0.050 0.012,-0.041 0.010,-0.032 0.008,-0.024 0.006,0.109-0.009,0.155-0.010,0.184-0.013,0.189-0.013,-0.167-0.049,0.353 0.031,0.097-0.011,0.047-0.009,0.011-0.008,0.001-0.007,0.147-0.003,0.181-0.003,-0.655-0.002,1.542-0.001,0.430-0.002,0.331-0.001,-0.321-0.013,0.216-0.022,0.220-0.026,0.211-0.028,1.084-0.075,0.250-0.045,0.166-0.038,-0.470-0.024,-0.038-0.066,-0.065-0.070,-0.079-0.069,0.331-0.076,-0.164 0.036,-0.175 0.066,-3.002 0.371,3.101-0.255,-0.092 0.095,-0.258 0.092,-0.341 0.083,-0.367 0.070,-0.355 0.057,-0.545 0.016,-0.195 0.011,-0.156 0.003,-0.120-0.004,-0.103-0.008,-0.086-0.010,-0.069-0.011,-0.053-0.011,0.141 0.050,-0.051 0.073,-0.044 0.087,-0.092 0.032,-0.114-0.005,-0.118-0.027,1.158 1.470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433.000 566.000,'0.074'0.000,"0.112"0.000,0.126 0.000,0.122 0.000,0.109 0.000,0.092 0.000,-0.517 0.000,0.901 0.000,0.566 0.000,0.614 0.000,0.599 0.000,0.532-0.013,0.262-0.020,0.131-0.023,0.039-0.023,-0.023-0.021,-0.059-0.019,-0.246 0.044,0.427 0.053,0.536 0.067,0.577 0.073,-0.140 0.031,-0.109 0.018,-0.274 0.004,-0.374-0.006,0.293 0.011,-0.361-0.024,-0.293-0.027,-0.228-0.026,-0.170-0.024,-0.120-0.021,-2.512-0.049,4.031-0.206,1.178-0.215,0.915-0.197,0.681-0.172,-0.072-0.088,-0.330-0.054,-0.567-0.019,-1.029 0.111,-0.389 0.050,-0.329 0.063,-0.269 0.069,-3.425 0.505,5.387-0.514,0.143 0.138,-0.214 0.129,-0.417 0.113,-0.506 0.093,-0.519 0.073,-1.194 0.059,-0.051 0.027,0.047 0.021,0.112 0.015,0.312 0.013,-0.356 0.007,-0.471 0.003,-0.516 0.000,3.811 0.090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237.000 225.000,'-0.107'0.064,"-0.171"0.103,-0.203 0.122,-0.124 0.048,-0.104 0.019,-0.073-0.008,-0.047-0.026,-0.060 0.010,0.017 0.006,0.036 0.015,0.046 0.020,0.075 0.031,0.152 0.002,0.163-0.004,0.158-0.007,0.144-0.009,0.124-0.010,0.224-0.005,0.302 0.059,0.336 0.074,0.338 0.080,0.217 0.025,0.267 0.047,0.241 0.038,0.210 0.029,0.370 0.022,0.222-0.058,0.195-0.080,0.165-0.090,0.438-0.068,-0.018-0.126,-0.088-0.116,-0.126-0.102,-0.141-0.085,-0.140-0.068,-0.019-0.100,0.302-0.124,0.393-0.130,0.427-0.125,-0.391 0.018,-0.129 0.001,-0.242 0.028,-0.308 0.045,0.328-0.040,-0.255 0.045,-0.184 0.036,-0.126 0.028,-0.079 0.020,-0.044 0.014,-1.510 0.175,2.731-0.379,0.713-0.071,0.469-0.014,0.277 0.024,0.133 0.048,0.030 0.059,-0.039 0.063,0.453 0.029,-0.149 0.063,-0.175 0.053,-0.176 0.042,-0.162 0.032,-0.139 0.023,-0.323 0.002,-0.410-0.011,-0.429-0.019,-0.404-0.022,-0.355-0.022,-0.296-0.020,-2.411 0.224,1.925-0.200,-0.388 0.028,-0.394 0.035,-0.367 0.037,-0.321 0.035,-0.267 0.031,-0.138 2.017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224.000 357.000,'0.061'0.000,"0.094"0.000,0.107 0.000,0.106 0.000,0.097 0.000,0.084 0.000,0.068 0.000,0.053 0.000,0.293 0.000,0.480 0.000,0.545 0.000,0.144 0.000,0.284 0.000,0.227 0.000,0.175 0.000,-2.181 0.006,2.453 0.157,0.371 0.127,0.340 0.113,0.300 0.097,1.077 0.236,0.214 0.133,0.108 0.113,0.033 0.092,0.399 0.053,0.604 0.025,0.691 0.005,-4.078-0.743,-1.510-0.222,7.325 0.357,0.454-0.310,-0.153-0.264,-5.185-0.077,6.590-0.679,-0.286-0.329,-0.751-0.178,-0.797-0.117,-0.768-0.070,-0.693-0.034,-4.393 0.896,4.537-0.924,-0.387 0.110,-0.650 0.176,-1.471 0.335,-0.466 0.151,-0.419 0.146,-0.364 0.134,0.135 0.128,-0.527 0.212,-0.487 0.195,4.091 1.845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239.000 475.000,'0.671'-0.075,"1.085"-0.121,1.299-0.144,1.367-0.152,2.058-0.234,0.161-0.025,-0.405 0.037,-0.711 0.071,-0.833 0.085,-0.832 0.086,-0.292 0.057,1.307-0.119,1.738-0.161,1.945-0.181,3.622-0.286,0.255 0.085,-0.607 0.181,-1.095 0.226,-1.309 0.235,-1.336 0.222,-1.244 0.196,-1.086 0.164,-0.798 0.062,0.116 0.035,0.383 0.006,0.531-0.013,0.593-0.025,0.972-0.009,-0.577-0.043,-0.881-0.040,-0.987-0.035,-1.663-0.055,-0.515-0.045,-0.443-0.049,3.556-0.834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325.000 536.000,'-0.295'0.012,"-2.985"0.118,-1.988 0.078,-1.509 0.058,0.814 0.021,-0.406 0.103,-0.275 0.117,-0.170 0.121,-0.425 0.213,0.117 0.188,0.206 0.185,0.253 0.172,0.665 0.139,0.311 0.255,0.305 0.268,0.285 0.263,0.092 0.457,0.429 0.305,0.429 0.276,0.403 0.240,0.317 0.367,0.646-0.046,0.636-0.139,0.585-0.189,0.512-0.210,0.429-0.208,0.754-0.064,0.912 0.120,0.962 0.197,0.932 0.235,0.789 0.168,0.303-0.223,0.069-0.334,0.810-0.270,1.224-0.209,1.399-0.155,1.408-0.109,0.365-0.449,0.227-0.506,-0.072-0.564,-0.262-0.563,-0.368-0.523,-0.412-0.462,0.432-0.890,0.488-1.041,0.674-1.073,0.743-1.014,0.826-0.909,-1.049 0.140,-1.439 0.485,-1.546 0.651,-1.473 0.693,-1.297 0.656,-1.234 0.701,-0.418 0.250,-0.221 0.155,-0.078 0.083,0.021 0.030,0.083-0.006,0.118-0.029,1.086-0.745,1.087-0.855,1.181-0.951,-0.490-0.187,-0.751-0.209,-1.119-0.040,-1.272 0.071,-1.276 0.138,-1.185 0.170,-1.751 0.745,-2.077 0.734,-2.163 0.818,-2.076 0.819,4.207 0.802,-6.718 0.358,-0.939 0.732,-0.381 0.599,0.010 0.471,0.264 0.355,0.411 0.255,-0.824 0.571,0.234 0.269,0.171 0.214,0.118 0.162,0.075 0.117,0.043 0.079,0.491-0.125,1.271-0.433,1.420-0.508,1.383-0.508,1.898-0.474,-0.325 0.424,-0.627 0.607,2.680-1.271,-4.511 2.880,0.146 0.290,0.502 0.003,0.700-0.185,0.781-0.294,0.780-0.346,0.373 0.032,0.899-0.520,0.763-0.483,0.613-0.418,-0.349 3.271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222.000 255.000,'0.064'-0.016,"0.097"-0.024,0.108-0.027,0.106-0.027,0.095-0.024,0.080-0.020,0.064-0.016,0.049-0.012,0.035-0.009,0.024-0.006,0.015-0.004,-0.039 0.020,-0.023 0.021,-0.029 0.025,-0.030 0.025,-0.286 0.026,1.179-0.297,0.423-0.104,0.245-0.042,0.113 0.001,0.022 0.028,-0.037 0.042,0.067 0.051,0.009 0.073,0.018 0.071,0.022 0.064,0.022 0.055,0.021 0.044,-1.969 0.067,2.214-0.027,0.144 0.022,0.007 0.015,0.348 0.011,0.222 0.007,0.243 0.003,0.235 0.000,0.211-0.001,0.178-0.002,-2.527-0.020,3.497-0.068,0.908-0.033,0.720-0.015,0.549-0.001,0.453-0.023,-0.331-0.024,-0.558-0.027,-0.663-0.027,-0.681-0.025,-0.642-0.022,-0.442-0.016,-0.518 0.005,-0.420 0.013,-0.325 0.016,-0.240 0.017,-0.168 0.016,-0.146 0.017,-0.400 0.037,-0.405 0.037,-0.372 0.034,-0.319 0.029,-0.259 0.024,0.645 0.054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946.000 256.000,'0.209'-0.104,"0.337"-0.169,0.404-0.202,0.425-0.213,0.674-0.303,0.171-0.033,0.017 0.051,-0.079 0.097,-0.131 0.118,-0.048 0.150,-0.050 0.176,-0.024 0.167,-0.006 0.147,-0.242 0.103,-0.093 0.071,-0.101 0.052,-0.099 0.036,-0.090 0.023,-0.078 0.013,-0.065 0.006,0.185 0.043,0.208 0.042,0.252 0.045,0.258 0.043,0.239 0.039,0.208 0.033,0.134 0.012,0.078-0.002,0.036-0.010,0.008-0.014,-0.011-0.016,-0.021-0.015,-0.026-0.014,-0.026-0.012,-0.025-0.009,0.351-0.055,0.442-0.055,0.393-0.061,0.332-0.060,0.267-0.055,0.206-0.047,0.152-0.039,0.106-0.031,0.068-0.023,0.040-0.016,-3.028 0.055,3.611-0.080,0.229-0.020,0.139-0.020,0.072-0.018,0.025-0.015,-0.006-0.012,-0.025-0.009,-0.035-0.007,-0.037-0.005,-0.101 0.016,-0.132 0.027,-0.140 0.032,-0.133 0.032,-0.118 0.029,-0.099 0.025,-0.078 0.021,-0.059 0.016,-0.043 0.012,-2.263 0.008,2.325-0.094,0.238-0.145,0.259-0.167,0.250-0.166,0.223-0.152,0.188-0.130,-3.928 0.536,3.334-0.482,-0.372 0.046,-0.487 0.071,-0.525 0.081,-0.511 0.082,-0.464 0.076,-0.400 0.067,-0.329 0.056,-0.260 0.045,-0.197 0.035,-0.207 0.069,-0.094 0.075,-0.060 0.079,-0.033 0.076,-0.014 0.069,-0.000 0.059,0.071 0.054,-0.214-0.000,-0.248-0.020,-0.247-0.031,-0.225-0.035,0.520 0.130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246.000 435.000,'0.045'0.000,"0.072"0.000,0.087 0.000,0.091 0.000,-0.120-0.012,0.459-0.095,0.184-0.078,0.135-0.071,0.094-0.063,0.419-0.092,0.239 0.014,0.228 0.042,-0.213 0.095,0.062 0.042,0.040 0.042,0.023 0.039,0.176 0.027,-0.079 0.035,-0.105 0.028,-0.114 0.021,-0.112 0.016,0.087 0.057,-0.040 0.075,-0.016 0.079,-0.000 0.074,-0.128-0.036,0.293-0.005,0.359-0.017,0.382-0.025,0.549-0.013,0.077-0.035,-0.049-0.033,-0.127-0.029,-0.167-0.025,-0.180-0.020,0.021-0.052,0.148-0.069,0.218-0.075,0.247-0.073,0.015-0.029,-0.135 0.000,-0.222 0.020,-0.242 0.019,0.217-0.020,0.316-0.029,0.364-0.033,1.009-0.089,-0.120 0.008,-0.309 0.024,-0.396 0.032,-0.413 0.034,-0.386 0.032,-0.247 0.043,-0.140 0.046,-0.064 0.043,-0.012 0.038,0.021 0.031,0.038 0.025,-0.042 0.039,0.105 0.043,0.114 0.044,0.111 0.040,-0.456-0.004,-0.193-0.000,-0.242-0.008,-0.260-0.012,-0.256-0.015,2.091 0.135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951.000 434.000,'0.065'-0.039,"0.102"-0.061,0.116-0.070,0.116-0.070,0.107-0.064,0.093-0.056,0.050 0.026,0.167-0.009,0.183-0.000,0.184 0.005,-0.318 0.123,0.946-0.113,0.268 0.052,0.215 0.054,0.164 0.051,0.119 0.046,0.082 0.038,0.317 0.066,0.816 0.074,0.950 0.078,0.974 0.076,0.958 0.075,0.297 0.045,0.045 0.029,-0.120 0.017,-0.216 0.008,-0.262 0.001,-0.549-0.046,0.324-0.010,0.461-0.012,0.526-0.012,1.858 0.044,-0.275-0.031,-0.576-0.032,-0.706-0.030,-0.722-0.026,-0.667-0.021,-3.943-0.137,3.614 0.102,0.151-0.011,0.212-0.007,0.232-0.003,0.224-0.001,0.201 0.001,-0.157-0.029,-0.015-0.038,-0.057-0.044,-0.080-0.044,-0.087-0.040,-0.085-0.035,-3.886 0.034,4.263-0.210,-0.173-0.102,-0.283-0.074,-0.325-0.051,-0.321-0.032,-0.290-0.018,-4.338 0.437,3.594-0.372,-0.304 0.017,-0.347 0.019,-0.349 0.020,-0.325 0.018,-0.285 0.016,-0.362 0.020,-0.384 0.021,-0.370 0.020,-0.334 0.018,1.384-0.715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276.000 612.000,'0.036'-0.022,"0.055"-0.033,0.062-0.037,0.060-0.036,0.054-0.033,0.046-0.028,0.037-0.022,0.028-0.017,0.021-0.012,0.014-0.008,0.009-0.005,0.005-0.003,0.251 0.037,0.445 0.027,0.515 0.032,0.522 0.032,1.013 0.081,0.940 0.115,0.905 0.121,0.299 0.049,0.196 0.016,0.017-0.010,-0.096-0.026,-0.160-0.033,-0.188-0.035,0.395-0.073,0.205-0.102,0.271-0.104,0.286-0.096,0.270-0.082,0.236-0.067,0.351 0.010,0.908 0.025,0.991 0.043,0.961 0.051,-0.518 0.058,-0.576 0.044,-0.874 0.038,-0.841 0.020,-0.758 0.007,-0.649-0.002,-0.532-0.008,-0.417-0.011,-0.313-0.012,-3.533 0.085,5.288-0.198,0.844-0.078,0.366-0.059,0.033-0.043,-0.183-0.029,-0.307-0.019,-0.364-0.010,-0.439 0.040,-0.454 0.069,-0.430 0.082,-0.384 0.085,-0.326 0.080,-0.264 0.071,-0.456 0.069,-0.546 0.063,-0.563 0.054,-0.532 0.044,-0.473 0.035,-0.401 0.026,-0.325 0.019,0.159 0.964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07T14:00: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949.000 621.000,'-0.140'0.028,"-0.214"0.043,-0.242 0.048,-0.039 0.010,0.008 0.002,0.062-0.009,0.092-0.014,0.104-0.017,0.104-0.018,0.097-0.017,0.152-0.043,0.452 0.114,0.370 0.026,0.247 0.004,0.151-0.010,0.079-0.018,0.027-0.021,0.198-0.022,0.300-0.020,0.338-0.018,0.335-0.015,0.307-0.012,0.265-0.009,0.219-0.007,-0.424-0.004,-0.106-0.002,-0.160-0.002,-0.188-0.001,0.359-0.081,0.422-0.127,0.550-0.148,0.595-0.152,0.584-0.144,0.536-0.129,-4.252 0.611,6.378-1.026,0.392-0.099,-0.330 0.037,-0.762 0.121,-0.976 0.164,-1.036 0.179,-0.994 0.175,-0.891 0.158,-0.758 0.136,1.466 0.114,0.987 0.082,0.155 0.069,-0.261 0.048,-0.499 0.031,-0.606 0.018,-0.624 0.009,-0.584 0.002,-0.512-0.002,-0.425-0.005,-0.337-0.006,-0.255-0.006,-0.183-0.006,3.734-0.300,2.764-0.225,1.126-0.104,0.179-0.030,-0.422 0.018,-0.759 0.046,-0.904 0.060,-0.919 0.063,-0.853 0.060,-0.741 0.053,-0.610 0.044,-0.583-0.009,-0.633-0.029,-0.552-0.044,-0.455-0.049,-0.356-0.048,-0.264-0.043,-0.186-0.036,-0.122-0.029,-0.072-0.022,-0.036-0.016,-0.011-0.011,-0.291 0.155,-0.484 0.125,-0.567 0.146,-0.583 0.151,-0.553 0.143,-0.787 0.380,-0.105 0.433,0.086 0.434,0.194 0.396,0.241 0.337,0.249 0.272,0.372 0.134,0.413 0.039,0.402-0.022,0.359-0.057,0.390-0.488,0.254-0.373,0.218-0.413,0.179-0.409,0.140-0.376,0.172-0.350,0.163-0.303,0.143-0.233,0.119-0.171,0.094-0.118,0.071-0.075,0.004 0.067,-0.018 0.126,-0.037 0.161,-0.046 0.169,-0.048 0.161,-0.045 0.143,-0.040 0.120,-0.033 0.096,-0.026 0.073,-0.020 0.053,-0.014 0.036,-0.010 0.023,-0.026-0.000,-0.038-0.019,-0.041-0.027,-0.039-0.030,-0.035-0.030,-0.029-0.027,-0.024-0.023,-0.092-0.148,1.922 0.374,0.975 0.004,0.541-0.107,0.225-0.169,0.008-0.195,-0.130-0.196,-0.208-0.182,-0.241-0.160,-0.243-0.133,-0.226-0.106,-0.008 0.237,-0.057 0.498,-0.006 0.593,0.026 0.602,0.044 0.557,0.051 0.483,-2.251-1.742,2.357 1.713,0.118-0.335,0.101-0.481,0.083-0.531,0.064-0.518,0.048-0.466,-2.672 0.159,2.559-0.574,-0.184-0.216,-0.266-0.112,-0.295-0.038,-0.290 0.011,-0.263 0.041,-0.226 0.056,-0.184 0.061,-0.143 0.060,0.039 0.356,0.159 0.508,0.217 0.564,0.237 0.555,0.230 0.505,0.205 0.246,0.071-0.027,0.018-0.166,-0.017-0.237,-0.037-0.261,-0.046-0.254,-0.097-0.302,-0.150-0.316,-0.158-0.292,-0.149-0.253,-0.131-0.207,-0.109-0.162,-0.086-0.120,-0.065-0.084,-1.184 0.575,1.036-0.535,-0.012 0.073,-0.020 0.124,-0.023 0.149,-0.024 0.154,-0.022 0.147,-0.020 0.132,-0.017 0.113,0.201 0.112,0.118 0.042,0.133 0.011,0.131-0.010,0.119-0.021,-0.177-0.064,-0.112-0.045,-0.151-0.047,-0.165-0.045,-0.162-0.040,-0.148-0.034,-0.128-0.028,-0.106-0.022,1.158-0.099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image" Target="../media/image49.png"/><Relationship Id="rId98" Type="http://schemas.openxmlformats.org/officeDocument/2006/relationships/customXml" Target="../ink/ink50.xml"/><Relationship Id="rId97" Type="http://schemas.openxmlformats.org/officeDocument/2006/relationships/image" Target="../media/image48.png"/><Relationship Id="rId96" Type="http://schemas.openxmlformats.org/officeDocument/2006/relationships/customXml" Target="../ink/ink49.xml"/><Relationship Id="rId95" Type="http://schemas.openxmlformats.org/officeDocument/2006/relationships/image" Target="../media/image47.png"/><Relationship Id="rId94" Type="http://schemas.openxmlformats.org/officeDocument/2006/relationships/customXml" Target="../ink/ink48.xml"/><Relationship Id="rId93" Type="http://schemas.openxmlformats.org/officeDocument/2006/relationships/image" Target="../media/image46.png"/><Relationship Id="rId92" Type="http://schemas.openxmlformats.org/officeDocument/2006/relationships/customXml" Target="../ink/ink47.xml"/><Relationship Id="rId91" Type="http://schemas.openxmlformats.org/officeDocument/2006/relationships/image" Target="../media/image45.png"/><Relationship Id="rId90" Type="http://schemas.openxmlformats.org/officeDocument/2006/relationships/customXml" Target="../ink/ink46.xml"/><Relationship Id="rId9" Type="http://schemas.openxmlformats.org/officeDocument/2006/relationships/customXml" Target="../ink/ink5.xml"/><Relationship Id="rId89" Type="http://schemas.openxmlformats.org/officeDocument/2006/relationships/image" Target="../media/image44.png"/><Relationship Id="rId88" Type="http://schemas.openxmlformats.org/officeDocument/2006/relationships/customXml" Target="../ink/ink45.xml"/><Relationship Id="rId87" Type="http://schemas.openxmlformats.org/officeDocument/2006/relationships/image" Target="../media/image43.png"/><Relationship Id="rId86" Type="http://schemas.openxmlformats.org/officeDocument/2006/relationships/customXml" Target="../ink/ink44.xml"/><Relationship Id="rId85" Type="http://schemas.openxmlformats.org/officeDocument/2006/relationships/image" Target="../media/image42.png"/><Relationship Id="rId84" Type="http://schemas.openxmlformats.org/officeDocument/2006/relationships/customXml" Target="../ink/ink43.xml"/><Relationship Id="rId83" Type="http://schemas.openxmlformats.org/officeDocument/2006/relationships/image" Target="../media/image41.png"/><Relationship Id="rId82" Type="http://schemas.openxmlformats.org/officeDocument/2006/relationships/customXml" Target="../ink/ink42.xml"/><Relationship Id="rId81" Type="http://schemas.openxmlformats.org/officeDocument/2006/relationships/image" Target="../media/image40.png"/><Relationship Id="rId80" Type="http://schemas.openxmlformats.org/officeDocument/2006/relationships/customXml" Target="../ink/ink41.xml"/><Relationship Id="rId8" Type="http://schemas.openxmlformats.org/officeDocument/2006/relationships/image" Target="../media/image4.png"/><Relationship Id="rId79" Type="http://schemas.openxmlformats.org/officeDocument/2006/relationships/image" Target="../media/image39.png"/><Relationship Id="rId78" Type="http://schemas.openxmlformats.org/officeDocument/2006/relationships/customXml" Target="../ink/ink40.xml"/><Relationship Id="rId77" Type="http://schemas.openxmlformats.org/officeDocument/2006/relationships/image" Target="../media/image38.png"/><Relationship Id="rId76" Type="http://schemas.openxmlformats.org/officeDocument/2006/relationships/customXml" Target="../ink/ink39.xml"/><Relationship Id="rId75" Type="http://schemas.openxmlformats.org/officeDocument/2006/relationships/image" Target="../media/image37.png"/><Relationship Id="rId74" Type="http://schemas.openxmlformats.org/officeDocument/2006/relationships/customXml" Target="../ink/ink38.xml"/><Relationship Id="rId73" Type="http://schemas.openxmlformats.org/officeDocument/2006/relationships/image" Target="../media/image36.png"/><Relationship Id="rId72" Type="http://schemas.openxmlformats.org/officeDocument/2006/relationships/customXml" Target="../ink/ink37.xml"/><Relationship Id="rId71" Type="http://schemas.openxmlformats.org/officeDocument/2006/relationships/customXml" Target="../ink/ink36.xml"/><Relationship Id="rId70" Type="http://schemas.openxmlformats.org/officeDocument/2006/relationships/image" Target="../media/image35.png"/><Relationship Id="rId7" Type="http://schemas.openxmlformats.org/officeDocument/2006/relationships/customXml" Target="../ink/ink4.xml"/><Relationship Id="rId69" Type="http://schemas.openxmlformats.org/officeDocument/2006/relationships/customXml" Target="../ink/ink35.xml"/><Relationship Id="rId68" Type="http://schemas.openxmlformats.org/officeDocument/2006/relationships/image" Target="../media/image34.png"/><Relationship Id="rId67" Type="http://schemas.openxmlformats.org/officeDocument/2006/relationships/customXml" Target="../ink/ink34.xml"/><Relationship Id="rId66" Type="http://schemas.openxmlformats.org/officeDocument/2006/relationships/image" Target="../media/image33.png"/><Relationship Id="rId65" Type="http://schemas.openxmlformats.org/officeDocument/2006/relationships/customXml" Target="../ink/ink33.xml"/><Relationship Id="rId64" Type="http://schemas.openxmlformats.org/officeDocument/2006/relationships/image" Target="../media/image32.png"/><Relationship Id="rId63" Type="http://schemas.openxmlformats.org/officeDocument/2006/relationships/customXml" Target="../ink/ink32.xml"/><Relationship Id="rId62" Type="http://schemas.openxmlformats.org/officeDocument/2006/relationships/image" Target="../media/image31.png"/><Relationship Id="rId61" Type="http://schemas.openxmlformats.org/officeDocument/2006/relationships/customXml" Target="../ink/ink31.xml"/><Relationship Id="rId60" Type="http://schemas.openxmlformats.org/officeDocument/2006/relationships/image" Target="../media/image30.png"/><Relationship Id="rId6" Type="http://schemas.openxmlformats.org/officeDocument/2006/relationships/image" Target="../media/image3.png"/><Relationship Id="rId590" Type="http://schemas.openxmlformats.org/officeDocument/2006/relationships/notesSlide" Target="../notesSlides/notesSlide2.xml"/><Relationship Id="rId59" Type="http://schemas.openxmlformats.org/officeDocument/2006/relationships/customXml" Target="../ink/ink30.xml"/><Relationship Id="rId589" Type="http://schemas.openxmlformats.org/officeDocument/2006/relationships/slideLayout" Target="../slideLayouts/slideLayout1.xml"/><Relationship Id="rId588" Type="http://schemas.openxmlformats.org/officeDocument/2006/relationships/image" Target="../media/image290.png"/><Relationship Id="rId587" Type="http://schemas.openxmlformats.org/officeDocument/2006/relationships/customXml" Target="../ink/ink298.xml"/><Relationship Id="rId586" Type="http://schemas.openxmlformats.org/officeDocument/2006/relationships/image" Target="../media/image289.png"/><Relationship Id="rId585" Type="http://schemas.openxmlformats.org/officeDocument/2006/relationships/customXml" Target="../ink/ink297.xml"/><Relationship Id="rId584" Type="http://schemas.openxmlformats.org/officeDocument/2006/relationships/image" Target="../media/image288.png"/><Relationship Id="rId583" Type="http://schemas.openxmlformats.org/officeDocument/2006/relationships/customXml" Target="../ink/ink296.xml"/><Relationship Id="rId582" Type="http://schemas.openxmlformats.org/officeDocument/2006/relationships/image" Target="../media/image287.png"/><Relationship Id="rId581" Type="http://schemas.openxmlformats.org/officeDocument/2006/relationships/customXml" Target="../ink/ink295.xml"/><Relationship Id="rId580" Type="http://schemas.openxmlformats.org/officeDocument/2006/relationships/image" Target="../media/image286.png"/><Relationship Id="rId58" Type="http://schemas.openxmlformats.org/officeDocument/2006/relationships/image" Target="../media/image29.png"/><Relationship Id="rId579" Type="http://schemas.openxmlformats.org/officeDocument/2006/relationships/customXml" Target="../ink/ink294.xml"/><Relationship Id="rId578" Type="http://schemas.openxmlformats.org/officeDocument/2006/relationships/image" Target="../media/image285.png"/><Relationship Id="rId577" Type="http://schemas.openxmlformats.org/officeDocument/2006/relationships/customXml" Target="../ink/ink293.xml"/><Relationship Id="rId576" Type="http://schemas.openxmlformats.org/officeDocument/2006/relationships/image" Target="../media/image284.png"/><Relationship Id="rId575" Type="http://schemas.openxmlformats.org/officeDocument/2006/relationships/customXml" Target="../ink/ink292.xml"/><Relationship Id="rId574" Type="http://schemas.openxmlformats.org/officeDocument/2006/relationships/image" Target="../media/image283.png"/><Relationship Id="rId573" Type="http://schemas.openxmlformats.org/officeDocument/2006/relationships/customXml" Target="../ink/ink291.xml"/><Relationship Id="rId572" Type="http://schemas.openxmlformats.org/officeDocument/2006/relationships/image" Target="../media/image282.png"/><Relationship Id="rId571" Type="http://schemas.openxmlformats.org/officeDocument/2006/relationships/customXml" Target="../ink/ink290.xml"/><Relationship Id="rId570" Type="http://schemas.openxmlformats.org/officeDocument/2006/relationships/image" Target="../media/image281.png"/><Relationship Id="rId57" Type="http://schemas.openxmlformats.org/officeDocument/2006/relationships/customXml" Target="../ink/ink29.xml"/><Relationship Id="rId569" Type="http://schemas.openxmlformats.org/officeDocument/2006/relationships/customXml" Target="../ink/ink289.xml"/><Relationship Id="rId568" Type="http://schemas.openxmlformats.org/officeDocument/2006/relationships/image" Target="../media/image280.png"/><Relationship Id="rId567" Type="http://schemas.openxmlformats.org/officeDocument/2006/relationships/customXml" Target="../ink/ink288.xml"/><Relationship Id="rId566" Type="http://schemas.openxmlformats.org/officeDocument/2006/relationships/image" Target="../media/image279.png"/><Relationship Id="rId565" Type="http://schemas.openxmlformats.org/officeDocument/2006/relationships/customXml" Target="../ink/ink287.xml"/><Relationship Id="rId564" Type="http://schemas.openxmlformats.org/officeDocument/2006/relationships/image" Target="../media/image278.png"/><Relationship Id="rId563" Type="http://schemas.openxmlformats.org/officeDocument/2006/relationships/customXml" Target="../ink/ink286.xml"/><Relationship Id="rId562" Type="http://schemas.openxmlformats.org/officeDocument/2006/relationships/image" Target="../media/image277.png"/><Relationship Id="rId561" Type="http://schemas.openxmlformats.org/officeDocument/2006/relationships/customXml" Target="../ink/ink285.xml"/><Relationship Id="rId560" Type="http://schemas.openxmlformats.org/officeDocument/2006/relationships/image" Target="../media/image276.png"/><Relationship Id="rId56" Type="http://schemas.openxmlformats.org/officeDocument/2006/relationships/image" Target="../media/image28.png"/><Relationship Id="rId559" Type="http://schemas.openxmlformats.org/officeDocument/2006/relationships/customXml" Target="../ink/ink284.xml"/><Relationship Id="rId558" Type="http://schemas.openxmlformats.org/officeDocument/2006/relationships/customXml" Target="../ink/ink283.xml"/><Relationship Id="rId557" Type="http://schemas.openxmlformats.org/officeDocument/2006/relationships/image" Target="../media/image275.png"/><Relationship Id="rId556" Type="http://schemas.openxmlformats.org/officeDocument/2006/relationships/customXml" Target="../ink/ink282.xml"/><Relationship Id="rId555" Type="http://schemas.openxmlformats.org/officeDocument/2006/relationships/image" Target="../media/image274.png"/><Relationship Id="rId554" Type="http://schemas.openxmlformats.org/officeDocument/2006/relationships/customXml" Target="../ink/ink281.xml"/><Relationship Id="rId553" Type="http://schemas.openxmlformats.org/officeDocument/2006/relationships/image" Target="../media/image273.png"/><Relationship Id="rId552" Type="http://schemas.openxmlformats.org/officeDocument/2006/relationships/customXml" Target="../ink/ink280.xml"/><Relationship Id="rId551" Type="http://schemas.openxmlformats.org/officeDocument/2006/relationships/image" Target="../media/image272.png"/><Relationship Id="rId550" Type="http://schemas.openxmlformats.org/officeDocument/2006/relationships/customXml" Target="../ink/ink279.xml"/><Relationship Id="rId55" Type="http://schemas.openxmlformats.org/officeDocument/2006/relationships/customXml" Target="../ink/ink28.xml"/><Relationship Id="rId549" Type="http://schemas.openxmlformats.org/officeDocument/2006/relationships/image" Target="../media/image271.png"/><Relationship Id="rId548" Type="http://schemas.openxmlformats.org/officeDocument/2006/relationships/customXml" Target="../ink/ink278.xml"/><Relationship Id="rId547" Type="http://schemas.openxmlformats.org/officeDocument/2006/relationships/image" Target="../media/image270.png"/><Relationship Id="rId546" Type="http://schemas.openxmlformats.org/officeDocument/2006/relationships/customXml" Target="../ink/ink277.xml"/><Relationship Id="rId545" Type="http://schemas.openxmlformats.org/officeDocument/2006/relationships/image" Target="../media/image269.png"/><Relationship Id="rId544" Type="http://schemas.openxmlformats.org/officeDocument/2006/relationships/customXml" Target="../ink/ink276.xml"/><Relationship Id="rId543" Type="http://schemas.openxmlformats.org/officeDocument/2006/relationships/image" Target="../media/image268.png"/><Relationship Id="rId542" Type="http://schemas.openxmlformats.org/officeDocument/2006/relationships/customXml" Target="../ink/ink275.xml"/><Relationship Id="rId541" Type="http://schemas.openxmlformats.org/officeDocument/2006/relationships/image" Target="../media/image267.png"/><Relationship Id="rId540" Type="http://schemas.openxmlformats.org/officeDocument/2006/relationships/customXml" Target="../ink/ink274.xml"/><Relationship Id="rId54" Type="http://schemas.openxmlformats.org/officeDocument/2006/relationships/image" Target="../media/image27.png"/><Relationship Id="rId539" Type="http://schemas.openxmlformats.org/officeDocument/2006/relationships/image" Target="../media/image266.png"/><Relationship Id="rId538" Type="http://schemas.openxmlformats.org/officeDocument/2006/relationships/customXml" Target="../ink/ink273.xml"/><Relationship Id="rId537" Type="http://schemas.openxmlformats.org/officeDocument/2006/relationships/image" Target="../media/image265.png"/><Relationship Id="rId536" Type="http://schemas.openxmlformats.org/officeDocument/2006/relationships/customXml" Target="../ink/ink272.xml"/><Relationship Id="rId535" Type="http://schemas.openxmlformats.org/officeDocument/2006/relationships/image" Target="../media/image264.png"/><Relationship Id="rId534" Type="http://schemas.openxmlformats.org/officeDocument/2006/relationships/customXml" Target="../ink/ink271.xml"/><Relationship Id="rId533" Type="http://schemas.openxmlformats.org/officeDocument/2006/relationships/image" Target="../media/image263.png"/><Relationship Id="rId532" Type="http://schemas.openxmlformats.org/officeDocument/2006/relationships/customXml" Target="../ink/ink270.xml"/><Relationship Id="rId531" Type="http://schemas.openxmlformats.org/officeDocument/2006/relationships/image" Target="../media/image262.png"/><Relationship Id="rId530" Type="http://schemas.openxmlformats.org/officeDocument/2006/relationships/customXml" Target="../ink/ink269.xml"/><Relationship Id="rId53" Type="http://schemas.openxmlformats.org/officeDocument/2006/relationships/customXml" Target="../ink/ink27.xml"/><Relationship Id="rId529" Type="http://schemas.openxmlformats.org/officeDocument/2006/relationships/image" Target="../media/image261.png"/><Relationship Id="rId528" Type="http://schemas.openxmlformats.org/officeDocument/2006/relationships/customXml" Target="../ink/ink268.xml"/><Relationship Id="rId527" Type="http://schemas.openxmlformats.org/officeDocument/2006/relationships/image" Target="../media/image260.png"/><Relationship Id="rId526" Type="http://schemas.openxmlformats.org/officeDocument/2006/relationships/customXml" Target="../ink/ink267.xml"/><Relationship Id="rId525" Type="http://schemas.openxmlformats.org/officeDocument/2006/relationships/image" Target="../media/image259.png"/><Relationship Id="rId524" Type="http://schemas.openxmlformats.org/officeDocument/2006/relationships/customXml" Target="../ink/ink266.xml"/><Relationship Id="rId523" Type="http://schemas.openxmlformats.org/officeDocument/2006/relationships/image" Target="../media/image258.png"/><Relationship Id="rId522" Type="http://schemas.openxmlformats.org/officeDocument/2006/relationships/customXml" Target="../ink/ink265.xml"/><Relationship Id="rId521" Type="http://schemas.openxmlformats.org/officeDocument/2006/relationships/image" Target="../media/image257.png"/><Relationship Id="rId520" Type="http://schemas.openxmlformats.org/officeDocument/2006/relationships/customXml" Target="../ink/ink264.xml"/><Relationship Id="rId52" Type="http://schemas.openxmlformats.org/officeDocument/2006/relationships/image" Target="../media/image26.png"/><Relationship Id="rId519" Type="http://schemas.openxmlformats.org/officeDocument/2006/relationships/image" Target="../media/image256.png"/><Relationship Id="rId518" Type="http://schemas.openxmlformats.org/officeDocument/2006/relationships/customXml" Target="../ink/ink263.xml"/><Relationship Id="rId517" Type="http://schemas.openxmlformats.org/officeDocument/2006/relationships/image" Target="../media/image255.png"/><Relationship Id="rId516" Type="http://schemas.openxmlformats.org/officeDocument/2006/relationships/customXml" Target="../ink/ink262.xml"/><Relationship Id="rId515" Type="http://schemas.openxmlformats.org/officeDocument/2006/relationships/image" Target="../media/image254.png"/><Relationship Id="rId514" Type="http://schemas.openxmlformats.org/officeDocument/2006/relationships/customXml" Target="../ink/ink261.xml"/><Relationship Id="rId513" Type="http://schemas.openxmlformats.org/officeDocument/2006/relationships/image" Target="../media/image253.png"/><Relationship Id="rId512" Type="http://schemas.openxmlformats.org/officeDocument/2006/relationships/customXml" Target="../ink/ink260.xml"/><Relationship Id="rId511" Type="http://schemas.openxmlformats.org/officeDocument/2006/relationships/image" Target="../media/image252.png"/><Relationship Id="rId510" Type="http://schemas.openxmlformats.org/officeDocument/2006/relationships/customXml" Target="../ink/ink259.xml"/><Relationship Id="rId51" Type="http://schemas.openxmlformats.org/officeDocument/2006/relationships/customXml" Target="../ink/ink26.xml"/><Relationship Id="rId509" Type="http://schemas.openxmlformats.org/officeDocument/2006/relationships/image" Target="../media/image251.png"/><Relationship Id="rId508" Type="http://schemas.openxmlformats.org/officeDocument/2006/relationships/customXml" Target="../ink/ink258.xml"/><Relationship Id="rId507" Type="http://schemas.openxmlformats.org/officeDocument/2006/relationships/image" Target="../media/image250.png"/><Relationship Id="rId506" Type="http://schemas.openxmlformats.org/officeDocument/2006/relationships/customXml" Target="../ink/ink257.xml"/><Relationship Id="rId505" Type="http://schemas.openxmlformats.org/officeDocument/2006/relationships/image" Target="../media/image249.png"/><Relationship Id="rId504" Type="http://schemas.openxmlformats.org/officeDocument/2006/relationships/customXml" Target="../ink/ink256.xml"/><Relationship Id="rId503" Type="http://schemas.openxmlformats.org/officeDocument/2006/relationships/image" Target="../media/image248.png"/><Relationship Id="rId502" Type="http://schemas.openxmlformats.org/officeDocument/2006/relationships/customXml" Target="../ink/ink255.xml"/><Relationship Id="rId501" Type="http://schemas.openxmlformats.org/officeDocument/2006/relationships/image" Target="../media/image247.png"/><Relationship Id="rId500" Type="http://schemas.openxmlformats.org/officeDocument/2006/relationships/customXml" Target="../ink/ink254.xml"/><Relationship Id="rId50" Type="http://schemas.openxmlformats.org/officeDocument/2006/relationships/image" Target="../media/image25.png"/><Relationship Id="rId5" Type="http://schemas.openxmlformats.org/officeDocument/2006/relationships/customXml" Target="../ink/ink3.xml"/><Relationship Id="rId499" Type="http://schemas.openxmlformats.org/officeDocument/2006/relationships/image" Target="../media/image246.png"/><Relationship Id="rId498" Type="http://schemas.openxmlformats.org/officeDocument/2006/relationships/customXml" Target="../ink/ink253.xml"/><Relationship Id="rId497" Type="http://schemas.openxmlformats.org/officeDocument/2006/relationships/image" Target="../media/image245.png"/><Relationship Id="rId496" Type="http://schemas.openxmlformats.org/officeDocument/2006/relationships/customXml" Target="../ink/ink252.xml"/><Relationship Id="rId495" Type="http://schemas.openxmlformats.org/officeDocument/2006/relationships/image" Target="../media/image244.png"/><Relationship Id="rId494" Type="http://schemas.openxmlformats.org/officeDocument/2006/relationships/customXml" Target="../ink/ink251.xml"/><Relationship Id="rId493" Type="http://schemas.openxmlformats.org/officeDocument/2006/relationships/image" Target="../media/image243.png"/><Relationship Id="rId492" Type="http://schemas.openxmlformats.org/officeDocument/2006/relationships/customXml" Target="../ink/ink250.xml"/><Relationship Id="rId491" Type="http://schemas.openxmlformats.org/officeDocument/2006/relationships/customXml" Target="../ink/ink249.xml"/><Relationship Id="rId490" Type="http://schemas.openxmlformats.org/officeDocument/2006/relationships/image" Target="../media/image242.png"/><Relationship Id="rId49" Type="http://schemas.openxmlformats.org/officeDocument/2006/relationships/customXml" Target="../ink/ink25.xml"/><Relationship Id="rId489" Type="http://schemas.openxmlformats.org/officeDocument/2006/relationships/customXml" Target="../ink/ink248.xml"/><Relationship Id="rId488" Type="http://schemas.openxmlformats.org/officeDocument/2006/relationships/customXml" Target="../ink/ink247.xml"/><Relationship Id="rId487" Type="http://schemas.openxmlformats.org/officeDocument/2006/relationships/image" Target="../media/image241.png"/><Relationship Id="rId486" Type="http://schemas.openxmlformats.org/officeDocument/2006/relationships/customXml" Target="../ink/ink246.xml"/><Relationship Id="rId485" Type="http://schemas.openxmlformats.org/officeDocument/2006/relationships/image" Target="../media/image240.png"/><Relationship Id="rId484" Type="http://schemas.openxmlformats.org/officeDocument/2006/relationships/customXml" Target="../ink/ink245.xml"/><Relationship Id="rId483" Type="http://schemas.openxmlformats.org/officeDocument/2006/relationships/image" Target="../media/image239.png"/><Relationship Id="rId482" Type="http://schemas.openxmlformats.org/officeDocument/2006/relationships/customXml" Target="../ink/ink244.xml"/><Relationship Id="rId481" Type="http://schemas.openxmlformats.org/officeDocument/2006/relationships/image" Target="../media/image238.png"/><Relationship Id="rId480" Type="http://schemas.openxmlformats.org/officeDocument/2006/relationships/customXml" Target="../ink/ink243.xml"/><Relationship Id="rId48" Type="http://schemas.openxmlformats.org/officeDocument/2006/relationships/image" Target="../media/image24.png"/><Relationship Id="rId479" Type="http://schemas.openxmlformats.org/officeDocument/2006/relationships/image" Target="../media/image237.png"/><Relationship Id="rId478" Type="http://schemas.openxmlformats.org/officeDocument/2006/relationships/customXml" Target="../ink/ink242.xml"/><Relationship Id="rId477" Type="http://schemas.openxmlformats.org/officeDocument/2006/relationships/image" Target="../media/image236.png"/><Relationship Id="rId476" Type="http://schemas.openxmlformats.org/officeDocument/2006/relationships/customXml" Target="../ink/ink241.xml"/><Relationship Id="rId475" Type="http://schemas.openxmlformats.org/officeDocument/2006/relationships/image" Target="../media/image235.png"/><Relationship Id="rId474" Type="http://schemas.openxmlformats.org/officeDocument/2006/relationships/customXml" Target="../ink/ink240.xml"/><Relationship Id="rId473" Type="http://schemas.openxmlformats.org/officeDocument/2006/relationships/image" Target="../media/image234.png"/><Relationship Id="rId472" Type="http://schemas.openxmlformats.org/officeDocument/2006/relationships/customXml" Target="../ink/ink239.xml"/><Relationship Id="rId471" Type="http://schemas.openxmlformats.org/officeDocument/2006/relationships/image" Target="../media/image233.png"/><Relationship Id="rId470" Type="http://schemas.openxmlformats.org/officeDocument/2006/relationships/customXml" Target="../ink/ink238.xml"/><Relationship Id="rId47" Type="http://schemas.openxmlformats.org/officeDocument/2006/relationships/customXml" Target="../ink/ink24.xml"/><Relationship Id="rId469" Type="http://schemas.openxmlformats.org/officeDocument/2006/relationships/image" Target="../media/image232.png"/><Relationship Id="rId468" Type="http://schemas.openxmlformats.org/officeDocument/2006/relationships/customXml" Target="../ink/ink237.xml"/><Relationship Id="rId467" Type="http://schemas.openxmlformats.org/officeDocument/2006/relationships/image" Target="../media/image231.png"/><Relationship Id="rId466" Type="http://schemas.openxmlformats.org/officeDocument/2006/relationships/customXml" Target="../ink/ink236.xml"/><Relationship Id="rId465" Type="http://schemas.openxmlformats.org/officeDocument/2006/relationships/image" Target="../media/image230.png"/><Relationship Id="rId464" Type="http://schemas.openxmlformats.org/officeDocument/2006/relationships/customXml" Target="../ink/ink235.xml"/><Relationship Id="rId463" Type="http://schemas.openxmlformats.org/officeDocument/2006/relationships/image" Target="../media/image229.png"/><Relationship Id="rId462" Type="http://schemas.openxmlformats.org/officeDocument/2006/relationships/customXml" Target="../ink/ink234.xml"/><Relationship Id="rId461" Type="http://schemas.openxmlformats.org/officeDocument/2006/relationships/image" Target="../media/image228.png"/><Relationship Id="rId460" Type="http://schemas.openxmlformats.org/officeDocument/2006/relationships/customXml" Target="../ink/ink233.xml"/><Relationship Id="rId46" Type="http://schemas.openxmlformats.org/officeDocument/2006/relationships/image" Target="../media/image23.png"/><Relationship Id="rId459" Type="http://schemas.openxmlformats.org/officeDocument/2006/relationships/image" Target="../media/image227.png"/><Relationship Id="rId458" Type="http://schemas.openxmlformats.org/officeDocument/2006/relationships/customXml" Target="../ink/ink232.xml"/><Relationship Id="rId457" Type="http://schemas.openxmlformats.org/officeDocument/2006/relationships/image" Target="../media/image226.png"/><Relationship Id="rId456" Type="http://schemas.openxmlformats.org/officeDocument/2006/relationships/customXml" Target="../ink/ink231.xml"/><Relationship Id="rId455" Type="http://schemas.openxmlformats.org/officeDocument/2006/relationships/image" Target="../media/image225.png"/><Relationship Id="rId454" Type="http://schemas.openxmlformats.org/officeDocument/2006/relationships/customXml" Target="../ink/ink230.xml"/><Relationship Id="rId453" Type="http://schemas.openxmlformats.org/officeDocument/2006/relationships/image" Target="../media/image224.png"/><Relationship Id="rId452" Type="http://schemas.openxmlformats.org/officeDocument/2006/relationships/customXml" Target="../ink/ink229.xml"/><Relationship Id="rId451" Type="http://schemas.openxmlformats.org/officeDocument/2006/relationships/image" Target="../media/image223.png"/><Relationship Id="rId450" Type="http://schemas.openxmlformats.org/officeDocument/2006/relationships/customXml" Target="../ink/ink228.xml"/><Relationship Id="rId45" Type="http://schemas.openxmlformats.org/officeDocument/2006/relationships/customXml" Target="../ink/ink23.xml"/><Relationship Id="rId449" Type="http://schemas.openxmlformats.org/officeDocument/2006/relationships/image" Target="../media/image222.png"/><Relationship Id="rId448" Type="http://schemas.openxmlformats.org/officeDocument/2006/relationships/customXml" Target="../ink/ink227.xml"/><Relationship Id="rId447" Type="http://schemas.openxmlformats.org/officeDocument/2006/relationships/image" Target="../media/image221.png"/><Relationship Id="rId446" Type="http://schemas.openxmlformats.org/officeDocument/2006/relationships/customXml" Target="../ink/ink226.xml"/><Relationship Id="rId445" Type="http://schemas.openxmlformats.org/officeDocument/2006/relationships/image" Target="../media/image220.png"/><Relationship Id="rId444" Type="http://schemas.openxmlformats.org/officeDocument/2006/relationships/customXml" Target="../ink/ink225.xml"/><Relationship Id="rId443" Type="http://schemas.openxmlformats.org/officeDocument/2006/relationships/image" Target="../media/image219.png"/><Relationship Id="rId442" Type="http://schemas.openxmlformats.org/officeDocument/2006/relationships/customXml" Target="../ink/ink224.xml"/><Relationship Id="rId441" Type="http://schemas.openxmlformats.org/officeDocument/2006/relationships/image" Target="../media/image218.png"/><Relationship Id="rId440" Type="http://schemas.openxmlformats.org/officeDocument/2006/relationships/customXml" Target="../ink/ink223.xml"/><Relationship Id="rId44" Type="http://schemas.openxmlformats.org/officeDocument/2006/relationships/image" Target="../media/image22.png"/><Relationship Id="rId439" Type="http://schemas.openxmlformats.org/officeDocument/2006/relationships/image" Target="../media/image217.png"/><Relationship Id="rId438" Type="http://schemas.openxmlformats.org/officeDocument/2006/relationships/customXml" Target="../ink/ink222.xml"/><Relationship Id="rId437" Type="http://schemas.openxmlformats.org/officeDocument/2006/relationships/image" Target="../media/image216.png"/><Relationship Id="rId436" Type="http://schemas.openxmlformats.org/officeDocument/2006/relationships/customXml" Target="../ink/ink221.xml"/><Relationship Id="rId435" Type="http://schemas.openxmlformats.org/officeDocument/2006/relationships/image" Target="../media/image215.png"/><Relationship Id="rId434" Type="http://schemas.openxmlformats.org/officeDocument/2006/relationships/customXml" Target="../ink/ink220.xml"/><Relationship Id="rId433" Type="http://schemas.openxmlformats.org/officeDocument/2006/relationships/image" Target="../media/image214.png"/><Relationship Id="rId432" Type="http://schemas.openxmlformats.org/officeDocument/2006/relationships/customXml" Target="../ink/ink219.xml"/><Relationship Id="rId431" Type="http://schemas.openxmlformats.org/officeDocument/2006/relationships/image" Target="../media/image213.png"/><Relationship Id="rId430" Type="http://schemas.openxmlformats.org/officeDocument/2006/relationships/customXml" Target="../ink/ink218.xml"/><Relationship Id="rId43" Type="http://schemas.openxmlformats.org/officeDocument/2006/relationships/customXml" Target="../ink/ink22.xml"/><Relationship Id="rId429" Type="http://schemas.openxmlformats.org/officeDocument/2006/relationships/image" Target="../media/image212.png"/><Relationship Id="rId428" Type="http://schemas.openxmlformats.org/officeDocument/2006/relationships/customXml" Target="../ink/ink217.xml"/><Relationship Id="rId427" Type="http://schemas.openxmlformats.org/officeDocument/2006/relationships/image" Target="../media/image211.png"/><Relationship Id="rId426" Type="http://schemas.openxmlformats.org/officeDocument/2006/relationships/customXml" Target="../ink/ink216.xml"/><Relationship Id="rId425" Type="http://schemas.openxmlformats.org/officeDocument/2006/relationships/image" Target="../media/image210.png"/><Relationship Id="rId424" Type="http://schemas.openxmlformats.org/officeDocument/2006/relationships/customXml" Target="../ink/ink215.xml"/><Relationship Id="rId423" Type="http://schemas.openxmlformats.org/officeDocument/2006/relationships/image" Target="../media/image209.png"/><Relationship Id="rId422" Type="http://schemas.openxmlformats.org/officeDocument/2006/relationships/customXml" Target="../ink/ink214.xml"/><Relationship Id="rId421" Type="http://schemas.openxmlformats.org/officeDocument/2006/relationships/image" Target="../media/image208.png"/><Relationship Id="rId420" Type="http://schemas.openxmlformats.org/officeDocument/2006/relationships/customXml" Target="../ink/ink213.xml"/><Relationship Id="rId42" Type="http://schemas.openxmlformats.org/officeDocument/2006/relationships/image" Target="../media/image21.png"/><Relationship Id="rId419" Type="http://schemas.openxmlformats.org/officeDocument/2006/relationships/image" Target="../media/image207.png"/><Relationship Id="rId418" Type="http://schemas.openxmlformats.org/officeDocument/2006/relationships/customXml" Target="../ink/ink212.xml"/><Relationship Id="rId417" Type="http://schemas.openxmlformats.org/officeDocument/2006/relationships/image" Target="../media/image206.png"/><Relationship Id="rId416" Type="http://schemas.openxmlformats.org/officeDocument/2006/relationships/customXml" Target="../ink/ink211.xml"/><Relationship Id="rId415" Type="http://schemas.openxmlformats.org/officeDocument/2006/relationships/image" Target="../media/image205.png"/><Relationship Id="rId414" Type="http://schemas.openxmlformats.org/officeDocument/2006/relationships/customXml" Target="../ink/ink210.xml"/><Relationship Id="rId413" Type="http://schemas.openxmlformats.org/officeDocument/2006/relationships/image" Target="../media/image204.png"/><Relationship Id="rId412" Type="http://schemas.openxmlformats.org/officeDocument/2006/relationships/customXml" Target="../ink/ink209.xml"/><Relationship Id="rId411" Type="http://schemas.openxmlformats.org/officeDocument/2006/relationships/image" Target="../media/image203.png"/><Relationship Id="rId410" Type="http://schemas.openxmlformats.org/officeDocument/2006/relationships/customXml" Target="../ink/ink208.xml"/><Relationship Id="rId41" Type="http://schemas.openxmlformats.org/officeDocument/2006/relationships/customXml" Target="../ink/ink21.xml"/><Relationship Id="rId409" Type="http://schemas.openxmlformats.org/officeDocument/2006/relationships/image" Target="../media/image202.png"/><Relationship Id="rId408" Type="http://schemas.openxmlformats.org/officeDocument/2006/relationships/customXml" Target="../ink/ink207.xml"/><Relationship Id="rId407" Type="http://schemas.openxmlformats.org/officeDocument/2006/relationships/image" Target="../media/image201.png"/><Relationship Id="rId406" Type="http://schemas.openxmlformats.org/officeDocument/2006/relationships/customXml" Target="../ink/ink206.xml"/><Relationship Id="rId405" Type="http://schemas.openxmlformats.org/officeDocument/2006/relationships/image" Target="../media/image200.png"/><Relationship Id="rId404" Type="http://schemas.openxmlformats.org/officeDocument/2006/relationships/customXml" Target="../ink/ink205.xml"/><Relationship Id="rId403" Type="http://schemas.openxmlformats.org/officeDocument/2006/relationships/image" Target="../media/image199.png"/><Relationship Id="rId402" Type="http://schemas.openxmlformats.org/officeDocument/2006/relationships/customXml" Target="../ink/ink204.xml"/><Relationship Id="rId401" Type="http://schemas.openxmlformats.org/officeDocument/2006/relationships/image" Target="../media/image198.png"/><Relationship Id="rId400" Type="http://schemas.openxmlformats.org/officeDocument/2006/relationships/customXml" Target="../ink/ink203.xml"/><Relationship Id="rId40" Type="http://schemas.openxmlformats.org/officeDocument/2006/relationships/image" Target="../media/image20.png"/><Relationship Id="rId4" Type="http://schemas.openxmlformats.org/officeDocument/2006/relationships/image" Target="../media/image2.png"/><Relationship Id="rId399" Type="http://schemas.openxmlformats.org/officeDocument/2006/relationships/customXml" Target="../ink/ink202.xml"/><Relationship Id="rId398" Type="http://schemas.openxmlformats.org/officeDocument/2006/relationships/image" Target="../media/image197.png"/><Relationship Id="rId397" Type="http://schemas.openxmlformats.org/officeDocument/2006/relationships/customXml" Target="../ink/ink201.xml"/><Relationship Id="rId396" Type="http://schemas.openxmlformats.org/officeDocument/2006/relationships/customXml" Target="../ink/ink200.xml"/><Relationship Id="rId395" Type="http://schemas.openxmlformats.org/officeDocument/2006/relationships/image" Target="../media/image196.png"/><Relationship Id="rId394" Type="http://schemas.openxmlformats.org/officeDocument/2006/relationships/customXml" Target="../ink/ink199.xml"/><Relationship Id="rId393" Type="http://schemas.openxmlformats.org/officeDocument/2006/relationships/image" Target="../media/image195.png"/><Relationship Id="rId392" Type="http://schemas.openxmlformats.org/officeDocument/2006/relationships/customXml" Target="../ink/ink198.xml"/><Relationship Id="rId391" Type="http://schemas.openxmlformats.org/officeDocument/2006/relationships/image" Target="../media/image194.png"/><Relationship Id="rId390" Type="http://schemas.openxmlformats.org/officeDocument/2006/relationships/customXml" Target="../ink/ink197.xml"/><Relationship Id="rId39" Type="http://schemas.openxmlformats.org/officeDocument/2006/relationships/customXml" Target="../ink/ink20.xml"/><Relationship Id="rId389" Type="http://schemas.openxmlformats.org/officeDocument/2006/relationships/image" Target="../media/image193.png"/><Relationship Id="rId388" Type="http://schemas.openxmlformats.org/officeDocument/2006/relationships/customXml" Target="../ink/ink196.xml"/><Relationship Id="rId387" Type="http://schemas.openxmlformats.org/officeDocument/2006/relationships/image" Target="../media/image192.png"/><Relationship Id="rId386" Type="http://schemas.openxmlformats.org/officeDocument/2006/relationships/customXml" Target="../ink/ink195.xml"/><Relationship Id="rId385" Type="http://schemas.openxmlformats.org/officeDocument/2006/relationships/image" Target="../media/image191.png"/><Relationship Id="rId384" Type="http://schemas.openxmlformats.org/officeDocument/2006/relationships/customXml" Target="../ink/ink194.xml"/><Relationship Id="rId383" Type="http://schemas.openxmlformats.org/officeDocument/2006/relationships/image" Target="../media/image190.png"/><Relationship Id="rId382" Type="http://schemas.openxmlformats.org/officeDocument/2006/relationships/customXml" Target="../ink/ink193.xml"/><Relationship Id="rId381" Type="http://schemas.openxmlformats.org/officeDocument/2006/relationships/image" Target="../media/image189.png"/><Relationship Id="rId380" Type="http://schemas.openxmlformats.org/officeDocument/2006/relationships/customXml" Target="../ink/ink192.xml"/><Relationship Id="rId38" Type="http://schemas.openxmlformats.org/officeDocument/2006/relationships/image" Target="../media/image19.png"/><Relationship Id="rId379" Type="http://schemas.openxmlformats.org/officeDocument/2006/relationships/image" Target="../media/image188.png"/><Relationship Id="rId378" Type="http://schemas.openxmlformats.org/officeDocument/2006/relationships/customXml" Target="../ink/ink191.xml"/><Relationship Id="rId377" Type="http://schemas.openxmlformats.org/officeDocument/2006/relationships/image" Target="../media/image187.png"/><Relationship Id="rId376" Type="http://schemas.openxmlformats.org/officeDocument/2006/relationships/customXml" Target="../ink/ink190.xml"/><Relationship Id="rId375" Type="http://schemas.openxmlformats.org/officeDocument/2006/relationships/image" Target="../media/image186.png"/><Relationship Id="rId374" Type="http://schemas.openxmlformats.org/officeDocument/2006/relationships/customXml" Target="../ink/ink189.xml"/><Relationship Id="rId373" Type="http://schemas.openxmlformats.org/officeDocument/2006/relationships/image" Target="../media/image185.png"/><Relationship Id="rId372" Type="http://schemas.openxmlformats.org/officeDocument/2006/relationships/customXml" Target="../ink/ink188.xml"/><Relationship Id="rId371" Type="http://schemas.openxmlformats.org/officeDocument/2006/relationships/image" Target="../media/image184.png"/><Relationship Id="rId370" Type="http://schemas.openxmlformats.org/officeDocument/2006/relationships/customXml" Target="../ink/ink187.xml"/><Relationship Id="rId37" Type="http://schemas.openxmlformats.org/officeDocument/2006/relationships/customXml" Target="../ink/ink19.xml"/><Relationship Id="rId369" Type="http://schemas.openxmlformats.org/officeDocument/2006/relationships/customXml" Target="../ink/ink186.xml"/><Relationship Id="rId368" Type="http://schemas.openxmlformats.org/officeDocument/2006/relationships/image" Target="../media/image183.png"/><Relationship Id="rId367" Type="http://schemas.openxmlformats.org/officeDocument/2006/relationships/customXml" Target="../ink/ink185.xml"/><Relationship Id="rId366" Type="http://schemas.openxmlformats.org/officeDocument/2006/relationships/image" Target="../media/image182.png"/><Relationship Id="rId365" Type="http://schemas.openxmlformats.org/officeDocument/2006/relationships/customXml" Target="../ink/ink184.xml"/><Relationship Id="rId364" Type="http://schemas.openxmlformats.org/officeDocument/2006/relationships/image" Target="../media/image181.png"/><Relationship Id="rId363" Type="http://schemas.openxmlformats.org/officeDocument/2006/relationships/customXml" Target="../ink/ink183.xml"/><Relationship Id="rId362" Type="http://schemas.openxmlformats.org/officeDocument/2006/relationships/image" Target="../media/image180.png"/><Relationship Id="rId361" Type="http://schemas.openxmlformats.org/officeDocument/2006/relationships/customXml" Target="../ink/ink182.xml"/><Relationship Id="rId360" Type="http://schemas.openxmlformats.org/officeDocument/2006/relationships/image" Target="../media/image179.png"/><Relationship Id="rId36" Type="http://schemas.openxmlformats.org/officeDocument/2006/relationships/image" Target="../media/image18.png"/><Relationship Id="rId359" Type="http://schemas.openxmlformats.org/officeDocument/2006/relationships/customXml" Target="../ink/ink181.xml"/><Relationship Id="rId358" Type="http://schemas.openxmlformats.org/officeDocument/2006/relationships/image" Target="../media/image178.png"/><Relationship Id="rId357" Type="http://schemas.openxmlformats.org/officeDocument/2006/relationships/customXml" Target="../ink/ink180.xml"/><Relationship Id="rId356" Type="http://schemas.openxmlformats.org/officeDocument/2006/relationships/image" Target="../media/image177.png"/><Relationship Id="rId355" Type="http://schemas.openxmlformats.org/officeDocument/2006/relationships/customXml" Target="../ink/ink179.xml"/><Relationship Id="rId354" Type="http://schemas.openxmlformats.org/officeDocument/2006/relationships/image" Target="../media/image176.png"/><Relationship Id="rId353" Type="http://schemas.openxmlformats.org/officeDocument/2006/relationships/customXml" Target="../ink/ink178.xml"/><Relationship Id="rId352" Type="http://schemas.openxmlformats.org/officeDocument/2006/relationships/image" Target="../media/image175.png"/><Relationship Id="rId351" Type="http://schemas.openxmlformats.org/officeDocument/2006/relationships/customXml" Target="../ink/ink177.xml"/><Relationship Id="rId350" Type="http://schemas.openxmlformats.org/officeDocument/2006/relationships/image" Target="../media/image174.png"/><Relationship Id="rId35" Type="http://schemas.openxmlformats.org/officeDocument/2006/relationships/customXml" Target="../ink/ink18.xml"/><Relationship Id="rId349" Type="http://schemas.openxmlformats.org/officeDocument/2006/relationships/customXml" Target="../ink/ink176.xml"/><Relationship Id="rId348" Type="http://schemas.openxmlformats.org/officeDocument/2006/relationships/image" Target="../media/image173.png"/><Relationship Id="rId347" Type="http://schemas.openxmlformats.org/officeDocument/2006/relationships/customXml" Target="../ink/ink175.xml"/><Relationship Id="rId346" Type="http://schemas.openxmlformats.org/officeDocument/2006/relationships/image" Target="../media/image172.png"/><Relationship Id="rId345" Type="http://schemas.openxmlformats.org/officeDocument/2006/relationships/customXml" Target="../ink/ink174.xml"/><Relationship Id="rId344" Type="http://schemas.openxmlformats.org/officeDocument/2006/relationships/image" Target="../media/image171.png"/><Relationship Id="rId343" Type="http://schemas.openxmlformats.org/officeDocument/2006/relationships/customXml" Target="../ink/ink173.xml"/><Relationship Id="rId342" Type="http://schemas.openxmlformats.org/officeDocument/2006/relationships/image" Target="../media/image170.png"/><Relationship Id="rId341" Type="http://schemas.openxmlformats.org/officeDocument/2006/relationships/customXml" Target="../ink/ink172.xml"/><Relationship Id="rId340" Type="http://schemas.openxmlformats.org/officeDocument/2006/relationships/image" Target="../media/image169.png"/><Relationship Id="rId34" Type="http://schemas.openxmlformats.org/officeDocument/2006/relationships/image" Target="../media/image17.png"/><Relationship Id="rId339" Type="http://schemas.openxmlformats.org/officeDocument/2006/relationships/customXml" Target="../ink/ink171.xml"/><Relationship Id="rId338" Type="http://schemas.openxmlformats.org/officeDocument/2006/relationships/image" Target="../media/image168.png"/><Relationship Id="rId337" Type="http://schemas.openxmlformats.org/officeDocument/2006/relationships/customXml" Target="../ink/ink170.xml"/><Relationship Id="rId336" Type="http://schemas.openxmlformats.org/officeDocument/2006/relationships/image" Target="../media/image167.png"/><Relationship Id="rId335" Type="http://schemas.openxmlformats.org/officeDocument/2006/relationships/customXml" Target="../ink/ink169.xml"/><Relationship Id="rId334" Type="http://schemas.openxmlformats.org/officeDocument/2006/relationships/image" Target="../media/image166.png"/><Relationship Id="rId333" Type="http://schemas.openxmlformats.org/officeDocument/2006/relationships/customXml" Target="../ink/ink168.xml"/><Relationship Id="rId332" Type="http://schemas.openxmlformats.org/officeDocument/2006/relationships/image" Target="../media/image165.png"/><Relationship Id="rId331" Type="http://schemas.openxmlformats.org/officeDocument/2006/relationships/customXml" Target="../ink/ink167.xml"/><Relationship Id="rId330" Type="http://schemas.openxmlformats.org/officeDocument/2006/relationships/image" Target="../media/image164.png"/><Relationship Id="rId33" Type="http://schemas.openxmlformats.org/officeDocument/2006/relationships/customXml" Target="../ink/ink17.xml"/><Relationship Id="rId329" Type="http://schemas.openxmlformats.org/officeDocument/2006/relationships/customXml" Target="../ink/ink166.xml"/><Relationship Id="rId328" Type="http://schemas.openxmlformats.org/officeDocument/2006/relationships/image" Target="../media/image163.png"/><Relationship Id="rId327" Type="http://schemas.openxmlformats.org/officeDocument/2006/relationships/customXml" Target="../ink/ink165.xml"/><Relationship Id="rId326" Type="http://schemas.openxmlformats.org/officeDocument/2006/relationships/image" Target="../media/image162.png"/><Relationship Id="rId325" Type="http://schemas.openxmlformats.org/officeDocument/2006/relationships/customXml" Target="../ink/ink164.xml"/><Relationship Id="rId324" Type="http://schemas.openxmlformats.org/officeDocument/2006/relationships/image" Target="../media/image161.png"/><Relationship Id="rId323" Type="http://schemas.openxmlformats.org/officeDocument/2006/relationships/customXml" Target="../ink/ink163.xml"/><Relationship Id="rId322" Type="http://schemas.openxmlformats.org/officeDocument/2006/relationships/image" Target="../media/image160.png"/><Relationship Id="rId321" Type="http://schemas.openxmlformats.org/officeDocument/2006/relationships/customXml" Target="../ink/ink162.xml"/><Relationship Id="rId320" Type="http://schemas.openxmlformats.org/officeDocument/2006/relationships/image" Target="../media/image159.png"/><Relationship Id="rId32" Type="http://schemas.openxmlformats.org/officeDocument/2006/relationships/image" Target="../media/image16.png"/><Relationship Id="rId319" Type="http://schemas.openxmlformats.org/officeDocument/2006/relationships/customXml" Target="../ink/ink161.xml"/><Relationship Id="rId318" Type="http://schemas.openxmlformats.org/officeDocument/2006/relationships/image" Target="../media/image158.png"/><Relationship Id="rId317" Type="http://schemas.openxmlformats.org/officeDocument/2006/relationships/customXml" Target="../ink/ink160.xml"/><Relationship Id="rId316" Type="http://schemas.openxmlformats.org/officeDocument/2006/relationships/image" Target="../media/image157.png"/><Relationship Id="rId315" Type="http://schemas.openxmlformats.org/officeDocument/2006/relationships/customXml" Target="../ink/ink159.xml"/><Relationship Id="rId314" Type="http://schemas.openxmlformats.org/officeDocument/2006/relationships/image" Target="../media/image156.png"/><Relationship Id="rId313" Type="http://schemas.openxmlformats.org/officeDocument/2006/relationships/customXml" Target="../ink/ink158.xml"/><Relationship Id="rId312" Type="http://schemas.openxmlformats.org/officeDocument/2006/relationships/image" Target="../media/image155.png"/><Relationship Id="rId311" Type="http://schemas.openxmlformats.org/officeDocument/2006/relationships/customXml" Target="../ink/ink157.xml"/><Relationship Id="rId310" Type="http://schemas.openxmlformats.org/officeDocument/2006/relationships/image" Target="../media/image154.png"/><Relationship Id="rId31" Type="http://schemas.openxmlformats.org/officeDocument/2006/relationships/customXml" Target="../ink/ink16.xml"/><Relationship Id="rId309" Type="http://schemas.openxmlformats.org/officeDocument/2006/relationships/customXml" Target="../ink/ink156.xml"/><Relationship Id="rId308" Type="http://schemas.openxmlformats.org/officeDocument/2006/relationships/image" Target="../media/image153.png"/><Relationship Id="rId307" Type="http://schemas.openxmlformats.org/officeDocument/2006/relationships/customXml" Target="../ink/ink155.xml"/><Relationship Id="rId306" Type="http://schemas.openxmlformats.org/officeDocument/2006/relationships/image" Target="../media/image152.png"/><Relationship Id="rId305" Type="http://schemas.openxmlformats.org/officeDocument/2006/relationships/customXml" Target="../ink/ink154.xml"/><Relationship Id="rId304" Type="http://schemas.openxmlformats.org/officeDocument/2006/relationships/image" Target="../media/image151.png"/><Relationship Id="rId303" Type="http://schemas.openxmlformats.org/officeDocument/2006/relationships/customXml" Target="../ink/ink153.xml"/><Relationship Id="rId302" Type="http://schemas.openxmlformats.org/officeDocument/2006/relationships/image" Target="../media/image150.png"/><Relationship Id="rId301" Type="http://schemas.openxmlformats.org/officeDocument/2006/relationships/customXml" Target="../ink/ink152.xml"/><Relationship Id="rId300" Type="http://schemas.openxmlformats.org/officeDocument/2006/relationships/image" Target="../media/image149.png"/><Relationship Id="rId30" Type="http://schemas.openxmlformats.org/officeDocument/2006/relationships/image" Target="../media/image15.png"/><Relationship Id="rId3" Type="http://schemas.openxmlformats.org/officeDocument/2006/relationships/customXml" Target="../ink/ink2.xml"/><Relationship Id="rId299" Type="http://schemas.openxmlformats.org/officeDocument/2006/relationships/customXml" Target="../ink/ink151.xml"/><Relationship Id="rId298" Type="http://schemas.openxmlformats.org/officeDocument/2006/relationships/image" Target="../media/image148.png"/><Relationship Id="rId297" Type="http://schemas.openxmlformats.org/officeDocument/2006/relationships/customXml" Target="../ink/ink150.xml"/><Relationship Id="rId296" Type="http://schemas.openxmlformats.org/officeDocument/2006/relationships/image" Target="../media/image147.png"/><Relationship Id="rId295" Type="http://schemas.openxmlformats.org/officeDocument/2006/relationships/customXml" Target="../ink/ink149.xml"/><Relationship Id="rId294" Type="http://schemas.openxmlformats.org/officeDocument/2006/relationships/image" Target="../media/image146.png"/><Relationship Id="rId293" Type="http://schemas.openxmlformats.org/officeDocument/2006/relationships/customXml" Target="../ink/ink148.xml"/><Relationship Id="rId292" Type="http://schemas.openxmlformats.org/officeDocument/2006/relationships/image" Target="../media/image145.png"/><Relationship Id="rId291" Type="http://schemas.openxmlformats.org/officeDocument/2006/relationships/customXml" Target="../ink/ink147.xml"/><Relationship Id="rId290" Type="http://schemas.openxmlformats.org/officeDocument/2006/relationships/image" Target="../media/image144.png"/><Relationship Id="rId29" Type="http://schemas.openxmlformats.org/officeDocument/2006/relationships/customXml" Target="../ink/ink15.xml"/><Relationship Id="rId289" Type="http://schemas.openxmlformats.org/officeDocument/2006/relationships/customXml" Target="../ink/ink146.xml"/><Relationship Id="rId288" Type="http://schemas.openxmlformats.org/officeDocument/2006/relationships/image" Target="../media/image143.png"/><Relationship Id="rId287" Type="http://schemas.openxmlformats.org/officeDocument/2006/relationships/customXml" Target="../ink/ink145.xml"/><Relationship Id="rId286" Type="http://schemas.openxmlformats.org/officeDocument/2006/relationships/customXml" Target="../ink/ink144.xml"/><Relationship Id="rId285" Type="http://schemas.openxmlformats.org/officeDocument/2006/relationships/image" Target="../media/image142.png"/><Relationship Id="rId284" Type="http://schemas.openxmlformats.org/officeDocument/2006/relationships/customXml" Target="../ink/ink143.xml"/><Relationship Id="rId283" Type="http://schemas.openxmlformats.org/officeDocument/2006/relationships/image" Target="../media/image141.png"/><Relationship Id="rId282" Type="http://schemas.openxmlformats.org/officeDocument/2006/relationships/customXml" Target="../ink/ink142.xml"/><Relationship Id="rId281" Type="http://schemas.openxmlformats.org/officeDocument/2006/relationships/image" Target="../media/image140.png"/><Relationship Id="rId280" Type="http://schemas.openxmlformats.org/officeDocument/2006/relationships/customXml" Target="../ink/ink141.xml"/><Relationship Id="rId28" Type="http://schemas.openxmlformats.org/officeDocument/2006/relationships/image" Target="../media/image14.png"/><Relationship Id="rId279" Type="http://schemas.openxmlformats.org/officeDocument/2006/relationships/image" Target="../media/image139.png"/><Relationship Id="rId278" Type="http://schemas.openxmlformats.org/officeDocument/2006/relationships/customXml" Target="../ink/ink140.xml"/><Relationship Id="rId277" Type="http://schemas.openxmlformats.org/officeDocument/2006/relationships/image" Target="../media/image138.png"/><Relationship Id="rId276" Type="http://schemas.openxmlformats.org/officeDocument/2006/relationships/customXml" Target="../ink/ink139.xml"/><Relationship Id="rId275" Type="http://schemas.openxmlformats.org/officeDocument/2006/relationships/image" Target="../media/image137.png"/><Relationship Id="rId274" Type="http://schemas.openxmlformats.org/officeDocument/2006/relationships/customXml" Target="../ink/ink138.xml"/><Relationship Id="rId273" Type="http://schemas.openxmlformats.org/officeDocument/2006/relationships/image" Target="../media/image136.png"/><Relationship Id="rId272" Type="http://schemas.openxmlformats.org/officeDocument/2006/relationships/customXml" Target="../ink/ink137.xml"/><Relationship Id="rId271" Type="http://schemas.openxmlformats.org/officeDocument/2006/relationships/image" Target="../media/image135.png"/><Relationship Id="rId270" Type="http://schemas.openxmlformats.org/officeDocument/2006/relationships/customXml" Target="../ink/ink136.xml"/><Relationship Id="rId27" Type="http://schemas.openxmlformats.org/officeDocument/2006/relationships/customXml" Target="../ink/ink14.xml"/><Relationship Id="rId269" Type="http://schemas.openxmlformats.org/officeDocument/2006/relationships/image" Target="../media/image134.png"/><Relationship Id="rId268" Type="http://schemas.openxmlformats.org/officeDocument/2006/relationships/customXml" Target="../ink/ink135.xml"/><Relationship Id="rId267" Type="http://schemas.openxmlformats.org/officeDocument/2006/relationships/image" Target="../media/image133.png"/><Relationship Id="rId266" Type="http://schemas.openxmlformats.org/officeDocument/2006/relationships/customXml" Target="../ink/ink134.xml"/><Relationship Id="rId265" Type="http://schemas.openxmlformats.org/officeDocument/2006/relationships/image" Target="../media/image132.png"/><Relationship Id="rId264" Type="http://schemas.openxmlformats.org/officeDocument/2006/relationships/customXml" Target="../ink/ink133.xml"/><Relationship Id="rId263" Type="http://schemas.openxmlformats.org/officeDocument/2006/relationships/image" Target="../media/image131.png"/><Relationship Id="rId262" Type="http://schemas.openxmlformats.org/officeDocument/2006/relationships/customXml" Target="../ink/ink132.xml"/><Relationship Id="rId261" Type="http://schemas.openxmlformats.org/officeDocument/2006/relationships/image" Target="../media/image130.png"/><Relationship Id="rId260" Type="http://schemas.openxmlformats.org/officeDocument/2006/relationships/customXml" Target="../ink/ink131.xml"/><Relationship Id="rId26" Type="http://schemas.openxmlformats.org/officeDocument/2006/relationships/image" Target="../media/image13.png"/><Relationship Id="rId259" Type="http://schemas.openxmlformats.org/officeDocument/2006/relationships/image" Target="../media/image129.png"/><Relationship Id="rId258" Type="http://schemas.openxmlformats.org/officeDocument/2006/relationships/customXml" Target="../ink/ink130.xml"/><Relationship Id="rId257" Type="http://schemas.openxmlformats.org/officeDocument/2006/relationships/image" Target="../media/image128.png"/><Relationship Id="rId256" Type="http://schemas.openxmlformats.org/officeDocument/2006/relationships/customXml" Target="../ink/ink129.xml"/><Relationship Id="rId255" Type="http://schemas.openxmlformats.org/officeDocument/2006/relationships/image" Target="../media/image127.png"/><Relationship Id="rId254" Type="http://schemas.openxmlformats.org/officeDocument/2006/relationships/customXml" Target="../ink/ink128.xml"/><Relationship Id="rId253" Type="http://schemas.openxmlformats.org/officeDocument/2006/relationships/image" Target="../media/image126.png"/><Relationship Id="rId252" Type="http://schemas.openxmlformats.org/officeDocument/2006/relationships/customXml" Target="../ink/ink127.xml"/><Relationship Id="rId251" Type="http://schemas.openxmlformats.org/officeDocument/2006/relationships/image" Target="../media/image125.png"/><Relationship Id="rId250" Type="http://schemas.openxmlformats.org/officeDocument/2006/relationships/customXml" Target="../ink/ink126.xml"/><Relationship Id="rId25" Type="http://schemas.openxmlformats.org/officeDocument/2006/relationships/customXml" Target="../ink/ink13.xml"/><Relationship Id="rId249" Type="http://schemas.openxmlformats.org/officeDocument/2006/relationships/image" Target="../media/image124.png"/><Relationship Id="rId248" Type="http://schemas.openxmlformats.org/officeDocument/2006/relationships/customXml" Target="../ink/ink125.xml"/><Relationship Id="rId247" Type="http://schemas.openxmlformats.org/officeDocument/2006/relationships/image" Target="../media/image123.png"/><Relationship Id="rId246" Type="http://schemas.openxmlformats.org/officeDocument/2006/relationships/customXml" Target="../ink/ink124.xml"/><Relationship Id="rId245" Type="http://schemas.openxmlformats.org/officeDocument/2006/relationships/image" Target="../media/image122.png"/><Relationship Id="rId244" Type="http://schemas.openxmlformats.org/officeDocument/2006/relationships/customXml" Target="../ink/ink123.xml"/><Relationship Id="rId243" Type="http://schemas.openxmlformats.org/officeDocument/2006/relationships/image" Target="../media/image121.png"/><Relationship Id="rId242" Type="http://schemas.openxmlformats.org/officeDocument/2006/relationships/customXml" Target="../ink/ink122.xml"/><Relationship Id="rId241" Type="http://schemas.openxmlformats.org/officeDocument/2006/relationships/image" Target="../media/image120.png"/><Relationship Id="rId240" Type="http://schemas.openxmlformats.org/officeDocument/2006/relationships/customXml" Target="../ink/ink121.xml"/><Relationship Id="rId24" Type="http://schemas.openxmlformats.org/officeDocument/2006/relationships/image" Target="../media/image12.png"/><Relationship Id="rId239" Type="http://schemas.openxmlformats.org/officeDocument/2006/relationships/image" Target="../media/image119.png"/><Relationship Id="rId238" Type="http://schemas.openxmlformats.org/officeDocument/2006/relationships/customXml" Target="../ink/ink120.xml"/><Relationship Id="rId237" Type="http://schemas.openxmlformats.org/officeDocument/2006/relationships/image" Target="../media/image118.png"/><Relationship Id="rId236" Type="http://schemas.openxmlformats.org/officeDocument/2006/relationships/customXml" Target="../ink/ink119.xml"/><Relationship Id="rId235" Type="http://schemas.openxmlformats.org/officeDocument/2006/relationships/image" Target="../media/image117.png"/><Relationship Id="rId234" Type="http://schemas.openxmlformats.org/officeDocument/2006/relationships/customXml" Target="../ink/ink118.xml"/><Relationship Id="rId233" Type="http://schemas.openxmlformats.org/officeDocument/2006/relationships/image" Target="../media/image116.png"/><Relationship Id="rId232" Type="http://schemas.openxmlformats.org/officeDocument/2006/relationships/customXml" Target="../ink/ink117.xml"/><Relationship Id="rId231" Type="http://schemas.openxmlformats.org/officeDocument/2006/relationships/image" Target="../media/image115.png"/><Relationship Id="rId230" Type="http://schemas.openxmlformats.org/officeDocument/2006/relationships/customXml" Target="../ink/ink116.xml"/><Relationship Id="rId23" Type="http://schemas.openxmlformats.org/officeDocument/2006/relationships/customXml" Target="../ink/ink12.xml"/><Relationship Id="rId229" Type="http://schemas.openxmlformats.org/officeDocument/2006/relationships/image" Target="../media/image114.png"/><Relationship Id="rId228" Type="http://schemas.openxmlformats.org/officeDocument/2006/relationships/customXml" Target="../ink/ink115.xml"/><Relationship Id="rId227" Type="http://schemas.openxmlformats.org/officeDocument/2006/relationships/image" Target="../media/image113.png"/><Relationship Id="rId226" Type="http://schemas.openxmlformats.org/officeDocument/2006/relationships/customXml" Target="../ink/ink114.xml"/><Relationship Id="rId225" Type="http://schemas.openxmlformats.org/officeDocument/2006/relationships/image" Target="../media/image112.png"/><Relationship Id="rId224" Type="http://schemas.openxmlformats.org/officeDocument/2006/relationships/customXml" Target="../ink/ink113.xml"/><Relationship Id="rId223" Type="http://schemas.openxmlformats.org/officeDocument/2006/relationships/image" Target="../media/image111.png"/><Relationship Id="rId222" Type="http://schemas.openxmlformats.org/officeDocument/2006/relationships/customXml" Target="../ink/ink112.xml"/><Relationship Id="rId221" Type="http://schemas.openxmlformats.org/officeDocument/2006/relationships/image" Target="../media/image110.png"/><Relationship Id="rId220" Type="http://schemas.openxmlformats.org/officeDocument/2006/relationships/customXml" Target="../ink/ink111.xml"/><Relationship Id="rId22" Type="http://schemas.openxmlformats.org/officeDocument/2006/relationships/image" Target="../media/image11.png"/><Relationship Id="rId219" Type="http://schemas.openxmlformats.org/officeDocument/2006/relationships/image" Target="../media/image109.png"/><Relationship Id="rId218" Type="http://schemas.openxmlformats.org/officeDocument/2006/relationships/customXml" Target="../ink/ink110.xml"/><Relationship Id="rId217" Type="http://schemas.openxmlformats.org/officeDocument/2006/relationships/image" Target="../media/image108.png"/><Relationship Id="rId216" Type="http://schemas.openxmlformats.org/officeDocument/2006/relationships/customXml" Target="../ink/ink109.xml"/><Relationship Id="rId215" Type="http://schemas.openxmlformats.org/officeDocument/2006/relationships/image" Target="../media/image107.png"/><Relationship Id="rId214" Type="http://schemas.openxmlformats.org/officeDocument/2006/relationships/customXml" Target="../ink/ink108.xml"/><Relationship Id="rId213" Type="http://schemas.openxmlformats.org/officeDocument/2006/relationships/image" Target="../media/image106.png"/><Relationship Id="rId212" Type="http://schemas.openxmlformats.org/officeDocument/2006/relationships/customXml" Target="../ink/ink107.xml"/><Relationship Id="rId211" Type="http://schemas.openxmlformats.org/officeDocument/2006/relationships/image" Target="../media/image105.png"/><Relationship Id="rId210" Type="http://schemas.openxmlformats.org/officeDocument/2006/relationships/customXml" Target="../ink/ink106.xml"/><Relationship Id="rId21" Type="http://schemas.openxmlformats.org/officeDocument/2006/relationships/customXml" Target="../ink/ink11.xml"/><Relationship Id="rId209" Type="http://schemas.openxmlformats.org/officeDocument/2006/relationships/image" Target="../media/image104.png"/><Relationship Id="rId208" Type="http://schemas.openxmlformats.org/officeDocument/2006/relationships/customXml" Target="../ink/ink105.xml"/><Relationship Id="rId207" Type="http://schemas.openxmlformats.org/officeDocument/2006/relationships/image" Target="../media/image103.png"/><Relationship Id="rId206" Type="http://schemas.openxmlformats.org/officeDocument/2006/relationships/customXml" Target="../ink/ink104.xml"/><Relationship Id="rId205" Type="http://schemas.openxmlformats.org/officeDocument/2006/relationships/image" Target="../media/image102.png"/><Relationship Id="rId204" Type="http://schemas.openxmlformats.org/officeDocument/2006/relationships/customXml" Target="../ink/ink103.xml"/><Relationship Id="rId203" Type="http://schemas.openxmlformats.org/officeDocument/2006/relationships/image" Target="../media/image101.png"/><Relationship Id="rId202" Type="http://schemas.openxmlformats.org/officeDocument/2006/relationships/customXml" Target="../ink/ink102.xml"/><Relationship Id="rId201" Type="http://schemas.openxmlformats.org/officeDocument/2006/relationships/image" Target="../media/image100.png"/><Relationship Id="rId200" Type="http://schemas.openxmlformats.org/officeDocument/2006/relationships/customXml" Target="../ink/ink101.xml"/><Relationship Id="rId20" Type="http://schemas.openxmlformats.org/officeDocument/2006/relationships/image" Target="../media/image10.png"/><Relationship Id="rId2" Type="http://schemas.openxmlformats.org/officeDocument/2006/relationships/image" Target="../media/image1.png"/><Relationship Id="rId199" Type="http://schemas.openxmlformats.org/officeDocument/2006/relationships/image" Target="../media/image99.png"/><Relationship Id="rId198" Type="http://schemas.openxmlformats.org/officeDocument/2006/relationships/customXml" Target="../ink/ink100.xml"/><Relationship Id="rId197" Type="http://schemas.openxmlformats.org/officeDocument/2006/relationships/image" Target="../media/image98.png"/><Relationship Id="rId196" Type="http://schemas.openxmlformats.org/officeDocument/2006/relationships/customXml" Target="../ink/ink99.xml"/><Relationship Id="rId195" Type="http://schemas.openxmlformats.org/officeDocument/2006/relationships/image" Target="../media/image97.png"/><Relationship Id="rId194" Type="http://schemas.openxmlformats.org/officeDocument/2006/relationships/customXml" Target="../ink/ink98.xml"/><Relationship Id="rId193" Type="http://schemas.openxmlformats.org/officeDocument/2006/relationships/image" Target="../media/image96.png"/><Relationship Id="rId192" Type="http://schemas.openxmlformats.org/officeDocument/2006/relationships/customXml" Target="../ink/ink97.xml"/><Relationship Id="rId191" Type="http://schemas.openxmlformats.org/officeDocument/2006/relationships/image" Target="../media/image95.png"/><Relationship Id="rId190" Type="http://schemas.openxmlformats.org/officeDocument/2006/relationships/customXml" Target="../ink/ink96.xml"/><Relationship Id="rId19" Type="http://schemas.openxmlformats.org/officeDocument/2006/relationships/customXml" Target="../ink/ink10.xml"/><Relationship Id="rId189" Type="http://schemas.openxmlformats.org/officeDocument/2006/relationships/image" Target="../media/image94.png"/><Relationship Id="rId188" Type="http://schemas.openxmlformats.org/officeDocument/2006/relationships/customXml" Target="../ink/ink95.xml"/><Relationship Id="rId187" Type="http://schemas.openxmlformats.org/officeDocument/2006/relationships/image" Target="../media/image93.png"/><Relationship Id="rId186" Type="http://schemas.openxmlformats.org/officeDocument/2006/relationships/customXml" Target="../ink/ink94.xml"/><Relationship Id="rId185" Type="http://schemas.openxmlformats.org/officeDocument/2006/relationships/image" Target="../media/image92.png"/><Relationship Id="rId184" Type="http://schemas.openxmlformats.org/officeDocument/2006/relationships/customXml" Target="../ink/ink93.xml"/><Relationship Id="rId183" Type="http://schemas.openxmlformats.org/officeDocument/2006/relationships/image" Target="../media/image91.png"/><Relationship Id="rId182" Type="http://schemas.openxmlformats.org/officeDocument/2006/relationships/customXml" Target="../ink/ink92.xml"/><Relationship Id="rId181" Type="http://schemas.openxmlformats.org/officeDocument/2006/relationships/image" Target="../media/image90.png"/><Relationship Id="rId180" Type="http://schemas.openxmlformats.org/officeDocument/2006/relationships/customXml" Target="../ink/ink91.xml"/><Relationship Id="rId18" Type="http://schemas.openxmlformats.org/officeDocument/2006/relationships/image" Target="../media/image9.png"/><Relationship Id="rId179" Type="http://schemas.openxmlformats.org/officeDocument/2006/relationships/image" Target="../media/image89.png"/><Relationship Id="rId178" Type="http://schemas.openxmlformats.org/officeDocument/2006/relationships/customXml" Target="../ink/ink90.xml"/><Relationship Id="rId177" Type="http://schemas.openxmlformats.org/officeDocument/2006/relationships/image" Target="../media/image88.png"/><Relationship Id="rId176" Type="http://schemas.openxmlformats.org/officeDocument/2006/relationships/customXml" Target="../ink/ink89.xml"/><Relationship Id="rId175" Type="http://schemas.openxmlformats.org/officeDocument/2006/relationships/image" Target="../media/image87.png"/><Relationship Id="rId174" Type="http://schemas.openxmlformats.org/officeDocument/2006/relationships/customXml" Target="../ink/ink88.xml"/><Relationship Id="rId173" Type="http://schemas.openxmlformats.org/officeDocument/2006/relationships/image" Target="../media/image86.png"/><Relationship Id="rId172" Type="http://schemas.openxmlformats.org/officeDocument/2006/relationships/customXml" Target="../ink/ink87.xml"/><Relationship Id="rId171" Type="http://schemas.openxmlformats.org/officeDocument/2006/relationships/image" Target="../media/image85.png"/><Relationship Id="rId170" Type="http://schemas.openxmlformats.org/officeDocument/2006/relationships/customXml" Target="../ink/ink86.xml"/><Relationship Id="rId17" Type="http://schemas.openxmlformats.org/officeDocument/2006/relationships/customXml" Target="../ink/ink9.xml"/><Relationship Id="rId169" Type="http://schemas.openxmlformats.org/officeDocument/2006/relationships/image" Target="../media/image84.png"/><Relationship Id="rId168" Type="http://schemas.openxmlformats.org/officeDocument/2006/relationships/customXml" Target="../ink/ink85.xml"/><Relationship Id="rId167" Type="http://schemas.openxmlformats.org/officeDocument/2006/relationships/image" Target="../media/image83.png"/><Relationship Id="rId166" Type="http://schemas.openxmlformats.org/officeDocument/2006/relationships/customXml" Target="../ink/ink84.xml"/><Relationship Id="rId165" Type="http://schemas.openxmlformats.org/officeDocument/2006/relationships/image" Target="../media/image82.png"/><Relationship Id="rId164" Type="http://schemas.openxmlformats.org/officeDocument/2006/relationships/customXml" Target="../ink/ink83.xml"/><Relationship Id="rId163" Type="http://schemas.openxmlformats.org/officeDocument/2006/relationships/image" Target="../media/image81.png"/><Relationship Id="rId162" Type="http://schemas.openxmlformats.org/officeDocument/2006/relationships/customXml" Target="../ink/ink82.xml"/><Relationship Id="rId161" Type="http://schemas.openxmlformats.org/officeDocument/2006/relationships/image" Target="../media/image80.png"/><Relationship Id="rId160" Type="http://schemas.openxmlformats.org/officeDocument/2006/relationships/customXml" Target="../ink/ink81.xml"/><Relationship Id="rId16" Type="http://schemas.openxmlformats.org/officeDocument/2006/relationships/image" Target="../media/image8.png"/><Relationship Id="rId159" Type="http://schemas.openxmlformats.org/officeDocument/2006/relationships/image" Target="../media/image79.png"/><Relationship Id="rId158" Type="http://schemas.openxmlformats.org/officeDocument/2006/relationships/customXml" Target="../ink/ink80.xml"/><Relationship Id="rId157" Type="http://schemas.openxmlformats.org/officeDocument/2006/relationships/image" Target="../media/image78.png"/><Relationship Id="rId156" Type="http://schemas.openxmlformats.org/officeDocument/2006/relationships/customXml" Target="../ink/ink79.xml"/><Relationship Id="rId155" Type="http://schemas.openxmlformats.org/officeDocument/2006/relationships/image" Target="../media/image77.png"/><Relationship Id="rId154" Type="http://schemas.openxmlformats.org/officeDocument/2006/relationships/customXml" Target="../ink/ink78.xml"/><Relationship Id="rId153" Type="http://schemas.openxmlformats.org/officeDocument/2006/relationships/image" Target="../media/image76.png"/><Relationship Id="rId152" Type="http://schemas.openxmlformats.org/officeDocument/2006/relationships/customXml" Target="../ink/ink77.xml"/><Relationship Id="rId151" Type="http://schemas.openxmlformats.org/officeDocument/2006/relationships/image" Target="../media/image75.png"/><Relationship Id="rId150" Type="http://schemas.openxmlformats.org/officeDocument/2006/relationships/customXml" Target="../ink/ink76.xml"/><Relationship Id="rId15" Type="http://schemas.openxmlformats.org/officeDocument/2006/relationships/customXml" Target="../ink/ink8.xml"/><Relationship Id="rId149" Type="http://schemas.openxmlformats.org/officeDocument/2006/relationships/image" Target="../media/image74.png"/><Relationship Id="rId148" Type="http://schemas.openxmlformats.org/officeDocument/2006/relationships/customXml" Target="../ink/ink75.xml"/><Relationship Id="rId147" Type="http://schemas.openxmlformats.org/officeDocument/2006/relationships/image" Target="../media/image73.png"/><Relationship Id="rId146" Type="http://schemas.openxmlformats.org/officeDocument/2006/relationships/customXml" Target="../ink/ink74.xml"/><Relationship Id="rId145" Type="http://schemas.openxmlformats.org/officeDocument/2006/relationships/image" Target="../media/image72.png"/><Relationship Id="rId144" Type="http://schemas.openxmlformats.org/officeDocument/2006/relationships/customXml" Target="../ink/ink73.xml"/><Relationship Id="rId143" Type="http://schemas.openxmlformats.org/officeDocument/2006/relationships/image" Target="../media/image71.png"/><Relationship Id="rId142" Type="http://schemas.openxmlformats.org/officeDocument/2006/relationships/customXml" Target="../ink/ink72.xml"/><Relationship Id="rId141" Type="http://schemas.openxmlformats.org/officeDocument/2006/relationships/image" Target="../media/image70.png"/><Relationship Id="rId140" Type="http://schemas.openxmlformats.org/officeDocument/2006/relationships/customXml" Target="../ink/ink71.xml"/><Relationship Id="rId14" Type="http://schemas.openxmlformats.org/officeDocument/2006/relationships/image" Target="../media/image7.png"/><Relationship Id="rId139" Type="http://schemas.openxmlformats.org/officeDocument/2006/relationships/image" Target="../media/image69.png"/><Relationship Id="rId138" Type="http://schemas.openxmlformats.org/officeDocument/2006/relationships/customXml" Target="../ink/ink70.xml"/><Relationship Id="rId137" Type="http://schemas.openxmlformats.org/officeDocument/2006/relationships/image" Target="../media/image68.png"/><Relationship Id="rId136" Type="http://schemas.openxmlformats.org/officeDocument/2006/relationships/customXml" Target="../ink/ink69.xml"/><Relationship Id="rId135" Type="http://schemas.openxmlformats.org/officeDocument/2006/relationships/image" Target="../media/image67.png"/><Relationship Id="rId134" Type="http://schemas.openxmlformats.org/officeDocument/2006/relationships/customXml" Target="../ink/ink68.xml"/><Relationship Id="rId133" Type="http://schemas.openxmlformats.org/officeDocument/2006/relationships/image" Target="../media/image66.png"/><Relationship Id="rId132" Type="http://schemas.openxmlformats.org/officeDocument/2006/relationships/customXml" Target="../ink/ink67.xml"/><Relationship Id="rId131" Type="http://schemas.openxmlformats.org/officeDocument/2006/relationships/image" Target="../media/image65.png"/><Relationship Id="rId130" Type="http://schemas.openxmlformats.org/officeDocument/2006/relationships/customXml" Target="../ink/ink66.xml"/><Relationship Id="rId13" Type="http://schemas.openxmlformats.org/officeDocument/2006/relationships/customXml" Target="../ink/ink7.xml"/><Relationship Id="rId129" Type="http://schemas.openxmlformats.org/officeDocument/2006/relationships/image" Target="../media/image64.png"/><Relationship Id="rId128" Type="http://schemas.openxmlformats.org/officeDocument/2006/relationships/customXml" Target="../ink/ink65.xml"/><Relationship Id="rId127" Type="http://schemas.openxmlformats.org/officeDocument/2006/relationships/image" Target="../media/image63.png"/><Relationship Id="rId126" Type="http://schemas.openxmlformats.org/officeDocument/2006/relationships/customXml" Target="../ink/ink64.xml"/><Relationship Id="rId125" Type="http://schemas.openxmlformats.org/officeDocument/2006/relationships/image" Target="../media/image62.png"/><Relationship Id="rId124" Type="http://schemas.openxmlformats.org/officeDocument/2006/relationships/customXml" Target="../ink/ink63.xml"/><Relationship Id="rId123" Type="http://schemas.openxmlformats.org/officeDocument/2006/relationships/image" Target="../media/image61.png"/><Relationship Id="rId122" Type="http://schemas.openxmlformats.org/officeDocument/2006/relationships/customXml" Target="../ink/ink62.xml"/><Relationship Id="rId121" Type="http://schemas.openxmlformats.org/officeDocument/2006/relationships/image" Target="../media/image60.png"/><Relationship Id="rId120" Type="http://schemas.openxmlformats.org/officeDocument/2006/relationships/customXml" Target="../ink/ink61.xml"/><Relationship Id="rId12" Type="http://schemas.openxmlformats.org/officeDocument/2006/relationships/image" Target="../media/image6.png"/><Relationship Id="rId119" Type="http://schemas.openxmlformats.org/officeDocument/2006/relationships/image" Target="../media/image59.png"/><Relationship Id="rId118" Type="http://schemas.openxmlformats.org/officeDocument/2006/relationships/customXml" Target="../ink/ink60.xml"/><Relationship Id="rId117" Type="http://schemas.openxmlformats.org/officeDocument/2006/relationships/image" Target="../media/image58.png"/><Relationship Id="rId116" Type="http://schemas.openxmlformats.org/officeDocument/2006/relationships/customXml" Target="../ink/ink59.xml"/><Relationship Id="rId115" Type="http://schemas.openxmlformats.org/officeDocument/2006/relationships/image" Target="../media/image57.png"/><Relationship Id="rId114" Type="http://schemas.openxmlformats.org/officeDocument/2006/relationships/customXml" Target="../ink/ink58.xml"/><Relationship Id="rId113" Type="http://schemas.openxmlformats.org/officeDocument/2006/relationships/image" Target="../media/image56.png"/><Relationship Id="rId112" Type="http://schemas.openxmlformats.org/officeDocument/2006/relationships/customXml" Target="../ink/ink57.xml"/><Relationship Id="rId111" Type="http://schemas.openxmlformats.org/officeDocument/2006/relationships/image" Target="../media/image55.png"/><Relationship Id="rId110" Type="http://schemas.openxmlformats.org/officeDocument/2006/relationships/customXml" Target="../ink/ink56.xml"/><Relationship Id="rId11" Type="http://schemas.openxmlformats.org/officeDocument/2006/relationships/customXml" Target="../ink/ink6.xml"/><Relationship Id="rId109" Type="http://schemas.openxmlformats.org/officeDocument/2006/relationships/image" Target="../media/image54.png"/><Relationship Id="rId108" Type="http://schemas.openxmlformats.org/officeDocument/2006/relationships/customXml" Target="../ink/ink55.xml"/><Relationship Id="rId107" Type="http://schemas.openxmlformats.org/officeDocument/2006/relationships/image" Target="../media/image53.png"/><Relationship Id="rId106" Type="http://schemas.openxmlformats.org/officeDocument/2006/relationships/customXml" Target="../ink/ink54.xml"/><Relationship Id="rId105" Type="http://schemas.openxmlformats.org/officeDocument/2006/relationships/image" Target="../media/image52.png"/><Relationship Id="rId104" Type="http://schemas.openxmlformats.org/officeDocument/2006/relationships/customXml" Target="../ink/ink53.xml"/><Relationship Id="rId103" Type="http://schemas.openxmlformats.org/officeDocument/2006/relationships/image" Target="../media/image51.png"/><Relationship Id="rId102" Type="http://schemas.openxmlformats.org/officeDocument/2006/relationships/customXml" Target="../ink/ink52.xml"/><Relationship Id="rId101" Type="http://schemas.openxmlformats.org/officeDocument/2006/relationships/image" Target="../media/image50.png"/><Relationship Id="rId100" Type="http://schemas.openxmlformats.org/officeDocument/2006/relationships/customXml" Target="../ink/ink51.xml"/><Relationship Id="rId10" Type="http://schemas.openxmlformats.org/officeDocument/2006/relationships/image" Target="../media/image5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303.xml"/><Relationship Id="rId84" Type="http://schemas.openxmlformats.org/officeDocument/2006/relationships/notesSlide" Target="../notesSlides/notesSlide3.xml"/><Relationship Id="rId83" Type="http://schemas.openxmlformats.org/officeDocument/2006/relationships/slideLayout" Target="../slideLayouts/slideLayout1.xml"/><Relationship Id="rId82" Type="http://schemas.openxmlformats.org/officeDocument/2006/relationships/image" Target="../media/image331.png"/><Relationship Id="rId81" Type="http://schemas.openxmlformats.org/officeDocument/2006/relationships/customXml" Target="../ink/ink339.xml"/><Relationship Id="rId80" Type="http://schemas.openxmlformats.org/officeDocument/2006/relationships/image" Target="../media/image330.png"/><Relationship Id="rId8" Type="http://schemas.openxmlformats.org/officeDocument/2006/relationships/image" Target="../media/image294.png"/><Relationship Id="rId79" Type="http://schemas.openxmlformats.org/officeDocument/2006/relationships/customXml" Target="../ink/ink338.xml"/><Relationship Id="rId78" Type="http://schemas.openxmlformats.org/officeDocument/2006/relationships/image" Target="../media/image329.png"/><Relationship Id="rId77" Type="http://schemas.openxmlformats.org/officeDocument/2006/relationships/customXml" Target="../ink/ink337.xml"/><Relationship Id="rId76" Type="http://schemas.openxmlformats.org/officeDocument/2006/relationships/image" Target="../media/image328.png"/><Relationship Id="rId75" Type="http://schemas.openxmlformats.org/officeDocument/2006/relationships/customXml" Target="../ink/ink336.xml"/><Relationship Id="rId74" Type="http://schemas.openxmlformats.org/officeDocument/2006/relationships/image" Target="../media/image327.png"/><Relationship Id="rId73" Type="http://schemas.openxmlformats.org/officeDocument/2006/relationships/customXml" Target="../ink/ink335.xml"/><Relationship Id="rId72" Type="http://schemas.openxmlformats.org/officeDocument/2006/relationships/image" Target="../media/image326.png"/><Relationship Id="rId71" Type="http://schemas.openxmlformats.org/officeDocument/2006/relationships/customXml" Target="../ink/ink334.xml"/><Relationship Id="rId70" Type="http://schemas.openxmlformats.org/officeDocument/2006/relationships/image" Target="../media/image325.png"/><Relationship Id="rId7" Type="http://schemas.openxmlformats.org/officeDocument/2006/relationships/customXml" Target="../ink/ink302.xml"/><Relationship Id="rId69" Type="http://schemas.openxmlformats.org/officeDocument/2006/relationships/customXml" Target="../ink/ink333.xml"/><Relationship Id="rId68" Type="http://schemas.openxmlformats.org/officeDocument/2006/relationships/image" Target="../media/image324.png"/><Relationship Id="rId67" Type="http://schemas.openxmlformats.org/officeDocument/2006/relationships/customXml" Target="../ink/ink332.xml"/><Relationship Id="rId66" Type="http://schemas.openxmlformats.org/officeDocument/2006/relationships/image" Target="../media/image323.png"/><Relationship Id="rId65" Type="http://schemas.openxmlformats.org/officeDocument/2006/relationships/customXml" Target="../ink/ink331.xml"/><Relationship Id="rId64" Type="http://schemas.openxmlformats.org/officeDocument/2006/relationships/image" Target="../media/image322.png"/><Relationship Id="rId63" Type="http://schemas.openxmlformats.org/officeDocument/2006/relationships/customXml" Target="../ink/ink330.xml"/><Relationship Id="rId62" Type="http://schemas.openxmlformats.org/officeDocument/2006/relationships/image" Target="../media/image321.png"/><Relationship Id="rId61" Type="http://schemas.openxmlformats.org/officeDocument/2006/relationships/customXml" Target="../ink/ink329.xml"/><Relationship Id="rId60" Type="http://schemas.openxmlformats.org/officeDocument/2006/relationships/image" Target="../media/image320.png"/><Relationship Id="rId6" Type="http://schemas.openxmlformats.org/officeDocument/2006/relationships/image" Target="../media/image293.png"/><Relationship Id="rId59" Type="http://schemas.openxmlformats.org/officeDocument/2006/relationships/customXml" Target="../ink/ink328.xml"/><Relationship Id="rId58" Type="http://schemas.openxmlformats.org/officeDocument/2006/relationships/image" Target="../media/image319.png"/><Relationship Id="rId57" Type="http://schemas.openxmlformats.org/officeDocument/2006/relationships/customXml" Target="../ink/ink327.xml"/><Relationship Id="rId56" Type="http://schemas.openxmlformats.org/officeDocument/2006/relationships/image" Target="../media/image318.png"/><Relationship Id="rId55" Type="http://schemas.openxmlformats.org/officeDocument/2006/relationships/customXml" Target="../ink/ink326.xml"/><Relationship Id="rId54" Type="http://schemas.openxmlformats.org/officeDocument/2006/relationships/image" Target="../media/image317.png"/><Relationship Id="rId53" Type="http://schemas.openxmlformats.org/officeDocument/2006/relationships/customXml" Target="../ink/ink325.xml"/><Relationship Id="rId52" Type="http://schemas.openxmlformats.org/officeDocument/2006/relationships/image" Target="../media/image316.png"/><Relationship Id="rId51" Type="http://schemas.openxmlformats.org/officeDocument/2006/relationships/customXml" Target="../ink/ink324.xml"/><Relationship Id="rId50" Type="http://schemas.openxmlformats.org/officeDocument/2006/relationships/image" Target="../media/image315.png"/><Relationship Id="rId5" Type="http://schemas.openxmlformats.org/officeDocument/2006/relationships/customXml" Target="../ink/ink301.xml"/><Relationship Id="rId49" Type="http://schemas.openxmlformats.org/officeDocument/2006/relationships/customXml" Target="../ink/ink323.xml"/><Relationship Id="rId48" Type="http://schemas.openxmlformats.org/officeDocument/2006/relationships/image" Target="../media/image314.png"/><Relationship Id="rId47" Type="http://schemas.openxmlformats.org/officeDocument/2006/relationships/customXml" Target="../ink/ink322.xml"/><Relationship Id="rId46" Type="http://schemas.openxmlformats.org/officeDocument/2006/relationships/image" Target="../media/image313.png"/><Relationship Id="rId45" Type="http://schemas.openxmlformats.org/officeDocument/2006/relationships/customXml" Target="../ink/ink321.xml"/><Relationship Id="rId44" Type="http://schemas.openxmlformats.org/officeDocument/2006/relationships/image" Target="../media/image312.png"/><Relationship Id="rId43" Type="http://schemas.openxmlformats.org/officeDocument/2006/relationships/customXml" Target="../ink/ink320.xml"/><Relationship Id="rId42" Type="http://schemas.openxmlformats.org/officeDocument/2006/relationships/image" Target="../media/image311.png"/><Relationship Id="rId41" Type="http://schemas.openxmlformats.org/officeDocument/2006/relationships/customXml" Target="../ink/ink319.xml"/><Relationship Id="rId40" Type="http://schemas.openxmlformats.org/officeDocument/2006/relationships/image" Target="../media/image310.png"/><Relationship Id="rId4" Type="http://schemas.openxmlformats.org/officeDocument/2006/relationships/image" Target="../media/image292.png"/><Relationship Id="rId39" Type="http://schemas.openxmlformats.org/officeDocument/2006/relationships/customXml" Target="../ink/ink318.xml"/><Relationship Id="rId38" Type="http://schemas.openxmlformats.org/officeDocument/2006/relationships/image" Target="../media/image309.png"/><Relationship Id="rId37" Type="http://schemas.openxmlformats.org/officeDocument/2006/relationships/customXml" Target="../ink/ink317.xml"/><Relationship Id="rId36" Type="http://schemas.openxmlformats.org/officeDocument/2006/relationships/image" Target="../media/image308.png"/><Relationship Id="rId35" Type="http://schemas.openxmlformats.org/officeDocument/2006/relationships/customXml" Target="../ink/ink316.xml"/><Relationship Id="rId34" Type="http://schemas.openxmlformats.org/officeDocument/2006/relationships/image" Target="../media/image307.png"/><Relationship Id="rId33" Type="http://schemas.openxmlformats.org/officeDocument/2006/relationships/customXml" Target="../ink/ink315.xml"/><Relationship Id="rId32" Type="http://schemas.openxmlformats.org/officeDocument/2006/relationships/image" Target="../media/image306.png"/><Relationship Id="rId31" Type="http://schemas.openxmlformats.org/officeDocument/2006/relationships/customXml" Target="../ink/ink314.xml"/><Relationship Id="rId30" Type="http://schemas.openxmlformats.org/officeDocument/2006/relationships/image" Target="../media/image305.png"/><Relationship Id="rId3" Type="http://schemas.openxmlformats.org/officeDocument/2006/relationships/customXml" Target="../ink/ink300.xml"/><Relationship Id="rId29" Type="http://schemas.openxmlformats.org/officeDocument/2006/relationships/customXml" Target="../ink/ink313.xml"/><Relationship Id="rId28" Type="http://schemas.openxmlformats.org/officeDocument/2006/relationships/image" Target="../media/image304.png"/><Relationship Id="rId27" Type="http://schemas.openxmlformats.org/officeDocument/2006/relationships/customXml" Target="../ink/ink312.xml"/><Relationship Id="rId26" Type="http://schemas.openxmlformats.org/officeDocument/2006/relationships/image" Target="../media/image303.png"/><Relationship Id="rId25" Type="http://schemas.openxmlformats.org/officeDocument/2006/relationships/customXml" Target="../ink/ink311.xml"/><Relationship Id="rId24" Type="http://schemas.openxmlformats.org/officeDocument/2006/relationships/image" Target="../media/image302.png"/><Relationship Id="rId23" Type="http://schemas.openxmlformats.org/officeDocument/2006/relationships/customXml" Target="../ink/ink310.xml"/><Relationship Id="rId22" Type="http://schemas.openxmlformats.org/officeDocument/2006/relationships/image" Target="../media/image301.png"/><Relationship Id="rId21" Type="http://schemas.openxmlformats.org/officeDocument/2006/relationships/customXml" Target="../ink/ink309.xml"/><Relationship Id="rId20" Type="http://schemas.openxmlformats.org/officeDocument/2006/relationships/image" Target="../media/image300.png"/><Relationship Id="rId2" Type="http://schemas.openxmlformats.org/officeDocument/2006/relationships/image" Target="../media/image291.png"/><Relationship Id="rId19" Type="http://schemas.openxmlformats.org/officeDocument/2006/relationships/customXml" Target="../ink/ink308.xml"/><Relationship Id="rId18" Type="http://schemas.openxmlformats.org/officeDocument/2006/relationships/image" Target="../media/image299.png"/><Relationship Id="rId17" Type="http://schemas.openxmlformats.org/officeDocument/2006/relationships/customXml" Target="../ink/ink307.xml"/><Relationship Id="rId16" Type="http://schemas.openxmlformats.org/officeDocument/2006/relationships/image" Target="../media/image298.png"/><Relationship Id="rId15" Type="http://schemas.openxmlformats.org/officeDocument/2006/relationships/customXml" Target="../ink/ink306.xml"/><Relationship Id="rId14" Type="http://schemas.openxmlformats.org/officeDocument/2006/relationships/image" Target="../media/image297.png"/><Relationship Id="rId13" Type="http://schemas.openxmlformats.org/officeDocument/2006/relationships/customXml" Target="../ink/ink305.xml"/><Relationship Id="rId12" Type="http://schemas.openxmlformats.org/officeDocument/2006/relationships/image" Target="../media/image296.png"/><Relationship Id="rId11" Type="http://schemas.openxmlformats.org/officeDocument/2006/relationships/customXml" Target="../ink/ink304.xml"/><Relationship Id="rId10" Type="http://schemas.openxmlformats.org/officeDocument/2006/relationships/image" Target="../media/image295.png"/><Relationship Id="rId1" Type="http://schemas.openxmlformats.org/officeDocument/2006/relationships/customXml" Target="../ink/ink29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344.xml"/><Relationship Id="rId8" Type="http://schemas.openxmlformats.org/officeDocument/2006/relationships/image" Target="../media/image335.png"/><Relationship Id="rId7" Type="http://schemas.openxmlformats.org/officeDocument/2006/relationships/customXml" Target="../ink/ink343.xml"/><Relationship Id="rId6" Type="http://schemas.openxmlformats.org/officeDocument/2006/relationships/image" Target="../media/image334.png"/><Relationship Id="rId5" Type="http://schemas.openxmlformats.org/officeDocument/2006/relationships/customXml" Target="../ink/ink342.xml"/><Relationship Id="rId40" Type="http://schemas.openxmlformats.org/officeDocument/2006/relationships/notesSlide" Target="../notesSlides/notesSlide4.xml"/><Relationship Id="rId4" Type="http://schemas.openxmlformats.org/officeDocument/2006/relationships/image" Target="../media/image333.pn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350.png"/><Relationship Id="rId37" Type="http://schemas.openxmlformats.org/officeDocument/2006/relationships/customXml" Target="../ink/ink358.xml"/><Relationship Id="rId36" Type="http://schemas.openxmlformats.org/officeDocument/2006/relationships/image" Target="../media/image349.png"/><Relationship Id="rId35" Type="http://schemas.openxmlformats.org/officeDocument/2006/relationships/customXml" Target="../ink/ink357.xml"/><Relationship Id="rId34" Type="http://schemas.openxmlformats.org/officeDocument/2006/relationships/image" Target="../media/image348.png"/><Relationship Id="rId33" Type="http://schemas.openxmlformats.org/officeDocument/2006/relationships/customXml" Target="../ink/ink356.xml"/><Relationship Id="rId32" Type="http://schemas.openxmlformats.org/officeDocument/2006/relationships/image" Target="../media/image347.png"/><Relationship Id="rId31" Type="http://schemas.openxmlformats.org/officeDocument/2006/relationships/customXml" Target="../ink/ink355.xml"/><Relationship Id="rId30" Type="http://schemas.openxmlformats.org/officeDocument/2006/relationships/image" Target="../media/image346.png"/><Relationship Id="rId3" Type="http://schemas.openxmlformats.org/officeDocument/2006/relationships/customXml" Target="../ink/ink341.xml"/><Relationship Id="rId29" Type="http://schemas.openxmlformats.org/officeDocument/2006/relationships/customXml" Target="../ink/ink354.xml"/><Relationship Id="rId28" Type="http://schemas.openxmlformats.org/officeDocument/2006/relationships/image" Target="../media/image345.png"/><Relationship Id="rId27" Type="http://schemas.openxmlformats.org/officeDocument/2006/relationships/customXml" Target="../ink/ink353.xml"/><Relationship Id="rId26" Type="http://schemas.openxmlformats.org/officeDocument/2006/relationships/image" Target="../media/image344.png"/><Relationship Id="rId25" Type="http://schemas.openxmlformats.org/officeDocument/2006/relationships/customXml" Target="../ink/ink352.xml"/><Relationship Id="rId24" Type="http://schemas.openxmlformats.org/officeDocument/2006/relationships/image" Target="../media/image343.png"/><Relationship Id="rId23" Type="http://schemas.openxmlformats.org/officeDocument/2006/relationships/customXml" Target="../ink/ink351.xml"/><Relationship Id="rId22" Type="http://schemas.openxmlformats.org/officeDocument/2006/relationships/image" Target="../media/image342.png"/><Relationship Id="rId21" Type="http://schemas.openxmlformats.org/officeDocument/2006/relationships/customXml" Target="../ink/ink350.xml"/><Relationship Id="rId20" Type="http://schemas.openxmlformats.org/officeDocument/2006/relationships/image" Target="../media/image341.png"/><Relationship Id="rId2" Type="http://schemas.openxmlformats.org/officeDocument/2006/relationships/image" Target="../media/image332.png"/><Relationship Id="rId19" Type="http://schemas.openxmlformats.org/officeDocument/2006/relationships/customXml" Target="../ink/ink349.xml"/><Relationship Id="rId18" Type="http://schemas.openxmlformats.org/officeDocument/2006/relationships/image" Target="../media/image340.png"/><Relationship Id="rId17" Type="http://schemas.openxmlformats.org/officeDocument/2006/relationships/customXml" Target="../ink/ink348.xml"/><Relationship Id="rId16" Type="http://schemas.openxmlformats.org/officeDocument/2006/relationships/image" Target="../media/image339.png"/><Relationship Id="rId15" Type="http://schemas.openxmlformats.org/officeDocument/2006/relationships/customXml" Target="../ink/ink347.xml"/><Relationship Id="rId14" Type="http://schemas.openxmlformats.org/officeDocument/2006/relationships/image" Target="../media/image338.png"/><Relationship Id="rId13" Type="http://schemas.openxmlformats.org/officeDocument/2006/relationships/customXml" Target="../ink/ink346.xml"/><Relationship Id="rId12" Type="http://schemas.openxmlformats.org/officeDocument/2006/relationships/image" Target="../media/image337.png"/><Relationship Id="rId11" Type="http://schemas.openxmlformats.org/officeDocument/2006/relationships/customXml" Target="../ink/ink345.xml"/><Relationship Id="rId10" Type="http://schemas.openxmlformats.org/officeDocument/2006/relationships/image" Target="../media/image336.png"/><Relationship Id="rId1" Type="http://schemas.openxmlformats.org/officeDocument/2006/relationships/customXml" Target="../ink/ink3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ustomXml" Target="../ink/ink363.xml"/><Relationship Id="rId8" Type="http://schemas.openxmlformats.org/officeDocument/2006/relationships/image" Target="../media/image354.png"/><Relationship Id="rId7" Type="http://schemas.openxmlformats.org/officeDocument/2006/relationships/customXml" Target="../ink/ink362.xml"/><Relationship Id="rId6" Type="http://schemas.openxmlformats.org/officeDocument/2006/relationships/image" Target="../media/image353.png"/><Relationship Id="rId5" Type="http://schemas.openxmlformats.org/officeDocument/2006/relationships/customXml" Target="../ink/ink361.xml"/><Relationship Id="rId4" Type="http://schemas.openxmlformats.org/officeDocument/2006/relationships/image" Target="../media/image352.png"/><Relationship Id="rId3" Type="http://schemas.openxmlformats.org/officeDocument/2006/relationships/customXml" Target="../ink/ink360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35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59.png"/><Relationship Id="rId17" Type="http://schemas.openxmlformats.org/officeDocument/2006/relationships/customXml" Target="../ink/ink367.xml"/><Relationship Id="rId16" Type="http://schemas.openxmlformats.org/officeDocument/2006/relationships/image" Target="../media/image358.png"/><Relationship Id="rId15" Type="http://schemas.openxmlformats.org/officeDocument/2006/relationships/customXml" Target="../ink/ink366.xml"/><Relationship Id="rId14" Type="http://schemas.openxmlformats.org/officeDocument/2006/relationships/image" Target="../media/image357.png"/><Relationship Id="rId13" Type="http://schemas.openxmlformats.org/officeDocument/2006/relationships/customXml" Target="../ink/ink365.xml"/><Relationship Id="rId12" Type="http://schemas.openxmlformats.org/officeDocument/2006/relationships/image" Target="../media/image356.png"/><Relationship Id="rId11" Type="http://schemas.openxmlformats.org/officeDocument/2006/relationships/customXml" Target="../ink/ink364.xml"/><Relationship Id="rId10" Type="http://schemas.openxmlformats.org/officeDocument/2006/relationships/image" Target="../media/image355.png"/><Relationship Id="rId1" Type="http://schemas.openxmlformats.org/officeDocument/2006/relationships/customXml" Target="../ink/ink3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customXml" Target="../ink/ink372.xml"/><Relationship Id="rId8" Type="http://schemas.openxmlformats.org/officeDocument/2006/relationships/image" Target="../media/image363.png"/><Relationship Id="rId7" Type="http://schemas.openxmlformats.org/officeDocument/2006/relationships/customXml" Target="../ink/ink371.xml"/><Relationship Id="rId6" Type="http://schemas.openxmlformats.org/officeDocument/2006/relationships/image" Target="../media/image362.png"/><Relationship Id="rId5" Type="http://schemas.openxmlformats.org/officeDocument/2006/relationships/customXml" Target="../ink/ink370.xml"/><Relationship Id="rId4" Type="http://schemas.openxmlformats.org/officeDocument/2006/relationships/image" Target="../media/image361.png"/><Relationship Id="rId3" Type="http://schemas.openxmlformats.org/officeDocument/2006/relationships/customXml" Target="../ink/ink369.xml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360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68.png"/><Relationship Id="rId17" Type="http://schemas.openxmlformats.org/officeDocument/2006/relationships/customXml" Target="../ink/ink376.xml"/><Relationship Id="rId16" Type="http://schemas.openxmlformats.org/officeDocument/2006/relationships/image" Target="../media/image367.png"/><Relationship Id="rId15" Type="http://schemas.openxmlformats.org/officeDocument/2006/relationships/customXml" Target="../ink/ink375.xml"/><Relationship Id="rId14" Type="http://schemas.openxmlformats.org/officeDocument/2006/relationships/image" Target="../media/image366.png"/><Relationship Id="rId13" Type="http://schemas.openxmlformats.org/officeDocument/2006/relationships/customXml" Target="../ink/ink374.xml"/><Relationship Id="rId12" Type="http://schemas.openxmlformats.org/officeDocument/2006/relationships/image" Target="../media/image365.png"/><Relationship Id="rId11" Type="http://schemas.openxmlformats.org/officeDocument/2006/relationships/customXml" Target="../ink/ink373.xml"/><Relationship Id="rId10" Type="http://schemas.openxmlformats.org/officeDocument/2006/relationships/image" Target="../media/image364.png"/><Relationship Id="rId1" Type="http://schemas.openxmlformats.org/officeDocument/2006/relationships/customXml" Target="../ink/ink36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9.png"/><Relationship Id="rId1" Type="http://schemas.openxmlformats.org/officeDocument/2006/relationships/customXml" Target="../ink/ink37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72.png"/><Relationship Id="rId5" Type="http://schemas.openxmlformats.org/officeDocument/2006/relationships/customXml" Target="../ink/ink380.xml"/><Relationship Id="rId4" Type="http://schemas.openxmlformats.org/officeDocument/2006/relationships/image" Target="../media/image371.png"/><Relationship Id="rId3" Type="http://schemas.openxmlformats.org/officeDocument/2006/relationships/customXml" Target="../ink/ink379.xml"/><Relationship Id="rId2" Type="http://schemas.openxmlformats.org/officeDocument/2006/relationships/image" Target="../media/image370.png"/><Relationship Id="rId1" Type="http://schemas.openxmlformats.org/officeDocument/2006/relationships/customXml" Target="../ink/ink37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ustomXml" Target="../ink/ink385.xml"/><Relationship Id="rId8" Type="http://schemas.openxmlformats.org/officeDocument/2006/relationships/image" Target="../media/image376.png"/><Relationship Id="rId7" Type="http://schemas.openxmlformats.org/officeDocument/2006/relationships/customXml" Target="../ink/ink384.xml"/><Relationship Id="rId6" Type="http://schemas.openxmlformats.org/officeDocument/2006/relationships/image" Target="../media/image375.png"/><Relationship Id="rId5" Type="http://schemas.openxmlformats.org/officeDocument/2006/relationships/customXml" Target="../ink/ink383.xml"/><Relationship Id="rId4" Type="http://schemas.openxmlformats.org/officeDocument/2006/relationships/image" Target="../media/image374.png"/><Relationship Id="rId3" Type="http://schemas.openxmlformats.org/officeDocument/2006/relationships/customXml" Target="../ink/ink382.xml"/><Relationship Id="rId2" Type="http://schemas.openxmlformats.org/officeDocument/2006/relationships/image" Target="../media/image373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77.png"/><Relationship Id="rId1" Type="http://schemas.openxmlformats.org/officeDocument/2006/relationships/customXml" Target="../ink/ink38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81.png"/><Relationship Id="rId7" Type="http://schemas.openxmlformats.org/officeDocument/2006/relationships/customXml" Target="../ink/ink389.xml"/><Relationship Id="rId6" Type="http://schemas.openxmlformats.org/officeDocument/2006/relationships/image" Target="../media/image380.png"/><Relationship Id="rId5" Type="http://schemas.openxmlformats.org/officeDocument/2006/relationships/customXml" Target="../ink/ink388.xml"/><Relationship Id="rId4" Type="http://schemas.openxmlformats.org/officeDocument/2006/relationships/image" Target="../media/image379.png"/><Relationship Id="rId3" Type="http://schemas.openxmlformats.org/officeDocument/2006/relationships/customXml" Target="../ink/ink387.xml"/><Relationship Id="rId2" Type="http://schemas.openxmlformats.org/officeDocument/2006/relationships/image" Target="../media/image378.png"/><Relationship Id="rId10" Type="http://schemas.openxmlformats.org/officeDocument/2006/relationships/notesSlide" Target="../notesSlides/notesSlide11.xml"/><Relationship Id="rId1" Type="http://schemas.openxmlformats.org/officeDocument/2006/relationships/customXml" Target="../ink/ink38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ustomXml" Target="../ink/ink394.xml"/><Relationship Id="rId8" Type="http://schemas.openxmlformats.org/officeDocument/2006/relationships/image" Target="../media/image385.png"/><Relationship Id="rId7" Type="http://schemas.openxmlformats.org/officeDocument/2006/relationships/customXml" Target="../ink/ink393.xml"/><Relationship Id="rId6" Type="http://schemas.openxmlformats.org/officeDocument/2006/relationships/image" Target="../media/image384.png"/><Relationship Id="rId5" Type="http://schemas.openxmlformats.org/officeDocument/2006/relationships/customXml" Target="../ink/ink392.xml"/><Relationship Id="rId4" Type="http://schemas.openxmlformats.org/officeDocument/2006/relationships/image" Target="../media/image383.png"/><Relationship Id="rId3" Type="http://schemas.openxmlformats.org/officeDocument/2006/relationships/customXml" Target="../ink/ink391.xml"/><Relationship Id="rId2" Type="http://schemas.openxmlformats.org/officeDocument/2006/relationships/image" Target="../media/image382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87.png"/><Relationship Id="rId11" Type="http://schemas.openxmlformats.org/officeDocument/2006/relationships/customXml" Target="../ink/ink395.xml"/><Relationship Id="rId10" Type="http://schemas.openxmlformats.org/officeDocument/2006/relationships/image" Target="../media/image386.png"/><Relationship Id="rId1" Type="http://schemas.openxmlformats.org/officeDocument/2006/relationships/customXml" Target="../ink/ink3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>
            <a:spLocks noGrp="1"/>
          </p:cNvSpPr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3" name="kicker"/>
          <p:cNvSpPr>
            <a:spLocks noGrp="1"/>
          </p:cNvSpPr>
          <p:nvPr/>
        </p:nvSpPr>
        <p:spPr>
          <a:xfrm>
            <a:off x="666750" y="6667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6B87"/>
                </a:solidFill>
              </a:defRPr>
            </a:pPr>
            <a:r>
              <a:rPr sz="1275" b="1">
                <a:solidFill>
                  <a:srgbClr val="176B87"/>
                </a:solidFill>
              </a:rPr>
              <a:t>ACADEMIC WRITING GUIDE</a:t>
            </a:r>
            <a:endParaRPr sz="1275" b="1">
              <a:solidFill>
                <a:srgbClr val="176B87"/>
              </a:solidFill>
            </a:endParaRPr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666750" y="1476375"/>
            <a:ext cx="7810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13212B"/>
                </a:solidFill>
              </a:defRPr>
            </a:pPr>
            <a:r>
              <a:rPr sz="4050" b="1">
                <a:solidFill>
                  <a:srgbClr val="13212B"/>
                </a:solidFill>
              </a:rPr>
              <a:t>学术论文编写指导</a:t>
            </a:r>
            <a:endParaRPr sz="4050" b="1">
              <a:solidFill>
                <a:srgbClr val="13212B"/>
              </a:solidFill>
            </a:endParaRPr>
          </a:p>
        </p:txBody>
      </p:sp>
      <p:sp>
        <p:nvSpPr>
          <p:cNvPr id="5" name="cover-sub"/>
          <p:cNvSpPr>
            <a:spLocks noGrp="1"/>
          </p:cNvSpPr>
          <p:nvPr/>
        </p:nvSpPr>
        <p:spPr>
          <a:xfrm>
            <a:off x="685800" y="2619375"/>
            <a:ext cx="790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0">
                <a:solidFill>
                  <a:srgbClr val="60717B"/>
                </a:solidFill>
              </a:defRPr>
            </a:pPr>
            <a:r>
              <a:rPr sz="1950" b="0">
                <a:solidFill>
                  <a:srgbClr val="60717B"/>
                </a:solidFill>
              </a:rPr>
              <a:t>以读者为中心，构建可检索、可验证、可复现的科学论证</a:t>
            </a:r>
            <a:endParaRPr sz="1950" b="0">
              <a:solidFill>
                <a:srgbClr val="60717B"/>
              </a:solidFill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666750" y="4476750"/>
            <a:ext cx="106680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7" name="statement-text"/>
          <p:cNvSpPr>
            <a:spLocks noGrp="1"/>
          </p:cNvSpPr>
          <p:nvPr/>
        </p:nvSpPr>
        <p:spPr>
          <a:xfrm>
            <a:off x="990600" y="4686300"/>
            <a:ext cx="9982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176B87"/>
                </a:solidFill>
              </a:defRPr>
            </a:pPr>
            <a:r>
              <a:rPr sz="2250" b="1">
                <a:solidFill>
                  <a:srgbClr val="176B87"/>
                </a:solidFill>
              </a:rPr>
              <a:t>论文不是研究过程的流水账，而是围绕读者需求组织的论证。</a:t>
            </a:r>
            <a:endParaRPr sz="2250" b="1">
              <a:solidFill>
                <a:srgbClr val="176B87"/>
              </a:solidFill>
            </a:endParaRPr>
          </a:p>
        </p:txBody>
      </p:sp>
      <p:sp>
        <p:nvSpPr>
          <p:cNvPr id="8" name="source"/>
          <p:cNvSpPr>
            <a:spLocks noGrp="1"/>
          </p:cNvSpPr>
          <p:nvPr/>
        </p:nvSpPr>
        <p:spPr>
          <a:xfrm>
            <a:off x="685800" y="60960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核心依据：Stephen B. Heard《The Scientist’s Guide to Writing》第 8 章</a:t>
            </a:r>
            <a:endParaRPr sz="1050" b="0">
              <a:solidFill>
                <a:srgbClr val="60717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结构的价值，在于降低读者寻找证据的成本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02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lead"/>
          <p:cNvSpPr>
            <a:spLocks noGrp="1"/>
          </p:cNvSpPr>
          <p:nvPr/>
        </p:nvSpPr>
        <p:spPr>
          <a:xfrm>
            <a:off x="666750" y="1381125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6B87"/>
                </a:solidFill>
              </a:defRPr>
            </a:pPr>
            <a:r>
              <a:rPr sz="2100" b="1">
                <a:solidFill>
                  <a:srgbClr val="176B87"/>
                </a:solidFill>
              </a:rPr>
              <a:t>IMRaD 不是僵硬格式，而是一套“信息检索系统”</a:t>
            </a:r>
            <a:endParaRPr sz="2100" b="1">
              <a:solidFill>
                <a:srgbClr val="176B87"/>
              </a:solidFill>
            </a:endParaRPr>
          </a:p>
        </p:txBody>
      </p:sp>
      <p:sp>
        <p:nvSpPr>
          <p:cNvPr id="5" name="imrad-0"/>
          <p:cNvSpPr>
            <a:spLocks noGrp="1"/>
          </p:cNvSpPr>
          <p:nvPr/>
        </p:nvSpPr>
        <p:spPr>
          <a:xfrm>
            <a:off x="666750" y="2428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6" name="imrad-en-0"/>
          <p:cNvSpPr>
            <a:spLocks noGrp="1"/>
          </p:cNvSpPr>
          <p:nvPr/>
        </p:nvSpPr>
        <p:spPr>
          <a:xfrm>
            <a:off x="838200" y="2619375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Introduction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7" name="imrad-cn-0"/>
          <p:cNvSpPr>
            <a:spLocks noGrp="1"/>
          </p:cNvSpPr>
          <p:nvPr/>
        </p:nvSpPr>
        <p:spPr>
          <a:xfrm>
            <a:off x="838200" y="32194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E76F51"/>
                </a:solidFill>
              </a:defRPr>
            </a:pPr>
            <a:r>
              <a:rPr sz="1950" b="1">
                <a:solidFill>
                  <a:srgbClr val="E76F51"/>
                </a:solidFill>
              </a:rPr>
              <a:t>为什么做</a:t>
            </a:r>
            <a:endParaRPr sz="1950" b="1">
              <a:solidFill>
                <a:srgbClr val="E76F51"/>
              </a:solidFill>
            </a:endParaRPr>
          </a:p>
        </p:txBody>
      </p:sp>
      <p:sp>
        <p:nvSpPr>
          <p:cNvPr id="8" name="imrad-1"/>
          <p:cNvSpPr>
            <a:spLocks noGrp="1"/>
          </p:cNvSpPr>
          <p:nvPr/>
        </p:nvSpPr>
        <p:spPr>
          <a:xfrm>
            <a:off x="3448050" y="2428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9" name="imrad-en-1"/>
          <p:cNvSpPr>
            <a:spLocks noGrp="1"/>
          </p:cNvSpPr>
          <p:nvPr/>
        </p:nvSpPr>
        <p:spPr>
          <a:xfrm>
            <a:off x="3619500" y="2619375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Methods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10" name="imrad-cn-1"/>
          <p:cNvSpPr>
            <a:spLocks noGrp="1"/>
          </p:cNvSpPr>
          <p:nvPr/>
        </p:nvSpPr>
        <p:spPr>
          <a:xfrm>
            <a:off x="3619500" y="32194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76B87"/>
                </a:solidFill>
              </a:defRPr>
            </a:pPr>
            <a:r>
              <a:rPr sz="1950" b="1">
                <a:solidFill>
                  <a:srgbClr val="176B87"/>
                </a:solidFill>
              </a:rPr>
              <a:t>怎样做</a:t>
            </a:r>
            <a:endParaRPr sz="1950" b="1">
              <a:solidFill>
                <a:srgbClr val="176B87"/>
              </a:solidFill>
            </a:endParaRPr>
          </a:p>
        </p:txBody>
      </p:sp>
      <p:sp>
        <p:nvSpPr>
          <p:cNvPr id="11" name="imrad-2"/>
          <p:cNvSpPr>
            <a:spLocks noGrp="1"/>
          </p:cNvSpPr>
          <p:nvPr/>
        </p:nvSpPr>
        <p:spPr>
          <a:xfrm>
            <a:off x="6229350" y="2428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12" name="imrad-en-2"/>
          <p:cNvSpPr>
            <a:spLocks noGrp="1"/>
          </p:cNvSpPr>
          <p:nvPr/>
        </p:nvSpPr>
        <p:spPr>
          <a:xfrm>
            <a:off x="6400800" y="2619375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Results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13" name="imrad-cn-2"/>
          <p:cNvSpPr>
            <a:spLocks noGrp="1"/>
          </p:cNvSpPr>
          <p:nvPr/>
        </p:nvSpPr>
        <p:spPr>
          <a:xfrm>
            <a:off x="6400800" y="32194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E76F51"/>
                </a:solidFill>
              </a:defRPr>
            </a:pPr>
            <a:r>
              <a:rPr sz="1950" b="1">
                <a:solidFill>
                  <a:srgbClr val="E76F51"/>
                </a:solidFill>
              </a:rPr>
              <a:t>发现什么</a:t>
            </a:r>
            <a:endParaRPr sz="1950" b="1">
              <a:solidFill>
                <a:srgbClr val="E76F51"/>
              </a:solidFill>
            </a:endParaRPr>
          </a:p>
        </p:txBody>
      </p:sp>
      <p:sp>
        <p:nvSpPr>
          <p:cNvPr id="14" name="imrad-3"/>
          <p:cNvSpPr>
            <a:spLocks noGrp="1"/>
          </p:cNvSpPr>
          <p:nvPr/>
        </p:nvSpPr>
        <p:spPr>
          <a:xfrm>
            <a:off x="9010650" y="2428875"/>
            <a:ext cx="2381250" cy="1714500"/>
          </a:xfrm>
          <a:prstGeom prst="roundRect">
            <a:avLst>
              <a:gd name="adj" fmla="val 6667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5" name="imrad-en-3"/>
          <p:cNvSpPr>
            <a:spLocks noGrp="1"/>
          </p:cNvSpPr>
          <p:nvPr/>
        </p:nvSpPr>
        <p:spPr>
          <a:xfrm>
            <a:off x="9182100" y="2619375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Discussion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16" name="imrad-cn-3"/>
          <p:cNvSpPr>
            <a:spLocks noGrp="1"/>
          </p:cNvSpPr>
          <p:nvPr/>
        </p:nvSpPr>
        <p:spPr>
          <a:xfrm>
            <a:off x="9182100" y="32194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76B87"/>
                </a:solidFill>
              </a:defRPr>
            </a:pPr>
            <a:r>
              <a:rPr sz="1950" b="1">
                <a:solidFill>
                  <a:srgbClr val="176B87"/>
                </a:solidFill>
              </a:rPr>
              <a:t>意味着什么</a:t>
            </a:r>
            <a:endParaRPr sz="1950" b="1">
              <a:solidFill>
                <a:srgbClr val="176B87"/>
              </a:solidFill>
            </a:endParaRPr>
          </a:p>
        </p:txBody>
      </p:sp>
      <p:sp>
        <p:nvSpPr>
          <p:cNvPr id="17" name="takeaway"/>
          <p:cNvSpPr>
            <a:spLocks noGrp="1"/>
          </p:cNvSpPr>
          <p:nvPr/>
        </p:nvSpPr>
        <p:spPr>
          <a:xfrm>
            <a:off x="819150" y="4953000"/>
            <a:ext cx="10553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3212B"/>
                </a:solidFill>
              </a:defRPr>
            </a:pPr>
            <a:r>
              <a:rPr sz="1950" b="1">
                <a:solidFill>
                  <a:srgbClr val="13212B"/>
                </a:solidFill>
              </a:rPr>
              <a:t>标准化结构 → 可预测的阅读路径 → 更低认知负担 → 更清晰的科学交流</a:t>
            </a:r>
            <a:endParaRPr sz="1950" b="1">
              <a:solidFill>
                <a:srgbClr val="13212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8" name="墨迹 17"/>
              <p14:cNvContentPartPr/>
              <p14:nvPr/>
            </p14:nvContentPartPr>
            <p14:xfrm>
              <a:off x="1102995" y="2985135"/>
              <a:ext cx="1409700" cy="4127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"/>
            </p:blipFill>
            <p:spPr>
              <a:xfrm>
                <a:off x="1102995" y="2985135"/>
                <a:ext cx="140970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9" name="墨迹 18"/>
              <p14:cNvContentPartPr/>
              <p14:nvPr/>
            </p14:nvContentPartPr>
            <p14:xfrm>
              <a:off x="870585" y="3706495"/>
              <a:ext cx="74295" cy="31496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4"/>
            </p:blipFill>
            <p:spPr>
              <a:xfrm>
                <a:off x="870585" y="3706495"/>
                <a:ext cx="74295" cy="314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0" name="墨迹 19"/>
              <p14:cNvContentPartPr/>
              <p14:nvPr/>
            </p14:nvContentPartPr>
            <p14:xfrm>
              <a:off x="928370" y="3905250"/>
              <a:ext cx="41910" cy="9969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6"/>
            </p:blipFill>
            <p:spPr>
              <a:xfrm>
                <a:off x="928370" y="3905250"/>
                <a:ext cx="4191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1" name="墨迹 20"/>
              <p14:cNvContentPartPr/>
              <p14:nvPr/>
            </p14:nvContentPartPr>
            <p14:xfrm>
              <a:off x="1011555" y="3806190"/>
              <a:ext cx="41275" cy="4127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8"/>
            </p:blipFill>
            <p:spPr>
              <a:xfrm>
                <a:off x="1011555" y="3806190"/>
                <a:ext cx="4127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2" name="墨迹 21"/>
              <p14:cNvContentPartPr/>
              <p14:nvPr/>
            </p14:nvContentPartPr>
            <p14:xfrm>
              <a:off x="1019810" y="3822700"/>
              <a:ext cx="173990" cy="19875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0"/>
            </p:blipFill>
            <p:spPr>
              <a:xfrm>
                <a:off x="1019810" y="3822700"/>
                <a:ext cx="17399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3" name="墨迹 22"/>
              <p14:cNvContentPartPr/>
              <p14:nvPr/>
            </p14:nvContentPartPr>
            <p14:xfrm>
              <a:off x="1252220" y="3913505"/>
              <a:ext cx="24765" cy="5016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2"/>
            </p:blipFill>
            <p:spPr>
              <a:xfrm>
                <a:off x="1252220" y="3913505"/>
                <a:ext cx="24765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4" name="墨迹 23"/>
              <p14:cNvContentPartPr/>
              <p14:nvPr/>
            </p14:nvContentPartPr>
            <p14:xfrm>
              <a:off x="1310005" y="3806190"/>
              <a:ext cx="41275" cy="5778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4"/>
            </p:blipFill>
            <p:spPr>
              <a:xfrm>
                <a:off x="1310005" y="3806190"/>
                <a:ext cx="41275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5" name="墨迹 24"/>
              <p14:cNvContentPartPr/>
              <p14:nvPr/>
            </p14:nvContentPartPr>
            <p14:xfrm>
              <a:off x="1368425" y="3764280"/>
              <a:ext cx="115570" cy="31559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6"/>
            </p:blipFill>
            <p:spPr>
              <a:xfrm>
                <a:off x="1368425" y="3764280"/>
                <a:ext cx="115570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6" name="墨迹 25"/>
              <p14:cNvContentPartPr/>
              <p14:nvPr/>
            </p14:nvContentPartPr>
            <p14:xfrm>
              <a:off x="1401445" y="3888740"/>
              <a:ext cx="57785" cy="3365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8"/>
            </p:blipFill>
            <p:spPr>
              <a:xfrm>
                <a:off x="1401445" y="3888740"/>
                <a:ext cx="5778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7" name="墨迹 26"/>
              <p14:cNvContentPartPr/>
              <p14:nvPr/>
            </p14:nvContentPartPr>
            <p14:xfrm>
              <a:off x="1501140" y="3863975"/>
              <a:ext cx="140970" cy="1492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0"/>
            </p:blipFill>
            <p:spPr>
              <a:xfrm>
                <a:off x="1501140" y="3863975"/>
                <a:ext cx="14097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8" name="墨迹 27"/>
              <p14:cNvContentPartPr/>
              <p14:nvPr/>
            </p14:nvContentPartPr>
            <p14:xfrm>
              <a:off x="1732915" y="3731260"/>
              <a:ext cx="83185" cy="32321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2"/>
            </p:blipFill>
            <p:spPr>
              <a:xfrm>
                <a:off x="1732915" y="3731260"/>
                <a:ext cx="83185" cy="32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9" name="墨迹 28"/>
              <p14:cNvContentPartPr/>
              <p14:nvPr/>
            </p14:nvContentPartPr>
            <p14:xfrm>
              <a:off x="1699895" y="3872230"/>
              <a:ext cx="107950" cy="6667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4"/>
            </p:blipFill>
            <p:spPr>
              <a:xfrm>
                <a:off x="1699895" y="3872230"/>
                <a:ext cx="10795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0" name="墨迹 29"/>
              <p14:cNvContentPartPr/>
              <p14:nvPr/>
            </p14:nvContentPartPr>
            <p14:xfrm>
              <a:off x="1857375" y="3863975"/>
              <a:ext cx="116205" cy="16573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6"/>
            </p:blipFill>
            <p:spPr>
              <a:xfrm>
                <a:off x="1857375" y="3863975"/>
                <a:ext cx="11620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1" name="墨迹 30"/>
              <p14:cNvContentPartPr/>
              <p14:nvPr/>
            </p14:nvContentPartPr>
            <p14:xfrm>
              <a:off x="1990090" y="3797935"/>
              <a:ext cx="41910" cy="4953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8"/>
            </p:blipFill>
            <p:spPr>
              <a:xfrm>
                <a:off x="1990090" y="3797935"/>
                <a:ext cx="4191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2" name="墨迹 31"/>
              <p14:cNvContentPartPr/>
              <p14:nvPr/>
            </p14:nvContentPartPr>
            <p14:xfrm>
              <a:off x="2032000" y="3814445"/>
              <a:ext cx="107315" cy="18224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0"/>
            </p:blipFill>
            <p:spPr>
              <a:xfrm>
                <a:off x="2032000" y="3814445"/>
                <a:ext cx="10731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3" name="墨迹 32"/>
              <p14:cNvContentPartPr/>
              <p14:nvPr/>
            </p14:nvContentPartPr>
            <p14:xfrm>
              <a:off x="2155825" y="3830955"/>
              <a:ext cx="140970" cy="13271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32"/>
            </p:blipFill>
            <p:spPr>
              <a:xfrm>
                <a:off x="2155825" y="3830955"/>
                <a:ext cx="14097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4" name="墨迹 33"/>
              <p14:cNvContentPartPr/>
              <p14:nvPr/>
            </p14:nvContentPartPr>
            <p14:xfrm>
              <a:off x="2438400" y="3955415"/>
              <a:ext cx="360" cy="3302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4"/>
            </p:blipFill>
            <p:spPr>
              <a:xfrm>
                <a:off x="2438400" y="3955415"/>
                <a:ext cx="36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5" name="墨迹 34"/>
              <p14:cNvContentPartPr/>
              <p14:nvPr/>
            </p14:nvContentPartPr>
            <p14:xfrm>
              <a:off x="837565" y="3980180"/>
              <a:ext cx="1741805" cy="16573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6"/>
            </p:blipFill>
            <p:spPr>
              <a:xfrm>
                <a:off x="837565" y="3980180"/>
                <a:ext cx="174180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6" name="墨迹 35"/>
              <p14:cNvContentPartPr/>
              <p14:nvPr/>
            </p14:nvContentPartPr>
            <p14:xfrm>
              <a:off x="920115" y="4253865"/>
              <a:ext cx="265430" cy="33972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8"/>
            </p:blipFill>
            <p:spPr>
              <a:xfrm>
                <a:off x="920115" y="4253865"/>
                <a:ext cx="265430" cy="339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7" name="墨迹 36"/>
              <p14:cNvContentPartPr/>
              <p14:nvPr/>
            </p14:nvContentPartPr>
            <p14:xfrm>
              <a:off x="1268730" y="4444365"/>
              <a:ext cx="57785" cy="9144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40"/>
            </p:blipFill>
            <p:spPr>
              <a:xfrm>
                <a:off x="1268730" y="4444365"/>
                <a:ext cx="5778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8" name="墨迹 37"/>
              <p14:cNvContentPartPr/>
              <p14:nvPr/>
            </p14:nvContentPartPr>
            <p14:xfrm>
              <a:off x="1360170" y="4336415"/>
              <a:ext cx="33020" cy="25717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42"/>
            </p:blipFill>
            <p:spPr>
              <a:xfrm>
                <a:off x="1360170" y="4336415"/>
                <a:ext cx="3302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9" name="墨迹 38"/>
              <p14:cNvContentPartPr/>
              <p14:nvPr/>
            </p14:nvContentPartPr>
            <p14:xfrm>
              <a:off x="1475740" y="4270375"/>
              <a:ext cx="41910" cy="25717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4"/>
            </p:blipFill>
            <p:spPr>
              <a:xfrm>
                <a:off x="1475740" y="4270375"/>
                <a:ext cx="4191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40" name="墨迹 39"/>
              <p14:cNvContentPartPr/>
              <p14:nvPr/>
            </p14:nvContentPartPr>
            <p14:xfrm>
              <a:off x="1227455" y="4494530"/>
              <a:ext cx="149225" cy="6604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46"/>
            </p:blipFill>
            <p:spPr>
              <a:xfrm>
                <a:off x="1227455" y="4494530"/>
                <a:ext cx="14922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41" name="墨迹 40"/>
              <p14:cNvContentPartPr/>
              <p14:nvPr/>
            </p14:nvContentPartPr>
            <p14:xfrm>
              <a:off x="1575435" y="4394835"/>
              <a:ext cx="157480" cy="14097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48"/>
            </p:blipFill>
            <p:spPr>
              <a:xfrm>
                <a:off x="1575435" y="4394835"/>
                <a:ext cx="15748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42" name="墨迹 41"/>
              <p14:cNvContentPartPr/>
              <p14:nvPr/>
            </p14:nvContentPartPr>
            <p14:xfrm>
              <a:off x="1774825" y="4411345"/>
              <a:ext cx="90805" cy="4127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50"/>
            </p:blipFill>
            <p:spPr>
              <a:xfrm>
                <a:off x="1774825" y="4411345"/>
                <a:ext cx="9080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43" name="墨迹 42"/>
              <p14:cNvContentPartPr/>
              <p14:nvPr/>
            </p14:nvContentPartPr>
            <p14:xfrm>
              <a:off x="1816100" y="4328160"/>
              <a:ext cx="248920" cy="47307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52"/>
            </p:blipFill>
            <p:spPr>
              <a:xfrm>
                <a:off x="1816100" y="4328160"/>
                <a:ext cx="248920" cy="473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44" name="墨迹 43"/>
              <p14:cNvContentPartPr/>
              <p14:nvPr/>
            </p14:nvContentPartPr>
            <p14:xfrm>
              <a:off x="1816100" y="4419600"/>
              <a:ext cx="360" cy="1651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54"/>
            </p:blipFill>
            <p:spPr>
              <a:xfrm>
                <a:off x="1816100" y="4419600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45" name="墨迹 44"/>
              <p14:cNvContentPartPr/>
              <p14:nvPr/>
            </p14:nvContentPartPr>
            <p14:xfrm>
              <a:off x="2131060" y="4295140"/>
              <a:ext cx="265430" cy="15748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56"/>
            </p:blipFill>
            <p:spPr>
              <a:xfrm>
                <a:off x="2131060" y="4295140"/>
                <a:ext cx="26543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6" name="墨迹 45"/>
              <p14:cNvContentPartPr/>
              <p14:nvPr/>
            </p14:nvContentPartPr>
            <p14:xfrm>
              <a:off x="944880" y="4544060"/>
              <a:ext cx="1667510" cy="28194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58"/>
            </p:blipFill>
            <p:spPr>
              <a:xfrm>
                <a:off x="944880" y="4544060"/>
                <a:ext cx="1667510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47" name="墨迹 46"/>
              <p14:cNvContentPartPr/>
              <p14:nvPr/>
            </p14:nvContentPartPr>
            <p14:xfrm>
              <a:off x="995045" y="4991735"/>
              <a:ext cx="74295" cy="24066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60"/>
            </p:blipFill>
            <p:spPr>
              <a:xfrm>
                <a:off x="995045" y="4991735"/>
                <a:ext cx="7429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48" name="墨迹 47"/>
              <p14:cNvContentPartPr/>
              <p14:nvPr/>
            </p14:nvContentPartPr>
            <p14:xfrm>
              <a:off x="1119505" y="4991735"/>
              <a:ext cx="99695" cy="16573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62"/>
            </p:blipFill>
            <p:spPr>
              <a:xfrm>
                <a:off x="1119505" y="4991735"/>
                <a:ext cx="9969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49" name="墨迹 48"/>
              <p14:cNvContentPartPr/>
              <p14:nvPr/>
            </p14:nvContentPartPr>
            <p14:xfrm>
              <a:off x="1293495" y="4942205"/>
              <a:ext cx="149225" cy="19050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64"/>
            </p:blipFill>
            <p:spPr>
              <a:xfrm>
                <a:off x="1293495" y="4942205"/>
                <a:ext cx="14922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50" name="墨迹 49"/>
              <p14:cNvContentPartPr/>
              <p14:nvPr/>
            </p14:nvContentPartPr>
            <p14:xfrm>
              <a:off x="1426210" y="4950460"/>
              <a:ext cx="99695" cy="16573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66"/>
            </p:blipFill>
            <p:spPr>
              <a:xfrm>
                <a:off x="1426210" y="4950460"/>
                <a:ext cx="9969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51" name="墨迹 50"/>
              <p14:cNvContentPartPr/>
              <p14:nvPr/>
            </p14:nvContentPartPr>
            <p14:xfrm>
              <a:off x="1558925" y="4850765"/>
              <a:ext cx="41275" cy="257175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68"/>
            </p:blipFill>
            <p:spPr>
              <a:xfrm>
                <a:off x="1558925" y="4850765"/>
                <a:ext cx="4127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52" name="墨迹 51"/>
              <p14:cNvContentPartPr/>
              <p14:nvPr/>
            </p14:nvContentPartPr>
            <p14:xfrm>
              <a:off x="1699895" y="4966970"/>
              <a:ext cx="8255" cy="116205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70"/>
            </p:blipFill>
            <p:spPr>
              <a:xfrm>
                <a:off x="1699895" y="4966970"/>
                <a:ext cx="825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53" name="墨迹 52"/>
              <p14:cNvContentPartPr/>
              <p14:nvPr/>
            </p14:nvContentPartPr>
            <p14:xfrm>
              <a:off x="1791335" y="4817745"/>
              <a:ext cx="360" cy="1651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54"/>
            </p:blipFill>
            <p:spPr>
              <a:xfrm>
                <a:off x="1791335" y="4817745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54" name="墨迹 53"/>
              <p14:cNvContentPartPr/>
              <p14:nvPr/>
            </p14:nvContentPartPr>
            <p14:xfrm>
              <a:off x="1774825" y="4817745"/>
              <a:ext cx="90805" cy="22415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73"/>
            </p:blipFill>
            <p:spPr>
              <a:xfrm>
                <a:off x="1774825" y="4817745"/>
                <a:ext cx="9080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55" name="墨迹 54"/>
              <p14:cNvContentPartPr/>
              <p14:nvPr/>
            </p14:nvContentPartPr>
            <p14:xfrm>
              <a:off x="1857375" y="4917440"/>
              <a:ext cx="157480" cy="30670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75"/>
            </p:blipFill>
            <p:spPr>
              <a:xfrm>
                <a:off x="1857375" y="4917440"/>
                <a:ext cx="157480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56" name="墨迹 55"/>
              <p14:cNvContentPartPr/>
              <p14:nvPr/>
            </p14:nvContentPartPr>
            <p14:xfrm>
              <a:off x="1724660" y="4892040"/>
              <a:ext cx="41910" cy="1714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77"/>
            </p:blipFill>
            <p:spPr>
              <a:xfrm>
                <a:off x="1724660" y="4892040"/>
                <a:ext cx="41910" cy="17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57" name="墨迹 56"/>
              <p14:cNvContentPartPr/>
              <p14:nvPr/>
            </p14:nvContentPartPr>
            <p14:xfrm>
              <a:off x="2155825" y="4685030"/>
              <a:ext cx="282575" cy="52260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79"/>
            </p:blipFill>
            <p:spPr>
              <a:xfrm>
                <a:off x="2155825" y="4685030"/>
                <a:ext cx="282575" cy="522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58" name="墨迹 57"/>
              <p14:cNvContentPartPr/>
              <p14:nvPr/>
            </p14:nvContentPartPr>
            <p14:xfrm>
              <a:off x="2463165" y="4826000"/>
              <a:ext cx="215265" cy="15748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81"/>
            </p:blipFill>
            <p:spPr>
              <a:xfrm>
                <a:off x="2463165" y="4826000"/>
                <a:ext cx="21526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59" name="墨迹 58"/>
              <p14:cNvContentPartPr/>
              <p14:nvPr/>
            </p14:nvContentPartPr>
            <p14:xfrm>
              <a:off x="2678430" y="4801235"/>
              <a:ext cx="124460" cy="11620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83"/>
            </p:blipFill>
            <p:spPr>
              <a:xfrm>
                <a:off x="2678430" y="4801235"/>
                <a:ext cx="12446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60" name="墨迹 59"/>
              <p14:cNvContentPartPr/>
              <p14:nvPr/>
            </p14:nvContentPartPr>
            <p14:xfrm>
              <a:off x="2827655" y="4701540"/>
              <a:ext cx="91440" cy="21590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85"/>
            </p:blipFill>
            <p:spPr>
              <a:xfrm>
                <a:off x="2827655" y="4701540"/>
                <a:ext cx="9144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61" name="墨迹 60"/>
              <p14:cNvContentPartPr/>
              <p14:nvPr/>
            </p14:nvContentPartPr>
            <p14:xfrm>
              <a:off x="2943860" y="4660265"/>
              <a:ext cx="215900" cy="240665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87"/>
            </p:blipFill>
            <p:spPr>
              <a:xfrm>
                <a:off x="2943860" y="4660265"/>
                <a:ext cx="215900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62" name="墨迹 61"/>
              <p14:cNvContentPartPr/>
              <p14:nvPr/>
            </p14:nvContentPartPr>
            <p14:xfrm>
              <a:off x="3159760" y="4552315"/>
              <a:ext cx="173990" cy="36512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89"/>
            </p:blipFill>
            <p:spPr>
              <a:xfrm>
                <a:off x="3159760" y="4552315"/>
                <a:ext cx="173990" cy="365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63" name="墨迹 62"/>
              <p14:cNvContentPartPr/>
              <p14:nvPr/>
            </p14:nvContentPartPr>
            <p14:xfrm>
              <a:off x="1077595" y="5008245"/>
              <a:ext cx="1849755" cy="47307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91"/>
            </p:blipFill>
            <p:spPr>
              <a:xfrm>
                <a:off x="1077595" y="5008245"/>
                <a:ext cx="1849755" cy="473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64" name="墨迹 63"/>
              <p14:cNvContentPartPr/>
              <p14:nvPr/>
            </p14:nvContentPartPr>
            <p14:xfrm>
              <a:off x="2910840" y="2520950"/>
              <a:ext cx="2662555" cy="111950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93"/>
            </p:blipFill>
            <p:spPr>
              <a:xfrm>
                <a:off x="2910840" y="2520950"/>
                <a:ext cx="2662555" cy="1119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65" name="墨迹 64"/>
              <p14:cNvContentPartPr/>
              <p14:nvPr/>
            </p14:nvContentPartPr>
            <p14:xfrm>
              <a:off x="3002280" y="3408045"/>
              <a:ext cx="845820" cy="117729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95"/>
            </p:blipFill>
            <p:spPr>
              <a:xfrm>
                <a:off x="3002280" y="3408045"/>
                <a:ext cx="845820" cy="11772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66" name="墨迹 65"/>
              <p14:cNvContentPartPr/>
              <p14:nvPr/>
            </p14:nvContentPartPr>
            <p14:xfrm>
              <a:off x="3632200" y="3234055"/>
              <a:ext cx="448310" cy="198755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97"/>
            </p:blipFill>
            <p:spPr>
              <a:xfrm>
                <a:off x="3632200" y="3234055"/>
                <a:ext cx="44831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67" name="墨迹 66"/>
              <p14:cNvContentPartPr/>
              <p14:nvPr/>
            </p14:nvContentPartPr>
            <p14:xfrm>
              <a:off x="696595" y="3665220"/>
              <a:ext cx="372745" cy="179959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99"/>
            </p:blipFill>
            <p:spPr>
              <a:xfrm>
                <a:off x="696595" y="3665220"/>
                <a:ext cx="372745" cy="1799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68" name="墨迹 67"/>
              <p14:cNvContentPartPr/>
              <p14:nvPr/>
            </p14:nvContentPartPr>
            <p14:xfrm>
              <a:off x="1434465" y="5680075"/>
              <a:ext cx="224155" cy="22415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01"/>
            </p:blipFill>
            <p:spPr>
              <a:xfrm>
                <a:off x="1434465" y="5680075"/>
                <a:ext cx="22415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69" name="墨迹 68"/>
              <p14:cNvContentPartPr/>
              <p14:nvPr/>
            </p14:nvContentPartPr>
            <p14:xfrm>
              <a:off x="1699895" y="5688330"/>
              <a:ext cx="140970" cy="149225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03"/>
            </p:blipFill>
            <p:spPr>
              <a:xfrm>
                <a:off x="1699895" y="5688330"/>
                <a:ext cx="14097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70" name="墨迹 69"/>
              <p14:cNvContentPartPr/>
              <p14:nvPr/>
            </p14:nvContentPartPr>
            <p14:xfrm>
              <a:off x="1915795" y="5539105"/>
              <a:ext cx="74295" cy="240665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05"/>
            </p:blipFill>
            <p:spPr>
              <a:xfrm>
                <a:off x="1915795" y="5539105"/>
                <a:ext cx="7429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71" name="墨迹 70"/>
              <p14:cNvContentPartPr/>
              <p14:nvPr/>
            </p14:nvContentPartPr>
            <p14:xfrm>
              <a:off x="1857375" y="5647055"/>
              <a:ext cx="132715" cy="6604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07"/>
            </p:blipFill>
            <p:spPr>
              <a:xfrm>
                <a:off x="1857375" y="5647055"/>
                <a:ext cx="13271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72" name="墨迹 71"/>
              <p14:cNvContentPartPr/>
              <p14:nvPr/>
            </p14:nvContentPartPr>
            <p14:xfrm>
              <a:off x="2065020" y="5630545"/>
              <a:ext cx="66040" cy="140970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09"/>
            </p:blipFill>
            <p:spPr>
              <a:xfrm>
                <a:off x="2065020" y="5630545"/>
                <a:ext cx="6604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73" name="墨迹 72"/>
              <p14:cNvContentPartPr/>
              <p14:nvPr/>
            </p14:nvContentPartPr>
            <p14:xfrm>
              <a:off x="2172970" y="5614035"/>
              <a:ext cx="33020" cy="132715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11"/>
            </p:blipFill>
            <p:spPr>
              <a:xfrm>
                <a:off x="2172970" y="5614035"/>
                <a:ext cx="3302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74" name="墨迹 73"/>
              <p14:cNvContentPartPr/>
              <p14:nvPr/>
            </p14:nvContentPartPr>
            <p14:xfrm>
              <a:off x="2197735" y="5547360"/>
              <a:ext cx="49530" cy="99695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13"/>
            </p:blipFill>
            <p:spPr>
              <a:xfrm>
                <a:off x="2197735" y="5547360"/>
                <a:ext cx="4953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75" name="墨迹 74"/>
              <p14:cNvContentPartPr/>
              <p14:nvPr/>
            </p14:nvContentPartPr>
            <p14:xfrm>
              <a:off x="2296795" y="5373370"/>
              <a:ext cx="99695" cy="356235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15"/>
            </p:blipFill>
            <p:spPr>
              <a:xfrm>
                <a:off x="2296795" y="5373370"/>
                <a:ext cx="99695" cy="356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76" name="墨迹 75"/>
              <p14:cNvContentPartPr/>
              <p14:nvPr/>
            </p14:nvContentPartPr>
            <p14:xfrm>
              <a:off x="2446655" y="5572125"/>
              <a:ext cx="207010" cy="132715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17"/>
            </p:blipFill>
            <p:spPr>
              <a:xfrm>
                <a:off x="2446655" y="5572125"/>
                <a:ext cx="20701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8" p14:bwMode="auto">
            <p14:nvContentPartPr>
              <p14:cNvPr id="77" name="墨迹 76"/>
              <p14:cNvContentPartPr/>
              <p14:nvPr/>
            </p14:nvContentPartPr>
            <p14:xfrm>
              <a:off x="2703195" y="5406390"/>
              <a:ext cx="116205" cy="240665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119"/>
            </p:blipFill>
            <p:spPr>
              <a:xfrm>
                <a:off x="2703195" y="5406390"/>
                <a:ext cx="11620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0" p14:bwMode="auto">
            <p14:nvContentPartPr>
              <p14:cNvPr id="78" name="墨迹 77"/>
              <p14:cNvContentPartPr/>
              <p14:nvPr/>
            </p14:nvContentPartPr>
            <p14:xfrm>
              <a:off x="2910840" y="5547360"/>
              <a:ext cx="41275" cy="116205"/>
            </p14:xfrm>
          </p:contentPart>
        </mc:Choice>
        <mc:Fallback xmlns="">
          <p:pic>
            <p:nvPicPr>
              <p:cNvPr id="78" name="墨迹 77"/>
            </p:nvPicPr>
            <p:blipFill>
              <a:blip r:embed="rId121"/>
            </p:blipFill>
            <p:spPr>
              <a:xfrm>
                <a:off x="2910840" y="5547360"/>
                <a:ext cx="4127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2" p14:bwMode="auto">
            <p14:nvContentPartPr>
              <p14:cNvPr id="79" name="墨迹 78"/>
              <p14:cNvContentPartPr/>
              <p14:nvPr/>
            </p14:nvContentPartPr>
            <p14:xfrm>
              <a:off x="2943860" y="5489575"/>
              <a:ext cx="24765" cy="8255"/>
            </p14:xfrm>
          </p:contentPart>
        </mc:Choice>
        <mc:Fallback xmlns="">
          <p:pic>
            <p:nvPicPr>
              <p:cNvPr id="79" name="墨迹 78"/>
            </p:nvPicPr>
            <p:blipFill>
              <a:blip r:embed="rId123"/>
            </p:blipFill>
            <p:spPr>
              <a:xfrm>
                <a:off x="2943860" y="5489575"/>
                <a:ext cx="2476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4" p14:bwMode="auto">
            <p14:nvContentPartPr>
              <p14:cNvPr id="80" name="墨迹 79"/>
              <p14:cNvContentPartPr/>
              <p14:nvPr/>
            </p14:nvContentPartPr>
            <p14:xfrm>
              <a:off x="3076575" y="5497830"/>
              <a:ext cx="41910" cy="57785"/>
            </p14:xfrm>
          </p:contentPart>
        </mc:Choice>
        <mc:Fallback xmlns="">
          <p:pic>
            <p:nvPicPr>
              <p:cNvPr id="80" name="墨迹 79"/>
            </p:nvPicPr>
            <p:blipFill>
              <a:blip r:embed="rId125"/>
            </p:blipFill>
            <p:spPr>
              <a:xfrm>
                <a:off x="3076575" y="5497830"/>
                <a:ext cx="4191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6" p14:bwMode="auto">
            <p14:nvContentPartPr>
              <p14:cNvPr id="81" name="墨迹 80"/>
              <p14:cNvContentPartPr/>
              <p14:nvPr/>
            </p14:nvContentPartPr>
            <p14:xfrm>
              <a:off x="3134995" y="5455920"/>
              <a:ext cx="190500" cy="74930"/>
            </p14:xfrm>
          </p:contentPart>
        </mc:Choice>
        <mc:Fallback xmlns="">
          <p:pic>
            <p:nvPicPr>
              <p:cNvPr id="81" name="墨迹 80"/>
            </p:nvPicPr>
            <p:blipFill>
              <a:blip r:embed="rId127"/>
            </p:blipFill>
            <p:spPr>
              <a:xfrm>
                <a:off x="3134995" y="5455920"/>
                <a:ext cx="19050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8" p14:bwMode="auto">
            <p14:nvContentPartPr>
              <p14:cNvPr id="82" name="墨迹 81"/>
              <p14:cNvContentPartPr/>
              <p14:nvPr/>
            </p14:nvContentPartPr>
            <p14:xfrm>
              <a:off x="3449955" y="5522595"/>
              <a:ext cx="24765" cy="8255"/>
            </p14:xfrm>
          </p:contentPart>
        </mc:Choice>
        <mc:Fallback xmlns="">
          <p:pic>
            <p:nvPicPr>
              <p:cNvPr id="82" name="墨迹 81"/>
            </p:nvPicPr>
            <p:blipFill>
              <a:blip r:embed="rId129"/>
            </p:blipFill>
            <p:spPr>
              <a:xfrm>
                <a:off x="3449955" y="5522595"/>
                <a:ext cx="2476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0" p14:bwMode="auto">
            <p14:nvContentPartPr>
              <p14:cNvPr id="83" name="墨迹 82"/>
              <p14:cNvContentPartPr/>
              <p14:nvPr/>
            </p14:nvContentPartPr>
            <p14:xfrm>
              <a:off x="1666875" y="6111240"/>
              <a:ext cx="24765" cy="8255"/>
            </p14:xfrm>
          </p:contentPart>
        </mc:Choice>
        <mc:Fallback xmlns="">
          <p:pic>
            <p:nvPicPr>
              <p:cNvPr id="83" name="墨迹 82"/>
            </p:nvPicPr>
            <p:blipFill>
              <a:blip r:embed="rId131"/>
            </p:blipFill>
            <p:spPr>
              <a:xfrm>
                <a:off x="1666875" y="6111240"/>
                <a:ext cx="2476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2" p14:bwMode="auto">
            <p14:nvContentPartPr>
              <p14:cNvPr id="84" name="墨迹 83"/>
              <p14:cNvContentPartPr/>
              <p14:nvPr/>
            </p14:nvContentPartPr>
            <p14:xfrm>
              <a:off x="1691640" y="6078220"/>
              <a:ext cx="57785" cy="41275"/>
            </p14:xfrm>
          </p:contentPart>
        </mc:Choice>
        <mc:Fallback xmlns="">
          <p:pic>
            <p:nvPicPr>
              <p:cNvPr id="84" name="墨迹 83"/>
            </p:nvPicPr>
            <p:blipFill>
              <a:blip r:embed="rId133"/>
            </p:blipFill>
            <p:spPr>
              <a:xfrm>
                <a:off x="1691640" y="6078220"/>
                <a:ext cx="5778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4" p14:bwMode="auto">
            <p14:nvContentPartPr>
              <p14:cNvPr id="85" name="墨迹 84"/>
              <p14:cNvContentPartPr/>
              <p14:nvPr/>
            </p14:nvContentPartPr>
            <p14:xfrm>
              <a:off x="2081530" y="5904230"/>
              <a:ext cx="33020" cy="223520"/>
            </p14:xfrm>
          </p:contentPart>
        </mc:Choice>
        <mc:Fallback xmlns="">
          <p:pic>
            <p:nvPicPr>
              <p:cNvPr id="85" name="墨迹 84"/>
            </p:nvPicPr>
            <p:blipFill>
              <a:blip r:embed="rId135"/>
            </p:blipFill>
            <p:spPr>
              <a:xfrm>
                <a:off x="2081530" y="5904230"/>
                <a:ext cx="33020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6" p14:bwMode="auto">
            <p14:nvContentPartPr>
              <p14:cNvPr id="86" name="墨迹 85"/>
              <p14:cNvContentPartPr/>
              <p14:nvPr/>
            </p14:nvContentPartPr>
            <p14:xfrm>
              <a:off x="2296795" y="5986780"/>
              <a:ext cx="17145" cy="24765"/>
            </p14:xfrm>
          </p:contentPart>
        </mc:Choice>
        <mc:Fallback xmlns="">
          <p:pic>
            <p:nvPicPr>
              <p:cNvPr id="86" name="墨迹 85"/>
            </p:nvPicPr>
            <p:blipFill>
              <a:blip r:embed="rId137"/>
            </p:blipFill>
            <p:spPr>
              <a:xfrm>
                <a:off x="2296795" y="5986780"/>
                <a:ext cx="17145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8" p14:bwMode="auto">
            <p14:nvContentPartPr>
              <p14:cNvPr id="87" name="墨迹 86"/>
              <p14:cNvContentPartPr/>
              <p14:nvPr/>
            </p14:nvContentPartPr>
            <p14:xfrm>
              <a:off x="2446655" y="5962015"/>
              <a:ext cx="24765" cy="33020"/>
            </p14:xfrm>
          </p:contentPart>
        </mc:Choice>
        <mc:Fallback xmlns="">
          <p:pic>
            <p:nvPicPr>
              <p:cNvPr id="87" name="墨迹 86"/>
            </p:nvPicPr>
            <p:blipFill>
              <a:blip r:embed="rId139"/>
            </p:blipFill>
            <p:spPr>
              <a:xfrm>
                <a:off x="2446655" y="5962015"/>
                <a:ext cx="2476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0" p14:bwMode="auto">
            <p14:nvContentPartPr>
              <p14:cNvPr id="88" name="墨迹 87"/>
              <p14:cNvContentPartPr/>
              <p14:nvPr/>
            </p14:nvContentPartPr>
            <p14:xfrm>
              <a:off x="2628900" y="5945505"/>
              <a:ext cx="74295" cy="41275"/>
            </p14:xfrm>
          </p:contentPart>
        </mc:Choice>
        <mc:Fallback xmlns="">
          <p:pic>
            <p:nvPicPr>
              <p:cNvPr id="88" name="墨迹 87"/>
            </p:nvPicPr>
            <p:blipFill>
              <a:blip r:embed="rId141"/>
            </p:blipFill>
            <p:spPr>
              <a:xfrm>
                <a:off x="2628900" y="5945505"/>
                <a:ext cx="7429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2" p14:bwMode="auto">
            <p14:nvContentPartPr>
              <p14:cNvPr id="89" name="墨迹 88"/>
              <p14:cNvContentPartPr/>
              <p14:nvPr/>
            </p14:nvContentPartPr>
            <p14:xfrm>
              <a:off x="2794635" y="5920740"/>
              <a:ext cx="41275" cy="8255"/>
            </p14:xfrm>
          </p:contentPart>
        </mc:Choice>
        <mc:Fallback xmlns="">
          <p:pic>
            <p:nvPicPr>
              <p:cNvPr id="89" name="墨迹 88"/>
            </p:nvPicPr>
            <p:blipFill>
              <a:blip r:embed="rId143"/>
            </p:blipFill>
            <p:spPr>
              <a:xfrm>
                <a:off x="2794635" y="5920740"/>
                <a:ext cx="4127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4" p14:bwMode="auto">
            <p14:nvContentPartPr>
              <p14:cNvPr id="90" name="墨迹 89"/>
              <p14:cNvContentPartPr/>
              <p14:nvPr/>
            </p14:nvContentPartPr>
            <p14:xfrm>
              <a:off x="2073275" y="6335395"/>
              <a:ext cx="223520" cy="157480"/>
            </p14:xfrm>
          </p:contentPart>
        </mc:Choice>
        <mc:Fallback xmlns="">
          <p:pic>
            <p:nvPicPr>
              <p:cNvPr id="90" name="墨迹 89"/>
            </p:nvPicPr>
            <p:blipFill>
              <a:blip r:embed="rId145"/>
            </p:blipFill>
            <p:spPr>
              <a:xfrm>
                <a:off x="2073275" y="6335395"/>
                <a:ext cx="22352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6" p14:bwMode="auto">
            <p14:nvContentPartPr>
              <p14:cNvPr id="91" name="墨迹 90"/>
              <p14:cNvContentPartPr/>
              <p14:nvPr/>
            </p14:nvContentPartPr>
            <p14:xfrm>
              <a:off x="2463165" y="6343650"/>
              <a:ext cx="49530" cy="16510"/>
            </p14:xfrm>
          </p:contentPart>
        </mc:Choice>
        <mc:Fallback xmlns="">
          <p:pic>
            <p:nvPicPr>
              <p:cNvPr id="91" name="墨迹 90"/>
            </p:nvPicPr>
            <p:blipFill>
              <a:blip r:embed="rId147"/>
            </p:blipFill>
            <p:spPr>
              <a:xfrm>
                <a:off x="2463165" y="6343650"/>
                <a:ext cx="4953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8" p14:bwMode="auto">
            <p14:nvContentPartPr>
              <p14:cNvPr id="92" name="墨迹 91"/>
              <p14:cNvContentPartPr/>
              <p14:nvPr/>
            </p14:nvContentPartPr>
            <p14:xfrm>
              <a:off x="2670175" y="6260465"/>
              <a:ext cx="33020" cy="66675"/>
            </p14:xfrm>
          </p:contentPart>
        </mc:Choice>
        <mc:Fallback xmlns="">
          <p:pic>
            <p:nvPicPr>
              <p:cNvPr id="92" name="墨迹 91"/>
            </p:nvPicPr>
            <p:blipFill>
              <a:blip r:embed="rId149"/>
            </p:blipFill>
            <p:spPr>
              <a:xfrm>
                <a:off x="2670175" y="6260465"/>
                <a:ext cx="3302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0" p14:bwMode="auto">
            <p14:nvContentPartPr>
              <p14:cNvPr id="93" name="墨迹 92"/>
              <p14:cNvContentPartPr/>
              <p14:nvPr/>
            </p14:nvContentPartPr>
            <p14:xfrm>
              <a:off x="2835910" y="6276975"/>
              <a:ext cx="41910" cy="8255"/>
            </p14:xfrm>
          </p:contentPart>
        </mc:Choice>
        <mc:Fallback xmlns="">
          <p:pic>
            <p:nvPicPr>
              <p:cNvPr id="93" name="墨迹 92"/>
            </p:nvPicPr>
            <p:blipFill>
              <a:blip r:embed="rId151"/>
            </p:blipFill>
            <p:spPr>
              <a:xfrm>
                <a:off x="2835910" y="6276975"/>
                <a:ext cx="4191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2" p14:bwMode="auto">
            <p14:nvContentPartPr>
              <p14:cNvPr id="94" name="墨迹 93"/>
              <p14:cNvContentPartPr/>
              <p14:nvPr/>
            </p14:nvContentPartPr>
            <p14:xfrm>
              <a:off x="3010535" y="6219190"/>
              <a:ext cx="24765" cy="33020"/>
            </p14:xfrm>
          </p:contentPart>
        </mc:Choice>
        <mc:Fallback xmlns="">
          <p:pic>
            <p:nvPicPr>
              <p:cNvPr id="94" name="墨迹 93"/>
            </p:nvPicPr>
            <p:blipFill>
              <a:blip r:embed="rId153"/>
            </p:blipFill>
            <p:spPr>
              <a:xfrm>
                <a:off x="3010535" y="6219190"/>
                <a:ext cx="2476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4" p14:bwMode="auto">
            <p14:nvContentPartPr>
              <p14:cNvPr id="95" name="墨迹 94"/>
              <p14:cNvContentPartPr/>
              <p14:nvPr/>
            </p14:nvContentPartPr>
            <p14:xfrm>
              <a:off x="1791335" y="6443345"/>
              <a:ext cx="49530" cy="33020"/>
            </p14:xfrm>
          </p:contentPart>
        </mc:Choice>
        <mc:Fallback xmlns="">
          <p:pic>
            <p:nvPicPr>
              <p:cNvPr id="95" name="墨迹 94"/>
            </p:nvPicPr>
            <p:blipFill>
              <a:blip r:embed="rId155"/>
            </p:blipFill>
            <p:spPr>
              <a:xfrm>
                <a:off x="1791335" y="6443345"/>
                <a:ext cx="4953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6" p14:bwMode="auto">
            <p14:nvContentPartPr>
              <p14:cNvPr id="96" name="墨迹 95"/>
              <p14:cNvContentPartPr/>
              <p14:nvPr/>
            </p14:nvContentPartPr>
            <p14:xfrm>
              <a:off x="2976880" y="2221865"/>
              <a:ext cx="207645" cy="514350"/>
            </p14:xfrm>
          </p:contentPart>
        </mc:Choice>
        <mc:Fallback xmlns="">
          <p:pic>
            <p:nvPicPr>
              <p:cNvPr id="96" name="墨迹 95"/>
            </p:nvPicPr>
            <p:blipFill>
              <a:blip r:embed="rId157"/>
            </p:blipFill>
            <p:spPr>
              <a:xfrm>
                <a:off x="2976880" y="2221865"/>
                <a:ext cx="207645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8" p14:bwMode="auto">
            <p14:nvContentPartPr>
              <p14:cNvPr id="97" name="墨迹 96"/>
              <p14:cNvContentPartPr/>
              <p14:nvPr/>
            </p14:nvContentPartPr>
            <p14:xfrm>
              <a:off x="3209290" y="2272030"/>
              <a:ext cx="555625" cy="497205"/>
            </p14:xfrm>
          </p:contentPart>
        </mc:Choice>
        <mc:Fallback xmlns="">
          <p:pic>
            <p:nvPicPr>
              <p:cNvPr id="97" name="墨迹 96"/>
            </p:nvPicPr>
            <p:blipFill>
              <a:blip r:embed="rId159"/>
            </p:blipFill>
            <p:spPr>
              <a:xfrm>
                <a:off x="3209290" y="2272030"/>
                <a:ext cx="555625" cy="497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0" p14:bwMode="auto">
            <p14:nvContentPartPr>
              <p14:cNvPr id="98" name="墨迹 97"/>
              <p14:cNvContentPartPr/>
              <p14:nvPr/>
            </p14:nvContentPartPr>
            <p14:xfrm>
              <a:off x="2985770" y="1956435"/>
              <a:ext cx="115570" cy="199390"/>
            </p14:xfrm>
          </p:contentPart>
        </mc:Choice>
        <mc:Fallback xmlns="">
          <p:pic>
            <p:nvPicPr>
              <p:cNvPr id="98" name="墨迹 97"/>
            </p:nvPicPr>
            <p:blipFill>
              <a:blip r:embed="rId161"/>
            </p:blipFill>
            <p:spPr>
              <a:xfrm>
                <a:off x="2985770" y="1956435"/>
                <a:ext cx="115570" cy="199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2" p14:bwMode="auto">
            <p14:nvContentPartPr>
              <p14:cNvPr id="99" name="墨迹 98"/>
              <p14:cNvContentPartPr/>
              <p14:nvPr/>
            </p14:nvContentPartPr>
            <p14:xfrm>
              <a:off x="3118485" y="1948180"/>
              <a:ext cx="190500" cy="174625"/>
            </p14:xfrm>
          </p:contentPart>
        </mc:Choice>
        <mc:Fallback xmlns="">
          <p:pic>
            <p:nvPicPr>
              <p:cNvPr id="99" name="墨迹 98"/>
            </p:nvPicPr>
            <p:blipFill>
              <a:blip r:embed="rId163"/>
            </p:blipFill>
            <p:spPr>
              <a:xfrm>
                <a:off x="3118485" y="1948180"/>
                <a:ext cx="190500" cy="174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4" p14:bwMode="auto">
            <p14:nvContentPartPr>
              <p14:cNvPr id="100" name="墨迹 99"/>
              <p14:cNvContentPartPr/>
              <p14:nvPr/>
            </p14:nvContentPartPr>
            <p14:xfrm>
              <a:off x="3333750" y="1798955"/>
              <a:ext cx="124460" cy="265430"/>
            </p14:xfrm>
          </p:contentPart>
        </mc:Choice>
        <mc:Fallback xmlns="">
          <p:pic>
            <p:nvPicPr>
              <p:cNvPr id="100" name="墨迹 99"/>
            </p:nvPicPr>
            <p:blipFill>
              <a:blip r:embed="rId165"/>
            </p:blipFill>
            <p:spPr>
              <a:xfrm>
                <a:off x="3333750" y="1798955"/>
                <a:ext cx="124460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6" p14:bwMode="auto">
            <p14:nvContentPartPr>
              <p14:cNvPr id="101" name="墨迹 100"/>
              <p14:cNvContentPartPr/>
              <p14:nvPr/>
            </p14:nvContentPartPr>
            <p14:xfrm>
              <a:off x="3549650" y="1956435"/>
              <a:ext cx="66040" cy="107950"/>
            </p14:xfrm>
          </p:contentPart>
        </mc:Choice>
        <mc:Fallback xmlns="">
          <p:pic>
            <p:nvPicPr>
              <p:cNvPr id="101" name="墨迹 100"/>
            </p:nvPicPr>
            <p:blipFill>
              <a:blip r:embed="rId167"/>
            </p:blipFill>
            <p:spPr>
              <a:xfrm>
                <a:off x="3549650" y="1956435"/>
                <a:ext cx="6604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8" p14:bwMode="auto">
            <p14:nvContentPartPr>
              <p14:cNvPr id="102" name="墨迹 101"/>
              <p14:cNvContentPartPr/>
              <p14:nvPr/>
            </p14:nvContentPartPr>
            <p14:xfrm>
              <a:off x="3690620" y="1824355"/>
              <a:ext cx="124460" cy="264795"/>
            </p14:xfrm>
          </p:contentPart>
        </mc:Choice>
        <mc:Fallback xmlns="">
          <p:pic>
            <p:nvPicPr>
              <p:cNvPr id="102" name="墨迹 101"/>
            </p:nvPicPr>
            <p:blipFill>
              <a:blip r:embed="rId169"/>
            </p:blipFill>
            <p:spPr>
              <a:xfrm>
                <a:off x="3690620" y="1824355"/>
                <a:ext cx="124460" cy="264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0" p14:bwMode="auto">
            <p14:nvContentPartPr>
              <p14:cNvPr id="103" name="墨迹 102"/>
              <p14:cNvContentPartPr/>
              <p14:nvPr/>
            </p14:nvContentPartPr>
            <p14:xfrm>
              <a:off x="3839845" y="1956435"/>
              <a:ext cx="182245" cy="107950"/>
            </p14:xfrm>
          </p:contentPart>
        </mc:Choice>
        <mc:Fallback xmlns="">
          <p:pic>
            <p:nvPicPr>
              <p:cNvPr id="103" name="墨迹 102"/>
            </p:nvPicPr>
            <p:blipFill>
              <a:blip r:embed="rId171"/>
            </p:blipFill>
            <p:spPr>
              <a:xfrm>
                <a:off x="3839845" y="1956435"/>
                <a:ext cx="18224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2" p14:bwMode="auto">
            <p14:nvContentPartPr>
              <p14:cNvPr id="104" name="墨迹 103"/>
              <p14:cNvContentPartPr/>
              <p14:nvPr/>
            </p14:nvContentPartPr>
            <p14:xfrm>
              <a:off x="3914140" y="1981835"/>
              <a:ext cx="140970" cy="173990"/>
            </p14:xfrm>
          </p:contentPart>
        </mc:Choice>
        <mc:Fallback xmlns="">
          <p:pic>
            <p:nvPicPr>
              <p:cNvPr id="104" name="墨迹 103"/>
            </p:nvPicPr>
            <p:blipFill>
              <a:blip r:embed="rId173"/>
            </p:blipFill>
            <p:spPr>
              <a:xfrm>
                <a:off x="3914140" y="1981835"/>
                <a:ext cx="140970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4" p14:bwMode="auto">
            <p14:nvContentPartPr>
              <p14:cNvPr id="105" name="墨迹 104"/>
              <p14:cNvContentPartPr/>
              <p14:nvPr/>
            </p14:nvContentPartPr>
            <p14:xfrm>
              <a:off x="4097020" y="1898650"/>
              <a:ext cx="323215" cy="240665"/>
            </p14:xfrm>
          </p:contentPart>
        </mc:Choice>
        <mc:Fallback xmlns="">
          <p:pic>
            <p:nvPicPr>
              <p:cNvPr id="105" name="墨迹 104"/>
            </p:nvPicPr>
            <p:blipFill>
              <a:blip r:embed="rId175"/>
            </p:blipFill>
            <p:spPr>
              <a:xfrm>
                <a:off x="4097020" y="1898650"/>
                <a:ext cx="32321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6" p14:bwMode="auto">
            <p14:nvContentPartPr>
              <p14:cNvPr id="106" name="墨迹 105"/>
              <p14:cNvContentPartPr/>
              <p14:nvPr/>
            </p14:nvContentPartPr>
            <p14:xfrm>
              <a:off x="4636135" y="1898650"/>
              <a:ext cx="314960" cy="198755"/>
            </p14:xfrm>
          </p:contentPart>
        </mc:Choice>
        <mc:Fallback xmlns="">
          <p:pic>
            <p:nvPicPr>
              <p:cNvPr id="106" name="墨迹 105"/>
            </p:nvPicPr>
            <p:blipFill>
              <a:blip r:embed="rId177"/>
            </p:blipFill>
            <p:spPr>
              <a:xfrm>
                <a:off x="4636135" y="1898650"/>
                <a:ext cx="31496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8" p14:bwMode="auto">
            <p14:nvContentPartPr>
              <p14:cNvPr id="107" name="墨迹 106"/>
              <p14:cNvContentPartPr/>
              <p14:nvPr/>
            </p14:nvContentPartPr>
            <p14:xfrm>
              <a:off x="4909820" y="1898650"/>
              <a:ext cx="90805" cy="91440"/>
            </p14:xfrm>
          </p:contentPart>
        </mc:Choice>
        <mc:Fallback xmlns="">
          <p:pic>
            <p:nvPicPr>
              <p:cNvPr id="107" name="墨迹 106"/>
            </p:nvPicPr>
            <p:blipFill>
              <a:blip r:embed="rId179"/>
            </p:blipFill>
            <p:spPr>
              <a:xfrm>
                <a:off x="4909820" y="1898650"/>
                <a:ext cx="9080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0" p14:bwMode="auto">
            <p14:nvContentPartPr>
              <p14:cNvPr id="108" name="墨迹 107"/>
              <p14:cNvContentPartPr/>
              <p14:nvPr/>
            </p14:nvContentPartPr>
            <p14:xfrm>
              <a:off x="5067300" y="1939925"/>
              <a:ext cx="190500" cy="132715"/>
            </p14:xfrm>
          </p:contentPart>
        </mc:Choice>
        <mc:Fallback xmlns="">
          <p:pic>
            <p:nvPicPr>
              <p:cNvPr id="108" name="墨迹 107"/>
            </p:nvPicPr>
            <p:blipFill>
              <a:blip r:embed="rId181"/>
            </p:blipFill>
            <p:spPr>
              <a:xfrm>
                <a:off x="5067300" y="1939925"/>
                <a:ext cx="19050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2" p14:bwMode="auto">
            <p14:nvContentPartPr>
              <p14:cNvPr id="109" name="墨迹 108"/>
              <p14:cNvContentPartPr/>
              <p14:nvPr/>
            </p14:nvContentPartPr>
            <p14:xfrm>
              <a:off x="5283200" y="1857375"/>
              <a:ext cx="66040" cy="207010"/>
            </p14:xfrm>
          </p:contentPart>
        </mc:Choice>
        <mc:Fallback xmlns="">
          <p:pic>
            <p:nvPicPr>
              <p:cNvPr id="109" name="墨迹 108"/>
            </p:nvPicPr>
            <p:blipFill>
              <a:blip r:embed="rId183"/>
            </p:blipFill>
            <p:spPr>
              <a:xfrm>
                <a:off x="5283200" y="1857375"/>
                <a:ext cx="66040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4" p14:bwMode="auto">
            <p14:nvContentPartPr>
              <p14:cNvPr id="110" name="墨迹 109"/>
              <p14:cNvContentPartPr/>
              <p14:nvPr/>
            </p14:nvContentPartPr>
            <p14:xfrm>
              <a:off x="5382260" y="1990090"/>
              <a:ext cx="224155" cy="90805"/>
            </p14:xfrm>
          </p:contentPart>
        </mc:Choice>
        <mc:Fallback xmlns="">
          <p:pic>
            <p:nvPicPr>
              <p:cNvPr id="110" name="墨迹 109"/>
            </p:nvPicPr>
            <p:blipFill>
              <a:blip r:embed="rId185"/>
            </p:blipFill>
            <p:spPr>
              <a:xfrm>
                <a:off x="5382260" y="1990090"/>
                <a:ext cx="22415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6" p14:bwMode="auto">
            <p14:nvContentPartPr>
              <p14:cNvPr id="111" name="墨迹 110"/>
              <p14:cNvContentPartPr/>
              <p14:nvPr/>
            </p14:nvContentPartPr>
            <p14:xfrm>
              <a:off x="3342005" y="1948180"/>
              <a:ext cx="6104255" cy="771525"/>
            </p14:xfrm>
          </p:contentPart>
        </mc:Choice>
        <mc:Fallback xmlns="">
          <p:pic>
            <p:nvPicPr>
              <p:cNvPr id="111" name="墨迹 110"/>
            </p:nvPicPr>
            <p:blipFill>
              <a:blip r:embed="rId187"/>
            </p:blipFill>
            <p:spPr>
              <a:xfrm>
                <a:off x="3342005" y="1948180"/>
                <a:ext cx="6104255" cy="771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8" p14:bwMode="auto">
            <p14:nvContentPartPr>
              <p14:cNvPr id="112" name="墨迹 111"/>
              <p14:cNvContentPartPr/>
              <p14:nvPr/>
            </p14:nvContentPartPr>
            <p14:xfrm>
              <a:off x="9214485" y="2197100"/>
              <a:ext cx="256540" cy="240665"/>
            </p14:xfrm>
          </p:contentPart>
        </mc:Choice>
        <mc:Fallback xmlns="">
          <p:pic>
            <p:nvPicPr>
              <p:cNvPr id="112" name="墨迹 111"/>
            </p:nvPicPr>
            <p:blipFill>
              <a:blip r:embed="rId189"/>
            </p:blipFill>
            <p:spPr>
              <a:xfrm>
                <a:off x="9214485" y="2197100"/>
                <a:ext cx="256540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0" p14:bwMode="auto">
            <p14:nvContentPartPr>
              <p14:cNvPr id="113" name="墨迹 112"/>
              <p14:cNvContentPartPr/>
              <p14:nvPr/>
            </p14:nvContentPartPr>
            <p14:xfrm>
              <a:off x="2512695" y="3673475"/>
              <a:ext cx="257175" cy="298450"/>
            </p14:xfrm>
          </p:contentPart>
        </mc:Choice>
        <mc:Fallback xmlns="">
          <p:pic>
            <p:nvPicPr>
              <p:cNvPr id="113" name="墨迹 112"/>
            </p:nvPicPr>
            <p:blipFill>
              <a:blip r:embed="rId191"/>
            </p:blipFill>
            <p:spPr>
              <a:xfrm>
                <a:off x="2512695" y="3673475"/>
                <a:ext cx="257175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2" p14:bwMode="auto">
            <p14:nvContentPartPr>
              <p14:cNvPr id="114" name="墨迹 113"/>
              <p14:cNvContentPartPr/>
              <p14:nvPr/>
            </p14:nvContentPartPr>
            <p14:xfrm>
              <a:off x="2661920" y="2230120"/>
              <a:ext cx="298450" cy="1418590"/>
            </p14:xfrm>
          </p:contentPart>
        </mc:Choice>
        <mc:Fallback xmlns="">
          <p:pic>
            <p:nvPicPr>
              <p:cNvPr id="114" name="墨迹 113"/>
            </p:nvPicPr>
            <p:blipFill>
              <a:blip r:embed="rId193"/>
            </p:blipFill>
            <p:spPr>
              <a:xfrm>
                <a:off x="2661920" y="2230120"/>
                <a:ext cx="298450" cy="1418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4" p14:bwMode="auto">
            <p14:nvContentPartPr>
              <p14:cNvPr id="115" name="墨迹 114"/>
              <p14:cNvContentPartPr/>
              <p14:nvPr/>
            </p14:nvContentPartPr>
            <p14:xfrm>
              <a:off x="2827655" y="2213610"/>
              <a:ext cx="149225" cy="257175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195"/>
            </p:blipFill>
            <p:spPr>
              <a:xfrm>
                <a:off x="2827655" y="2213610"/>
                <a:ext cx="14922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6" p14:bwMode="auto">
            <p14:nvContentPartPr>
              <p14:cNvPr id="116" name="墨迹 115"/>
              <p14:cNvContentPartPr/>
              <p14:nvPr/>
            </p14:nvContentPartPr>
            <p14:xfrm>
              <a:off x="779145" y="1243330"/>
              <a:ext cx="5565140" cy="2197735"/>
            </p14:xfrm>
          </p:contentPart>
        </mc:Choice>
        <mc:Fallback xmlns="">
          <p:pic>
            <p:nvPicPr>
              <p:cNvPr id="116" name="墨迹 115"/>
            </p:nvPicPr>
            <p:blipFill>
              <a:blip r:embed="rId197"/>
            </p:blipFill>
            <p:spPr>
              <a:xfrm>
                <a:off x="779145" y="1243330"/>
                <a:ext cx="5565140" cy="2197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8" p14:bwMode="auto">
            <p14:nvContentPartPr>
              <p14:cNvPr id="117" name="墨迹 116"/>
              <p14:cNvContentPartPr/>
              <p14:nvPr/>
            </p14:nvContentPartPr>
            <p14:xfrm>
              <a:off x="2745105" y="2934970"/>
              <a:ext cx="1501140" cy="1692275"/>
            </p14:xfrm>
          </p:contentPart>
        </mc:Choice>
        <mc:Fallback xmlns="">
          <p:pic>
            <p:nvPicPr>
              <p:cNvPr id="117" name="墨迹 116"/>
            </p:nvPicPr>
            <p:blipFill>
              <a:blip r:embed="rId199"/>
            </p:blipFill>
            <p:spPr>
              <a:xfrm>
                <a:off x="2745105" y="2934970"/>
                <a:ext cx="1501140" cy="1692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0" p14:bwMode="auto">
            <p14:nvContentPartPr>
              <p14:cNvPr id="118" name="墨迹 117"/>
              <p14:cNvContentPartPr/>
              <p14:nvPr/>
            </p14:nvContentPartPr>
            <p14:xfrm>
              <a:off x="2703195" y="4378325"/>
              <a:ext cx="356870" cy="207010"/>
            </p14:xfrm>
          </p:contentPart>
        </mc:Choice>
        <mc:Fallback xmlns="">
          <p:pic>
            <p:nvPicPr>
              <p:cNvPr id="118" name="墨迹 117"/>
            </p:nvPicPr>
            <p:blipFill>
              <a:blip r:embed="rId201"/>
            </p:blipFill>
            <p:spPr>
              <a:xfrm>
                <a:off x="2703195" y="4378325"/>
                <a:ext cx="356870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2" p14:bwMode="auto">
            <p14:nvContentPartPr>
              <p14:cNvPr id="119" name="墨迹 118"/>
              <p14:cNvContentPartPr/>
              <p14:nvPr/>
            </p14:nvContentPartPr>
            <p14:xfrm>
              <a:off x="6087110" y="1003300"/>
              <a:ext cx="166370" cy="347980"/>
            </p14:xfrm>
          </p:contentPart>
        </mc:Choice>
        <mc:Fallback xmlns="">
          <p:pic>
            <p:nvPicPr>
              <p:cNvPr id="119" name="墨迹 118"/>
            </p:nvPicPr>
            <p:blipFill>
              <a:blip r:embed="rId203"/>
            </p:blipFill>
            <p:spPr>
              <a:xfrm>
                <a:off x="6087110" y="1003300"/>
                <a:ext cx="166370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4" p14:bwMode="auto">
            <p14:nvContentPartPr>
              <p14:cNvPr id="120" name="墨迹 119"/>
              <p14:cNvContentPartPr/>
              <p14:nvPr/>
            </p14:nvContentPartPr>
            <p14:xfrm>
              <a:off x="6336030" y="1052830"/>
              <a:ext cx="24765" cy="24765"/>
            </p14:xfrm>
          </p:contentPart>
        </mc:Choice>
        <mc:Fallback xmlns="">
          <p:pic>
            <p:nvPicPr>
              <p:cNvPr id="120" name="墨迹 119"/>
            </p:nvPicPr>
            <p:blipFill>
              <a:blip r:embed="rId205"/>
            </p:blipFill>
            <p:spPr>
              <a:xfrm>
                <a:off x="6336030" y="1052830"/>
                <a:ext cx="24765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6" p14:bwMode="auto">
            <p14:nvContentPartPr>
              <p14:cNvPr id="121" name="墨迹 120"/>
              <p14:cNvContentPartPr/>
              <p14:nvPr/>
            </p14:nvContentPartPr>
            <p14:xfrm>
              <a:off x="6410960" y="1052830"/>
              <a:ext cx="41275" cy="91440"/>
            </p14:xfrm>
          </p:contentPart>
        </mc:Choice>
        <mc:Fallback xmlns="">
          <p:pic>
            <p:nvPicPr>
              <p:cNvPr id="121" name="墨迹 120"/>
            </p:nvPicPr>
            <p:blipFill>
              <a:blip r:embed="rId207"/>
            </p:blipFill>
            <p:spPr>
              <a:xfrm>
                <a:off x="6410960" y="1052830"/>
                <a:ext cx="4127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8" p14:bwMode="auto">
            <p14:nvContentPartPr>
              <p14:cNvPr id="122" name="墨迹 121"/>
              <p14:cNvContentPartPr/>
              <p14:nvPr/>
            </p14:nvContentPartPr>
            <p14:xfrm>
              <a:off x="6360795" y="1052830"/>
              <a:ext cx="273685" cy="373380"/>
            </p14:xfrm>
          </p:contentPart>
        </mc:Choice>
        <mc:Fallback xmlns="">
          <p:pic>
            <p:nvPicPr>
              <p:cNvPr id="122" name="墨迹 121"/>
            </p:nvPicPr>
            <p:blipFill>
              <a:blip r:embed="rId209"/>
            </p:blipFill>
            <p:spPr>
              <a:xfrm>
                <a:off x="6360795" y="1052830"/>
                <a:ext cx="27368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0" p14:bwMode="auto">
            <p14:nvContentPartPr>
              <p14:cNvPr id="123" name="墨迹 122"/>
              <p14:cNvContentPartPr/>
              <p14:nvPr/>
            </p14:nvContentPartPr>
            <p14:xfrm>
              <a:off x="6717665" y="895350"/>
              <a:ext cx="99695" cy="298450"/>
            </p14:xfrm>
          </p:contentPart>
        </mc:Choice>
        <mc:Fallback xmlns="">
          <p:pic>
            <p:nvPicPr>
              <p:cNvPr id="123" name="墨迹 122"/>
            </p:nvPicPr>
            <p:blipFill>
              <a:blip r:embed="rId211"/>
            </p:blipFill>
            <p:spPr>
              <a:xfrm>
                <a:off x="6717665" y="895350"/>
                <a:ext cx="99695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2" p14:bwMode="auto">
            <p14:nvContentPartPr>
              <p14:cNvPr id="124" name="墨迹 123"/>
              <p14:cNvContentPartPr/>
              <p14:nvPr/>
            </p14:nvContentPartPr>
            <p14:xfrm>
              <a:off x="6850380" y="1036320"/>
              <a:ext cx="99695" cy="140970"/>
            </p14:xfrm>
          </p:contentPart>
        </mc:Choice>
        <mc:Fallback xmlns="">
          <p:pic>
            <p:nvPicPr>
              <p:cNvPr id="124" name="墨迹 123"/>
            </p:nvPicPr>
            <p:blipFill>
              <a:blip r:embed="rId213"/>
            </p:blipFill>
            <p:spPr>
              <a:xfrm>
                <a:off x="6850380" y="1036320"/>
                <a:ext cx="9969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4" p14:bwMode="auto">
            <p14:nvContentPartPr>
              <p14:cNvPr id="125" name="墨迹 124"/>
              <p14:cNvContentPartPr/>
              <p14:nvPr/>
            </p14:nvContentPartPr>
            <p14:xfrm>
              <a:off x="7323455" y="969645"/>
              <a:ext cx="207010" cy="224155"/>
            </p14:xfrm>
          </p:contentPart>
        </mc:Choice>
        <mc:Fallback xmlns="">
          <p:pic>
            <p:nvPicPr>
              <p:cNvPr id="125" name="墨迹 124"/>
            </p:nvPicPr>
            <p:blipFill>
              <a:blip r:embed="rId215"/>
            </p:blipFill>
            <p:spPr>
              <a:xfrm>
                <a:off x="7323455" y="969645"/>
                <a:ext cx="20701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6" p14:bwMode="auto">
            <p14:nvContentPartPr>
              <p14:cNvPr id="126" name="墨迹 125"/>
              <p14:cNvContentPartPr/>
              <p14:nvPr/>
            </p14:nvContentPartPr>
            <p14:xfrm>
              <a:off x="7654925" y="977900"/>
              <a:ext cx="49530" cy="116205"/>
            </p14:xfrm>
          </p:contentPart>
        </mc:Choice>
        <mc:Fallback xmlns="">
          <p:pic>
            <p:nvPicPr>
              <p:cNvPr id="126" name="墨迹 125"/>
            </p:nvPicPr>
            <p:blipFill>
              <a:blip r:embed="rId217"/>
            </p:blipFill>
            <p:spPr>
              <a:xfrm>
                <a:off x="7654925" y="977900"/>
                <a:ext cx="4953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8" p14:bwMode="auto">
            <p14:nvContentPartPr>
              <p14:cNvPr id="127" name="墨迹 126"/>
              <p14:cNvContentPartPr/>
              <p14:nvPr/>
            </p14:nvContentPartPr>
            <p14:xfrm>
              <a:off x="7696200" y="754380"/>
              <a:ext cx="232410" cy="422910"/>
            </p14:xfrm>
          </p:contentPart>
        </mc:Choice>
        <mc:Fallback xmlns="">
          <p:pic>
            <p:nvPicPr>
              <p:cNvPr id="127" name="墨迹 126"/>
            </p:nvPicPr>
            <p:blipFill>
              <a:blip r:embed="rId219"/>
            </p:blipFill>
            <p:spPr>
              <a:xfrm>
                <a:off x="7696200" y="754380"/>
                <a:ext cx="232410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0" p14:bwMode="auto">
            <p14:nvContentPartPr>
              <p14:cNvPr id="128" name="墨迹 127"/>
              <p14:cNvContentPartPr/>
              <p14:nvPr/>
            </p14:nvContentPartPr>
            <p14:xfrm>
              <a:off x="7969885" y="1011555"/>
              <a:ext cx="74930" cy="90805"/>
            </p14:xfrm>
          </p:contentPart>
        </mc:Choice>
        <mc:Fallback xmlns="">
          <p:pic>
            <p:nvPicPr>
              <p:cNvPr id="128" name="墨迹 127"/>
            </p:nvPicPr>
            <p:blipFill>
              <a:blip r:embed="rId221"/>
            </p:blipFill>
            <p:spPr>
              <a:xfrm>
                <a:off x="7969885" y="1011555"/>
                <a:ext cx="74930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2" p14:bwMode="auto">
            <p14:nvContentPartPr>
              <p14:cNvPr id="129" name="墨迹 128"/>
              <p14:cNvContentPartPr/>
              <p14:nvPr/>
            </p14:nvContentPartPr>
            <p14:xfrm>
              <a:off x="6062345" y="969645"/>
              <a:ext cx="1659255" cy="232410"/>
            </p14:xfrm>
          </p:contentPart>
        </mc:Choice>
        <mc:Fallback xmlns="">
          <p:pic>
            <p:nvPicPr>
              <p:cNvPr id="129" name="墨迹 128"/>
            </p:nvPicPr>
            <p:blipFill>
              <a:blip r:embed="rId223"/>
            </p:blipFill>
            <p:spPr>
              <a:xfrm>
                <a:off x="6062345" y="969645"/>
                <a:ext cx="165925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4" p14:bwMode="auto">
            <p14:nvContentPartPr>
              <p14:cNvPr id="130" name="墨迹 129"/>
              <p14:cNvContentPartPr/>
              <p14:nvPr/>
            </p14:nvContentPartPr>
            <p14:xfrm>
              <a:off x="7016115" y="1351280"/>
              <a:ext cx="116205" cy="140970"/>
            </p14:xfrm>
          </p:contentPart>
        </mc:Choice>
        <mc:Fallback xmlns="">
          <p:pic>
            <p:nvPicPr>
              <p:cNvPr id="130" name="墨迹 129"/>
            </p:nvPicPr>
            <p:blipFill>
              <a:blip r:embed="rId225"/>
            </p:blipFill>
            <p:spPr>
              <a:xfrm>
                <a:off x="7016115" y="1351280"/>
                <a:ext cx="11620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6" p14:bwMode="auto">
            <p14:nvContentPartPr>
              <p14:cNvPr id="131" name="墨迹 130"/>
              <p14:cNvContentPartPr/>
              <p14:nvPr/>
            </p14:nvContentPartPr>
            <p14:xfrm>
              <a:off x="7198995" y="1334770"/>
              <a:ext cx="149225" cy="140970"/>
            </p14:xfrm>
          </p:contentPart>
        </mc:Choice>
        <mc:Fallback xmlns="">
          <p:pic>
            <p:nvPicPr>
              <p:cNvPr id="131" name="墨迹 130"/>
            </p:nvPicPr>
            <p:blipFill>
              <a:blip r:embed="rId227"/>
            </p:blipFill>
            <p:spPr>
              <a:xfrm>
                <a:off x="7198995" y="1334770"/>
                <a:ext cx="14922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8" p14:bwMode="auto">
            <p14:nvContentPartPr>
              <p14:cNvPr id="132" name="墨迹 131"/>
              <p14:cNvContentPartPr/>
              <p14:nvPr/>
            </p14:nvContentPartPr>
            <p14:xfrm>
              <a:off x="6991350" y="1351280"/>
              <a:ext cx="248920" cy="149225"/>
            </p14:xfrm>
          </p:contentPart>
        </mc:Choice>
        <mc:Fallback xmlns="">
          <p:pic>
            <p:nvPicPr>
              <p:cNvPr id="132" name="墨迹 131"/>
            </p:nvPicPr>
            <p:blipFill>
              <a:blip r:embed="rId229"/>
            </p:blipFill>
            <p:spPr>
              <a:xfrm>
                <a:off x="6991350" y="1351280"/>
                <a:ext cx="24892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0" p14:bwMode="auto">
            <p14:nvContentPartPr>
              <p14:cNvPr id="133" name="墨迹 132"/>
              <p14:cNvContentPartPr/>
              <p14:nvPr/>
            </p14:nvContentPartPr>
            <p14:xfrm>
              <a:off x="7381240" y="1351280"/>
              <a:ext cx="91440" cy="157480"/>
            </p14:xfrm>
          </p:contentPart>
        </mc:Choice>
        <mc:Fallback xmlns="">
          <p:pic>
            <p:nvPicPr>
              <p:cNvPr id="133" name="墨迹 132"/>
            </p:nvPicPr>
            <p:blipFill>
              <a:blip r:embed="rId231"/>
            </p:blipFill>
            <p:spPr>
              <a:xfrm>
                <a:off x="7381240" y="1351280"/>
                <a:ext cx="9144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2" p14:bwMode="auto">
            <p14:nvContentPartPr>
              <p14:cNvPr id="134" name="墨迹 133"/>
              <p14:cNvContentPartPr/>
              <p14:nvPr/>
            </p14:nvContentPartPr>
            <p14:xfrm>
              <a:off x="7406005" y="1384300"/>
              <a:ext cx="124460" cy="116205"/>
            </p14:xfrm>
          </p:contentPart>
        </mc:Choice>
        <mc:Fallback xmlns="">
          <p:pic>
            <p:nvPicPr>
              <p:cNvPr id="134" name="墨迹 133"/>
            </p:nvPicPr>
            <p:blipFill>
              <a:blip r:embed="rId233"/>
            </p:blipFill>
            <p:spPr>
              <a:xfrm>
                <a:off x="7406005" y="1384300"/>
                <a:ext cx="12446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4" p14:bwMode="auto">
            <p14:nvContentPartPr>
              <p14:cNvPr id="135" name="墨迹 134"/>
              <p14:cNvContentPartPr/>
              <p14:nvPr/>
            </p14:nvContentPartPr>
            <p14:xfrm>
              <a:off x="7613650" y="1401445"/>
              <a:ext cx="24765" cy="107315"/>
            </p14:xfrm>
          </p:contentPart>
        </mc:Choice>
        <mc:Fallback xmlns="">
          <p:pic>
            <p:nvPicPr>
              <p:cNvPr id="135" name="墨迹 134"/>
            </p:nvPicPr>
            <p:blipFill>
              <a:blip r:embed="rId235"/>
            </p:blipFill>
            <p:spPr>
              <a:xfrm>
                <a:off x="7613650" y="1401445"/>
                <a:ext cx="24765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6" p14:bwMode="auto">
            <p14:nvContentPartPr>
              <p14:cNvPr id="136" name="墨迹 135"/>
              <p14:cNvContentPartPr/>
              <p14:nvPr/>
            </p14:nvContentPartPr>
            <p14:xfrm>
              <a:off x="7696200" y="1326515"/>
              <a:ext cx="8255" cy="16510"/>
            </p14:xfrm>
          </p:contentPart>
        </mc:Choice>
        <mc:Fallback xmlns="">
          <p:pic>
            <p:nvPicPr>
              <p:cNvPr id="136" name="墨迹 135"/>
            </p:nvPicPr>
            <p:blipFill>
              <a:blip r:embed="rId237"/>
            </p:blipFill>
            <p:spPr>
              <a:xfrm>
                <a:off x="7696200" y="1326515"/>
                <a:ext cx="8255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8" p14:bwMode="auto">
            <p14:nvContentPartPr>
              <p14:cNvPr id="137" name="墨迹 136"/>
              <p14:cNvContentPartPr/>
              <p14:nvPr/>
            </p14:nvContentPartPr>
            <p14:xfrm>
              <a:off x="7762875" y="1310005"/>
              <a:ext cx="207010" cy="165735"/>
            </p14:xfrm>
          </p:contentPart>
        </mc:Choice>
        <mc:Fallback xmlns="">
          <p:pic>
            <p:nvPicPr>
              <p:cNvPr id="137" name="墨迹 136"/>
            </p:nvPicPr>
            <p:blipFill>
              <a:blip r:embed="rId239"/>
            </p:blipFill>
            <p:spPr>
              <a:xfrm>
                <a:off x="7762875" y="1310005"/>
                <a:ext cx="20701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0" p14:bwMode="auto">
            <p14:nvContentPartPr>
              <p14:cNvPr id="138" name="墨迹 137"/>
              <p14:cNvContentPartPr/>
              <p14:nvPr/>
            </p14:nvContentPartPr>
            <p14:xfrm>
              <a:off x="7007860" y="1475740"/>
              <a:ext cx="953770" cy="149225"/>
            </p14:xfrm>
          </p:contentPart>
        </mc:Choice>
        <mc:Fallback xmlns="">
          <p:pic>
            <p:nvPicPr>
              <p:cNvPr id="138" name="墨迹 137"/>
            </p:nvPicPr>
            <p:blipFill>
              <a:blip r:embed="rId241"/>
            </p:blipFill>
            <p:spPr>
              <a:xfrm>
                <a:off x="7007860" y="1475740"/>
                <a:ext cx="95377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2" p14:bwMode="auto">
            <p14:nvContentPartPr>
              <p14:cNvPr id="139" name="墨迹 138"/>
              <p14:cNvContentPartPr/>
              <p14:nvPr/>
            </p14:nvContentPartPr>
            <p14:xfrm>
              <a:off x="8136255" y="1160780"/>
              <a:ext cx="240030" cy="198755"/>
            </p14:xfrm>
          </p:contentPart>
        </mc:Choice>
        <mc:Fallback xmlns="">
          <p:pic>
            <p:nvPicPr>
              <p:cNvPr id="139" name="墨迹 138"/>
            </p:nvPicPr>
            <p:blipFill>
              <a:blip r:embed="rId243"/>
            </p:blipFill>
            <p:spPr>
              <a:xfrm>
                <a:off x="8136255" y="1160780"/>
                <a:ext cx="24003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4" p14:bwMode="auto">
            <p14:nvContentPartPr>
              <p14:cNvPr id="140" name="墨迹 139"/>
              <p14:cNvContentPartPr/>
              <p14:nvPr/>
            </p14:nvContentPartPr>
            <p14:xfrm>
              <a:off x="8318500" y="1110615"/>
              <a:ext cx="124460" cy="191135"/>
            </p14:xfrm>
          </p:contentPart>
        </mc:Choice>
        <mc:Fallback xmlns="">
          <p:pic>
            <p:nvPicPr>
              <p:cNvPr id="140" name="墨迹 139"/>
            </p:nvPicPr>
            <p:blipFill>
              <a:blip r:embed="rId245"/>
            </p:blipFill>
            <p:spPr>
              <a:xfrm>
                <a:off x="8318500" y="1110615"/>
                <a:ext cx="124460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6" p14:bwMode="auto">
            <p14:nvContentPartPr>
              <p14:cNvPr id="141" name="墨迹 140"/>
              <p14:cNvContentPartPr/>
              <p14:nvPr/>
            </p14:nvContentPartPr>
            <p14:xfrm>
              <a:off x="8185785" y="1426210"/>
              <a:ext cx="207010" cy="140970"/>
            </p14:xfrm>
          </p:contentPart>
        </mc:Choice>
        <mc:Fallback xmlns="">
          <p:pic>
            <p:nvPicPr>
              <p:cNvPr id="141" name="墨迹 140"/>
            </p:nvPicPr>
            <p:blipFill>
              <a:blip r:embed="rId247"/>
            </p:blipFill>
            <p:spPr>
              <a:xfrm>
                <a:off x="8185785" y="1426210"/>
                <a:ext cx="20701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8" p14:bwMode="auto">
            <p14:nvContentPartPr>
              <p14:cNvPr id="142" name="墨迹 141"/>
              <p14:cNvContentPartPr/>
              <p14:nvPr/>
            </p14:nvContentPartPr>
            <p14:xfrm>
              <a:off x="8285480" y="1450975"/>
              <a:ext cx="149225" cy="157480"/>
            </p14:xfrm>
          </p:contentPart>
        </mc:Choice>
        <mc:Fallback xmlns="">
          <p:pic>
            <p:nvPicPr>
              <p:cNvPr id="142" name="墨迹 141"/>
            </p:nvPicPr>
            <p:blipFill>
              <a:blip r:embed="rId249"/>
            </p:blipFill>
            <p:spPr>
              <a:xfrm>
                <a:off x="8285480" y="1450975"/>
                <a:ext cx="1492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0" p14:bwMode="auto">
            <p14:nvContentPartPr>
              <p14:cNvPr id="143" name="墨迹 142"/>
              <p14:cNvContentPartPr/>
              <p14:nvPr/>
            </p14:nvContentPartPr>
            <p14:xfrm>
              <a:off x="8749665" y="1475740"/>
              <a:ext cx="8255" cy="360"/>
            </p14:xfrm>
          </p:contentPart>
        </mc:Choice>
        <mc:Fallback xmlns="">
          <p:pic>
            <p:nvPicPr>
              <p:cNvPr id="143" name="墨迹 142"/>
            </p:nvPicPr>
            <p:blipFill>
              <a:blip r:embed="rId251"/>
            </p:blipFill>
            <p:spPr>
              <a:xfrm>
                <a:off x="8749665" y="1475740"/>
                <a:ext cx="825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2" p14:bwMode="auto">
            <p14:nvContentPartPr>
              <p14:cNvPr id="144" name="墨迹 143"/>
              <p14:cNvContentPartPr/>
              <p14:nvPr/>
            </p14:nvContentPartPr>
            <p14:xfrm>
              <a:off x="8749665" y="1467485"/>
              <a:ext cx="8255" cy="8255"/>
            </p14:xfrm>
          </p:contentPart>
        </mc:Choice>
        <mc:Fallback xmlns="">
          <p:pic>
            <p:nvPicPr>
              <p:cNvPr id="144" name="墨迹 143"/>
            </p:nvPicPr>
            <p:blipFill>
              <a:blip r:embed="rId253"/>
            </p:blipFill>
            <p:spPr>
              <a:xfrm>
                <a:off x="8749665" y="1467485"/>
                <a:ext cx="825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4" p14:bwMode="auto">
            <p14:nvContentPartPr>
              <p14:cNvPr id="145" name="墨迹 144"/>
              <p14:cNvContentPartPr/>
              <p14:nvPr/>
            </p14:nvContentPartPr>
            <p14:xfrm>
              <a:off x="8683625" y="1467485"/>
              <a:ext cx="314960" cy="207010"/>
            </p14:xfrm>
          </p:contentPart>
        </mc:Choice>
        <mc:Fallback xmlns="">
          <p:pic>
            <p:nvPicPr>
              <p:cNvPr id="145" name="墨迹 144"/>
            </p:nvPicPr>
            <p:blipFill>
              <a:blip r:embed="rId255"/>
            </p:blipFill>
            <p:spPr>
              <a:xfrm>
                <a:off x="8683625" y="1467485"/>
                <a:ext cx="314960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6" p14:bwMode="auto">
            <p14:nvContentPartPr>
              <p14:cNvPr id="146" name="墨迹 145"/>
              <p14:cNvContentPartPr/>
              <p14:nvPr/>
            </p14:nvContentPartPr>
            <p14:xfrm>
              <a:off x="8915400" y="1409700"/>
              <a:ext cx="140970" cy="231775"/>
            </p14:xfrm>
          </p:contentPart>
        </mc:Choice>
        <mc:Fallback xmlns="">
          <p:pic>
            <p:nvPicPr>
              <p:cNvPr id="146" name="墨迹 145"/>
            </p:nvPicPr>
            <p:blipFill>
              <a:blip r:embed="rId257"/>
            </p:blipFill>
            <p:spPr>
              <a:xfrm>
                <a:off x="8915400" y="1409700"/>
                <a:ext cx="140970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8" p14:bwMode="auto">
            <p14:nvContentPartPr>
              <p14:cNvPr id="147" name="墨迹 146"/>
              <p14:cNvContentPartPr/>
              <p14:nvPr/>
            </p14:nvContentPartPr>
            <p14:xfrm>
              <a:off x="9056370" y="1475740"/>
              <a:ext cx="215900" cy="140970"/>
            </p14:xfrm>
          </p:contentPart>
        </mc:Choice>
        <mc:Fallback xmlns="">
          <p:pic>
            <p:nvPicPr>
              <p:cNvPr id="147" name="墨迹 146"/>
            </p:nvPicPr>
            <p:blipFill>
              <a:blip r:embed="rId259"/>
            </p:blipFill>
            <p:spPr>
              <a:xfrm>
                <a:off x="9056370" y="1475740"/>
                <a:ext cx="21590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0" p14:bwMode="auto">
            <p14:nvContentPartPr>
              <p14:cNvPr id="148" name="墨迹 147"/>
              <p14:cNvContentPartPr/>
              <p14:nvPr/>
            </p14:nvContentPartPr>
            <p14:xfrm>
              <a:off x="9172575" y="1508760"/>
              <a:ext cx="107950" cy="165735"/>
            </p14:xfrm>
          </p:contentPart>
        </mc:Choice>
        <mc:Fallback xmlns="">
          <p:pic>
            <p:nvPicPr>
              <p:cNvPr id="148" name="墨迹 147"/>
            </p:nvPicPr>
            <p:blipFill>
              <a:blip r:embed="rId261"/>
            </p:blipFill>
            <p:spPr>
              <a:xfrm>
                <a:off x="9172575" y="1508760"/>
                <a:ext cx="10795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2" p14:bwMode="auto">
            <p14:nvContentPartPr>
              <p14:cNvPr id="149" name="墨迹 148"/>
              <p14:cNvContentPartPr/>
              <p14:nvPr/>
            </p14:nvContentPartPr>
            <p14:xfrm>
              <a:off x="8633460" y="1774190"/>
              <a:ext cx="215900" cy="140970"/>
            </p14:xfrm>
          </p:contentPart>
        </mc:Choice>
        <mc:Fallback xmlns="">
          <p:pic>
            <p:nvPicPr>
              <p:cNvPr id="149" name="墨迹 148"/>
            </p:nvPicPr>
            <p:blipFill>
              <a:blip r:embed="rId263"/>
            </p:blipFill>
            <p:spPr>
              <a:xfrm>
                <a:off x="8633460" y="1774190"/>
                <a:ext cx="21590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4" p14:bwMode="auto">
            <p14:nvContentPartPr>
              <p14:cNvPr id="150" name="墨迹 149"/>
              <p14:cNvContentPartPr/>
              <p14:nvPr/>
            </p14:nvContentPartPr>
            <p14:xfrm>
              <a:off x="8898890" y="1765935"/>
              <a:ext cx="83185" cy="190500"/>
            </p14:xfrm>
          </p:contentPart>
        </mc:Choice>
        <mc:Fallback xmlns="">
          <p:pic>
            <p:nvPicPr>
              <p:cNvPr id="150" name="墨迹 149"/>
            </p:nvPicPr>
            <p:blipFill>
              <a:blip r:embed="rId265"/>
            </p:blipFill>
            <p:spPr>
              <a:xfrm>
                <a:off x="8898890" y="1765935"/>
                <a:ext cx="8318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6" p14:bwMode="auto">
            <p14:nvContentPartPr>
              <p14:cNvPr id="151" name="墨迹 150"/>
              <p14:cNvContentPartPr/>
              <p14:nvPr/>
            </p14:nvContentPartPr>
            <p14:xfrm>
              <a:off x="9031605" y="1774190"/>
              <a:ext cx="199390" cy="215900"/>
            </p14:xfrm>
          </p:contentPart>
        </mc:Choice>
        <mc:Fallback xmlns="">
          <p:pic>
            <p:nvPicPr>
              <p:cNvPr id="151" name="墨迹 150"/>
            </p:nvPicPr>
            <p:blipFill>
              <a:blip r:embed="rId267"/>
            </p:blipFill>
            <p:spPr>
              <a:xfrm>
                <a:off x="9031605" y="1774190"/>
                <a:ext cx="19939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8" p14:bwMode="auto">
            <p14:nvContentPartPr>
              <p14:cNvPr id="152" name="墨迹 151"/>
              <p14:cNvContentPartPr/>
              <p14:nvPr/>
            </p14:nvContentPartPr>
            <p14:xfrm>
              <a:off x="9180830" y="1840865"/>
              <a:ext cx="174625" cy="132715"/>
            </p14:xfrm>
          </p:contentPart>
        </mc:Choice>
        <mc:Fallback xmlns="">
          <p:pic>
            <p:nvPicPr>
              <p:cNvPr id="152" name="墨迹 151"/>
            </p:nvPicPr>
            <p:blipFill>
              <a:blip r:embed="rId269"/>
            </p:blipFill>
            <p:spPr>
              <a:xfrm>
                <a:off x="9180830" y="1840865"/>
                <a:ext cx="17462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0" p14:bwMode="auto">
            <p14:nvContentPartPr>
              <p14:cNvPr id="153" name="墨迹 152"/>
              <p14:cNvContentPartPr/>
              <p14:nvPr/>
            </p14:nvContentPartPr>
            <p14:xfrm>
              <a:off x="9396730" y="1807210"/>
              <a:ext cx="49530" cy="166370"/>
            </p14:xfrm>
          </p:contentPart>
        </mc:Choice>
        <mc:Fallback xmlns="">
          <p:pic>
            <p:nvPicPr>
              <p:cNvPr id="153" name="墨迹 152"/>
            </p:nvPicPr>
            <p:blipFill>
              <a:blip r:embed="rId271"/>
            </p:blipFill>
            <p:spPr>
              <a:xfrm>
                <a:off x="9396730" y="1807210"/>
                <a:ext cx="4953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2" p14:bwMode="auto">
            <p14:nvContentPartPr>
              <p14:cNvPr id="154" name="墨迹 153"/>
              <p14:cNvContentPartPr/>
              <p14:nvPr/>
            </p14:nvContentPartPr>
            <p14:xfrm>
              <a:off x="9504680" y="1807210"/>
              <a:ext cx="149225" cy="8255"/>
            </p14:xfrm>
          </p:contentPart>
        </mc:Choice>
        <mc:Fallback xmlns="">
          <p:pic>
            <p:nvPicPr>
              <p:cNvPr id="154" name="墨迹 153"/>
            </p:nvPicPr>
            <p:blipFill>
              <a:blip r:embed="rId273"/>
            </p:blipFill>
            <p:spPr>
              <a:xfrm>
                <a:off x="9504680" y="1807210"/>
                <a:ext cx="14922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4" p14:bwMode="auto">
            <p14:nvContentPartPr>
              <p14:cNvPr id="155" name="墨迹 154"/>
              <p14:cNvContentPartPr/>
              <p14:nvPr/>
            </p14:nvContentPartPr>
            <p14:xfrm>
              <a:off x="9844405" y="1741170"/>
              <a:ext cx="356870" cy="224155"/>
            </p14:xfrm>
          </p:contentPart>
        </mc:Choice>
        <mc:Fallback xmlns="">
          <p:pic>
            <p:nvPicPr>
              <p:cNvPr id="155" name="墨迹 154"/>
            </p:nvPicPr>
            <p:blipFill>
              <a:blip r:embed="rId275"/>
            </p:blipFill>
            <p:spPr>
              <a:xfrm>
                <a:off x="9844405" y="1741170"/>
                <a:ext cx="35687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6" p14:bwMode="auto">
            <p14:nvContentPartPr>
              <p14:cNvPr id="156" name="墨迹 155"/>
              <p14:cNvContentPartPr/>
              <p14:nvPr/>
            </p14:nvContentPartPr>
            <p14:xfrm>
              <a:off x="6842125" y="1608455"/>
              <a:ext cx="232410" cy="281940"/>
            </p14:xfrm>
          </p:contentPart>
        </mc:Choice>
        <mc:Fallback xmlns="">
          <p:pic>
            <p:nvPicPr>
              <p:cNvPr id="156" name="墨迹 155"/>
            </p:nvPicPr>
            <p:blipFill>
              <a:blip r:embed="rId277"/>
            </p:blipFill>
            <p:spPr>
              <a:xfrm>
                <a:off x="6842125" y="1608455"/>
                <a:ext cx="232410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8" p14:bwMode="auto">
            <p14:nvContentPartPr>
              <p14:cNvPr id="157" name="墨迹 156"/>
              <p14:cNvContentPartPr/>
              <p14:nvPr/>
            </p14:nvContentPartPr>
            <p14:xfrm>
              <a:off x="7148830" y="1674495"/>
              <a:ext cx="132715" cy="215900"/>
            </p14:xfrm>
          </p:contentPart>
        </mc:Choice>
        <mc:Fallback xmlns="">
          <p:pic>
            <p:nvPicPr>
              <p:cNvPr id="157" name="墨迹 156"/>
            </p:nvPicPr>
            <p:blipFill>
              <a:blip r:embed="rId279"/>
            </p:blipFill>
            <p:spPr>
              <a:xfrm>
                <a:off x="7148830" y="1674495"/>
                <a:ext cx="132715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0" p14:bwMode="auto">
            <p14:nvContentPartPr>
              <p14:cNvPr id="158" name="墨迹 157"/>
              <p14:cNvContentPartPr/>
              <p14:nvPr/>
            </p14:nvContentPartPr>
            <p14:xfrm>
              <a:off x="7339965" y="1691640"/>
              <a:ext cx="157480" cy="248285"/>
            </p14:xfrm>
          </p:contentPart>
        </mc:Choice>
        <mc:Fallback xmlns="">
          <p:pic>
            <p:nvPicPr>
              <p:cNvPr id="158" name="墨迹 157"/>
            </p:nvPicPr>
            <p:blipFill>
              <a:blip r:embed="rId281"/>
            </p:blipFill>
            <p:spPr>
              <a:xfrm>
                <a:off x="7339965" y="1691640"/>
                <a:ext cx="157480" cy="248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2" p14:bwMode="auto">
            <p14:nvContentPartPr>
              <p14:cNvPr id="159" name="墨迹 158"/>
              <p14:cNvContentPartPr/>
              <p14:nvPr/>
            </p14:nvContentPartPr>
            <p14:xfrm>
              <a:off x="7530465" y="1824355"/>
              <a:ext cx="91440" cy="306705"/>
            </p14:xfrm>
          </p:contentPart>
        </mc:Choice>
        <mc:Fallback xmlns="">
          <p:pic>
            <p:nvPicPr>
              <p:cNvPr id="159" name="墨迹 158"/>
            </p:nvPicPr>
            <p:blipFill>
              <a:blip r:embed="rId283"/>
            </p:blipFill>
            <p:spPr>
              <a:xfrm>
                <a:off x="7530465" y="1824355"/>
                <a:ext cx="91440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4" p14:bwMode="auto">
            <p14:nvContentPartPr>
              <p14:cNvPr id="160" name="墨迹 159"/>
              <p14:cNvContentPartPr/>
              <p14:nvPr/>
            </p14:nvContentPartPr>
            <p14:xfrm>
              <a:off x="7588885" y="1798955"/>
              <a:ext cx="107315" cy="132715"/>
            </p14:xfrm>
          </p:contentPart>
        </mc:Choice>
        <mc:Fallback xmlns="">
          <p:pic>
            <p:nvPicPr>
              <p:cNvPr id="160" name="墨迹 159"/>
            </p:nvPicPr>
            <p:blipFill>
              <a:blip r:embed="rId285"/>
            </p:blipFill>
            <p:spPr>
              <a:xfrm>
                <a:off x="7588885" y="1798955"/>
                <a:ext cx="10731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6" p14:bwMode="auto">
            <p14:nvContentPartPr>
              <p14:cNvPr id="161" name="墨迹 160"/>
              <p14:cNvContentPartPr/>
              <p14:nvPr/>
            </p14:nvContentPartPr>
            <p14:xfrm>
              <a:off x="9935845" y="505460"/>
              <a:ext cx="360" cy="16510"/>
            </p14:xfrm>
          </p:contentPart>
        </mc:Choice>
        <mc:Fallback xmlns="">
          <p:pic>
            <p:nvPicPr>
              <p:cNvPr id="161" name="墨迹 160"/>
            </p:nvPicPr>
            <p:blipFill>
              <a:blip r:embed="rId54"/>
            </p:blipFill>
            <p:spPr>
              <a:xfrm>
                <a:off x="9935845" y="505460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7" p14:bwMode="auto">
            <p14:nvContentPartPr>
              <p14:cNvPr id="162" name="墨迹 161"/>
              <p14:cNvContentPartPr/>
              <p14:nvPr/>
            </p14:nvContentPartPr>
            <p14:xfrm>
              <a:off x="6676390" y="1359535"/>
              <a:ext cx="248920" cy="506095"/>
            </p14:xfrm>
          </p:contentPart>
        </mc:Choice>
        <mc:Fallback xmlns="">
          <p:pic>
            <p:nvPicPr>
              <p:cNvPr id="162" name="墨迹 161"/>
            </p:nvPicPr>
            <p:blipFill>
              <a:blip r:embed="rId288"/>
            </p:blipFill>
            <p:spPr>
              <a:xfrm>
                <a:off x="6676390" y="1359535"/>
                <a:ext cx="248920" cy="506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9" p14:bwMode="auto">
            <p14:nvContentPartPr>
              <p14:cNvPr id="163" name="墨迹 162"/>
              <p14:cNvContentPartPr/>
              <p14:nvPr/>
            </p14:nvContentPartPr>
            <p14:xfrm>
              <a:off x="4594225" y="1492250"/>
              <a:ext cx="17145" cy="360"/>
            </p14:xfrm>
          </p:contentPart>
        </mc:Choice>
        <mc:Fallback xmlns="">
          <p:pic>
            <p:nvPicPr>
              <p:cNvPr id="163" name="墨迹 162"/>
            </p:nvPicPr>
            <p:blipFill>
              <a:blip r:embed="rId290"/>
            </p:blipFill>
            <p:spPr>
              <a:xfrm>
                <a:off x="4594225" y="1492250"/>
                <a:ext cx="171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1" p14:bwMode="auto">
            <p14:nvContentPartPr>
              <p14:cNvPr id="164" name="墨迹 163"/>
              <p14:cNvContentPartPr/>
              <p14:nvPr/>
            </p14:nvContentPartPr>
            <p14:xfrm>
              <a:off x="11088370" y="1019810"/>
              <a:ext cx="58420" cy="74295"/>
            </p14:xfrm>
          </p:contentPart>
        </mc:Choice>
        <mc:Fallback xmlns="">
          <p:pic>
            <p:nvPicPr>
              <p:cNvPr id="164" name="墨迹 163"/>
            </p:nvPicPr>
            <p:blipFill>
              <a:blip r:embed="rId292"/>
            </p:blipFill>
            <p:spPr>
              <a:xfrm>
                <a:off x="11088370" y="1019810"/>
                <a:ext cx="5842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3" p14:bwMode="auto">
            <p14:nvContentPartPr>
              <p14:cNvPr id="165" name="墨迹 164"/>
              <p14:cNvContentPartPr/>
              <p14:nvPr/>
            </p14:nvContentPartPr>
            <p14:xfrm>
              <a:off x="6776085" y="2934970"/>
              <a:ext cx="165735" cy="83185"/>
            </p14:xfrm>
          </p:contentPart>
        </mc:Choice>
        <mc:Fallback xmlns="">
          <p:pic>
            <p:nvPicPr>
              <p:cNvPr id="165" name="墨迹 164"/>
            </p:nvPicPr>
            <p:blipFill>
              <a:blip r:embed="rId294"/>
            </p:blipFill>
            <p:spPr>
              <a:xfrm>
                <a:off x="6776085" y="2934970"/>
                <a:ext cx="16573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5" p14:bwMode="auto">
            <p14:nvContentPartPr>
              <p14:cNvPr id="166" name="墨迹 165"/>
              <p14:cNvContentPartPr/>
              <p14:nvPr/>
            </p14:nvContentPartPr>
            <p14:xfrm>
              <a:off x="6758940" y="2943860"/>
              <a:ext cx="124460" cy="240030"/>
            </p14:xfrm>
          </p:contentPart>
        </mc:Choice>
        <mc:Fallback xmlns="">
          <p:pic>
            <p:nvPicPr>
              <p:cNvPr id="166" name="墨迹 165"/>
            </p:nvPicPr>
            <p:blipFill>
              <a:blip r:embed="rId296"/>
            </p:blipFill>
            <p:spPr>
              <a:xfrm>
                <a:off x="6758940" y="2943860"/>
                <a:ext cx="124460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7" p14:bwMode="auto">
            <p14:nvContentPartPr>
              <p14:cNvPr id="167" name="墨迹 166"/>
              <p14:cNvContentPartPr/>
              <p14:nvPr/>
            </p14:nvContentPartPr>
            <p14:xfrm>
              <a:off x="6800850" y="3101340"/>
              <a:ext cx="107950" cy="16510"/>
            </p14:xfrm>
          </p:contentPart>
        </mc:Choice>
        <mc:Fallback xmlns="">
          <p:pic>
            <p:nvPicPr>
              <p:cNvPr id="167" name="墨迹 166"/>
            </p:nvPicPr>
            <p:blipFill>
              <a:blip r:embed="rId298"/>
            </p:blipFill>
            <p:spPr>
              <a:xfrm>
                <a:off x="6800850" y="3101340"/>
                <a:ext cx="10795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9" p14:bwMode="auto">
            <p14:nvContentPartPr>
              <p14:cNvPr id="168" name="墨迹 167"/>
              <p14:cNvContentPartPr/>
              <p14:nvPr/>
            </p14:nvContentPartPr>
            <p14:xfrm>
              <a:off x="6792595" y="3208655"/>
              <a:ext cx="116205" cy="58420"/>
            </p14:xfrm>
          </p:contentPart>
        </mc:Choice>
        <mc:Fallback xmlns="">
          <p:pic>
            <p:nvPicPr>
              <p:cNvPr id="168" name="墨迹 167"/>
            </p:nvPicPr>
            <p:blipFill>
              <a:blip r:embed="rId300"/>
            </p:blipFill>
            <p:spPr>
              <a:xfrm>
                <a:off x="6792595" y="3208655"/>
                <a:ext cx="11620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1" p14:bwMode="auto">
            <p14:nvContentPartPr>
              <p14:cNvPr id="169" name="墨迹 168"/>
              <p14:cNvContentPartPr/>
              <p14:nvPr/>
            </p14:nvContentPartPr>
            <p14:xfrm>
              <a:off x="6974840" y="3059430"/>
              <a:ext cx="116205" cy="132715"/>
            </p14:xfrm>
          </p:contentPart>
        </mc:Choice>
        <mc:Fallback xmlns="">
          <p:pic>
            <p:nvPicPr>
              <p:cNvPr id="169" name="墨迹 168"/>
            </p:nvPicPr>
            <p:blipFill>
              <a:blip r:embed="rId302"/>
            </p:blipFill>
            <p:spPr>
              <a:xfrm>
                <a:off x="6974840" y="3059430"/>
                <a:ext cx="11620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3" p14:bwMode="auto">
            <p14:nvContentPartPr>
              <p14:cNvPr id="170" name="墨迹 169"/>
              <p14:cNvContentPartPr/>
              <p14:nvPr/>
            </p14:nvContentPartPr>
            <p14:xfrm>
              <a:off x="6991350" y="3117850"/>
              <a:ext cx="83185" cy="90805"/>
            </p14:xfrm>
          </p:contentPart>
        </mc:Choice>
        <mc:Fallback xmlns="">
          <p:pic>
            <p:nvPicPr>
              <p:cNvPr id="170" name="墨迹 169"/>
            </p:nvPicPr>
            <p:blipFill>
              <a:blip r:embed="rId304"/>
            </p:blipFill>
            <p:spPr>
              <a:xfrm>
                <a:off x="6991350" y="3117850"/>
                <a:ext cx="8318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5" p14:bwMode="auto">
            <p14:nvContentPartPr>
              <p14:cNvPr id="171" name="墨迹 170"/>
              <p14:cNvContentPartPr/>
              <p14:nvPr/>
            </p14:nvContentPartPr>
            <p14:xfrm>
              <a:off x="7066280" y="3109595"/>
              <a:ext cx="107315" cy="290195"/>
            </p14:xfrm>
          </p:contentPart>
        </mc:Choice>
        <mc:Fallback xmlns="">
          <p:pic>
            <p:nvPicPr>
              <p:cNvPr id="171" name="墨迹 170"/>
            </p:nvPicPr>
            <p:blipFill>
              <a:blip r:embed="rId306"/>
            </p:blipFill>
            <p:spPr>
              <a:xfrm>
                <a:off x="7066280" y="3109595"/>
                <a:ext cx="10731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7" p14:bwMode="auto">
            <p14:nvContentPartPr>
              <p14:cNvPr id="172" name="墨迹 171"/>
              <p14:cNvContentPartPr/>
              <p14:nvPr/>
            </p14:nvContentPartPr>
            <p14:xfrm>
              <a:off x="7091045" y="3067685"/>
              <a:ext cx="157480" cy="174625"/>
            </p14:xfrm>
          </p:contentPart>
        </mc:Choice>
        <mc:Fallback xmlns="">
          <p:pic>
            <p:nvPicPr>
              <p:cNvPr id="172" name="墨迹 171"/>
            </p:nvPicPr>
            <p:blipFill>
              <a:blip r:embed="rId308"/>
            </p:blipFill>
            <p:spPr>
              <a:xfrm>
                <a:off x="7091045" y="3067685"/>
                <a:ext cx="157480" cy="174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9" p14:bwMode="auto">
            <p14:nvContentPartPr>
              <p14:cNvPr id="173" name="墨迹 172"/>
              <p14:cNvContentPartPr/>
              <p14:nvPr/>
            </p14:nvContentPartPr>
            <p14:xfrm>
              <a:off x="7256780" y="3075940"/>
              <a:ext cx="215900" cy="116205"/>
            </p14:xfrm>
          </p:contentPart>
        </mc:Choice>
        <mc:Fallback xmlns="">
          <p:pic>
            <p:nvPicPr>
              <p:cNvPr id="173" name="墨迹 172"/>
            </p:nvPicPr>
            <p:blipFill>
              <a:blip r:embed="rId310"/>
            </p:blipFill>
            <p:spPr>
              <a:xfrm>
                <a:off x="7256780" y="3075940"/>
                <a:ext cx="21590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1" p14:bwMode="auto">
            <p14:nvContentPartPr>
              <p14:cNvPr id="174" name="墨迹 173"/>
              <p14:cNvContentPartPr/>
              <p14:nvPr/>
            </p14:nvContentPartPr>
            <p14:xfrm>
              <a:off x="7464425" y="3067685"/>
              <a:ext cx="149225" cy="140970"/>
            </p14:xfrm>
          </p:contentPart>
        </mc:Choice>
        <mc:Fallback xmlns="">
          <p:pic>
            <p:nvPicPr>
              <p:cNvPr id="174" name="墨迹 173"/>
            </p:nvPicPr>
            <p:blipFill>
              <a:blip r:embed="rId312"/>
            </p:blipFill>
            <p:spPr>
              <a:xfrm>
                <a:off x="7464425" y="3067685"/>
                <a:ext cx="14922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3" p14:bwMode="auto">
            <p14:nvContentPartPr>
              <p14:cNvPr id="175" name="墨迹 174"/>
              <p14:cNvContentPartPr/>
              <p14:nvPr/>
            </p14:nvContentPartPr>
            <p14:xfrm>
              <a:off x="7605395" y="3084830"/>
              <a:ext cx="49530" cy="140970"/>
            </p14:xfrm>
          </p:contentPart>
        </mc:Choice>
        <mc:Fallback xmlns="">
          <p:pic>
            <p:nvPicPr>
              <p:cNvPr id="175" name="墨迹 174"/>
            </p:nvPicPr>
            <p:blipFill>
              <a:blip r:embed="rId314"/>
            </p:blipFill>
            <p:spPr>
              <a:xfrm>
                <a:off x="7605395" y="3084830"/>
                <a:ext cx="4953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5" p14:bwMode="auto">
            <p14:nvContentPartPr>
              <p14:cNvPr id="176" name="墨迹 175"/>
              <p14:cNvContentPartPr/>
              <p14:nvPr/>
            </p14:nvContentPartPr>
            <p14:xfrm>
              <a:off x="7663180" y="3075940"/>
              <a:ext cx="33020" cy="33655"/>
            </p14:xfrm>
          </p:contentPart>
        </mc:Choice>
        <mc:Fallback xmlns="">
          <p:pic>
            <p:nvPicPr>
              <p:cNvPr id="176" name="墨迹 175"/>
            </p:nvPicPr>
            <p:blipFill>
              <a:blip r:embed="rId316"/>
            </p:blipFill>
            <p:spPr>
              <a:xfrm>
                <a:off x="7663180" y="3075940"/>
                <a:ext cx="3302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7" p14:bwMode="auto">
            <p14:nvContentPartPr>
              <p14:cNvPr id="177" name="墨迹 176"/>
              <p14:cNvContentPartPr/>
              <p14:nvPr/>
            </p14:nvContentPartPr>
            <p14:xfrm>
              <a:off x="7729855" y="3084830"/>
              <a:ext cx="621665" cy="165735"/>
            </p14:xfrm>
          </p:contentPart>
        </mc:Choice>
        <mc:Fallback xmlns="">
          <p:pic>
            <p:nvPicPr>
              <p:cNvPr id="177" name="墨迹 176"/>
            </p:nvPicPr>
            <p:blipFill>
              <a:blip r:embed="rId318"/>
            </p:blipFill>
            <p:spPr>
              <a:xfrm>
                <a:off x="7729855" y="3084830"/>
                <a:ext cx="62166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9" p14:bwMode="auto">
            <p14:nvContentPartPr>
              <p14:cNvPr id="178" name="墨迹 177"/>
              <p14:cNvContentPartPr/>
              <p14:nvPr/>
            </p14:nvContentPartPr>
            <p14:xfrm>
              <a:off x="8293735" y="3142615"/>
              <a:ext cx="157480" cy="360"/>
            </p14:xfrm>
          </p:contentPart>
        </mc:Choice>
        <mc:Fallback xmlns="">
          <p:pic>
            <p:nvPicPr>
              <p:cNvPr id="178" name="墨迹 177"/>
            </p:nvPicPr>
            <p:blipFill>
              <a:blip r:embed="rId320"/>
            </p:blipFill>
            <p:spPr>
              <a:xfrm>
                <a:off x="8293735" y="3142615"/>
                <a:ext cx="15748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1" p14:bwMode="auto">
            <p14:nvContentPartPr>
              <p14:cNvPr id="179" name="墨迹 178"/>
              <p14:cNvContentPartPr/>
              <p14:nvPr/>
            </p14:nvContentPartPr>
            <p14:xfrm>
              <a:off x="8467725" y="3183890"/>
              <a:ext cx="41275" cy="41910"/>
            </p14:xfrm>
          </p:contentPart>
        </mc:Choice>
        <mc:Fallback xmlns="">
          <p:pic>
            <p:nvPicPr>
              <p:cNvPr id="179" name="墨迹 178"/>
            </p:nvPicPr>
            <p:blipFill>
              <a:blip r:embed="rId322"/>
            </p:blipFill>
            <p:spPr>
              <a:xfrm>
                <a:off x="8467725" y="3183890"/>
                <a:ext cx="41275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3" p14:bwMode="auto">
            <p14:nvContentPartPr>
              <p14:cNvPr id="180" name="墨迹 179"/>
              <p14:cNvContentPartPr/>
              <p14:nvPr/>
            </p14:nvContentPartPr>
            <p14:xfrm>
              <a:off x="6717665" y="3648710"/>
              <a:ext cx="191135" cy="472440"/>
            </p14:xfrm>
          </p:contentPart>
        </mc:Choice>
        <mc:Fallback xmlns="">
          <p:pic>
            <p:nvPicPr>
              <p:cNvPr id="180" name="墨迹 179"/>
            </p:nvPicPr>
            <p:blipFill>
              <a:blip r:embed="rId324"/>
            </p:blipFill>
            <p:spPr>
              <a:xfrm>
                <a:off x="6717665" y="3648710"/>
                <a:ext cx="191135" cy="472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5" p14:bwMode="auto">
            <p14:nvContentPartPr>
              <p14:cNvPr id="181" name="墨迹 180"/>
              <p14:cNvContentPartPr/>
              <p14:nvPr/>
            </p14:nvContentPartPr>
            <p14:xfrm>
              <a:off x="6983095" y="3905250"/>
              <a:ext cx="24765" cy="8255"/>
            </p14:xfrm>
          </p:contentPart>
        </mc:Choice>
        <mc:Fallback xmlns="">
          <p:pic>
            <p:nvPicPr>
              <p:cNvPr id="181" name="墨迹 180"/>
            </p:nvPicPr>
            <p:blipFill>
              <a:blip r:embed="rId326"/>
            </p:blipFill>
            <p:spPr>
              <a:xfrm>
                <a:off x="6983095" y="3905250"/>
                <a:ext cx="2476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7" p14:bwMode="auto">
            <p14:nvContentPartPr>
              <p14:cNvPr id="182" name="墨迹 181"/>
              <p14:cNvContentPartPr/>
              <p14:nvPr/>
            </p14:nvContentPartPr>
            <p14:xfrm>
              <a:off x="7091045" y="3855720"/>
              <a:ext cx="82550" cy="49530"/>
            </p14:xfrm>
          </p:contentPart>
        </mc:Choice>
        <mc:Fallback xmlns="">
          <p:pic>
            <p:nvPicPr>
              <p:cNvPr id="182" name="墨迹 181"/>
            </p:nvPicPr>
            <p:blipFill>
              <a:blip r:embed="rId328"/>
            </p:blipFill>
            <p:spPr>
              <a:xfrm>
                <a:off x="7091045" y="3855720"/>
                <a:ext cx="8255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9" p14:bwMode="auto">
            <p14:nvContentPartPr>
              <p14:cNvPr id="183" name="墨迹 182"/>
              <p14:cNvContentPartPr/>
              <p14:nvPr/>
            </p14:nvContentPartPr>
            <p14:xfrm>
              <a:off x="7273290" y="3888740"/>
              <a:ext cx="16510" cy="8255"/>
            </p14:xfrm>
          </p:contentPart>
        </mc:Choice>
        <mc:Fallback xmlns="">
          <p:pic>
            <p:nvPicPr>
              <p:cNvPr id="183" name="墨迹 182"/>
            </p:nvPicPr>
            <p:blipFill>
              <a:blip r:embed="rId330"/>
            </p:blipFill>
            <p:spPr>
              <a:xfrm>
                <a:off x="7273290" y="3888740"/>
                <a:ext cx="1651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1" p14:bwMode="auto">
            <p14:nvContentPartPr>
              <p14:cNvPr id="184" name="墨迹 183"/>
              <p14:cNvContentPartPr/>
              <p14:nvPr/>
            </p14:nvContentPartPr>
            <p14:xfrm>
              <a:off x="7530465" y="3863975"/>
              <a:ext cx="49530" cy="360"/>
            </p14:xfrm>
          </p:contentPart>
        </mc:Choice>
        <mc:Fallback xmlns="">
          <p:pic>
            <p:nvPicPr>
              <p:cNvPr id="184" name="墨迹 183"/>
            </p:nvPicPr>
            <p:blipFill>
              <a:blip r:embed="rId332"/>
            </p:blipFill>
            <p:spPr>
              <a:xfrm>
                <a:off x="7530465" y="3863975"/>
                <a:ext cx="4953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3" p14:bwMode="auto">
            <p14:nvContentPartPr>
              <p14:cNvPr id="185" name="墨迹 184"/>
              <p14:cNvContentPartPr/>
              <p14:nvPr/>
            </p14:nvContentPartPr>
            <p14:xfrm>
              <a:off x="6734175" y="4353560"/>
              <a:ext cx="165735" cy="157480"/>
            </p14:xfrm>
          </p:contentPart>
        </mc:Choice>
        <mc:Fallback xmlns="">
          <p:pic>
            <p:nvPicPr>
              <p:cNvPr id="185" name="墨迹 184"/>
            </p:nvPicPr>
            <p:blipFill>
              <a:blip r:embed="rId334"/>
            </p:blipFill>
            <p:spPr>
              <a:xfrm>
                <a:off x="6734175" y="4353560"/>
                <a:ext cx="16573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5" p14:bwMode="auto">
            <p14:nvContentPartPr>
              <p14:cNvPr id="186" name="墨迹 185"/>
              <p14:cNvContentPartPr/>
              <p14:nvPr/>
            </p14:nvContentPartPr>
            <p14:xfrm>
              <a:off x="6925310" y="4253865"/>
              <a:ext cx="99060" cy="248920"/>
            </p14:xfrm>
          </p:contentPart>
        </mc:Choice>
        <mc:Fallback xmlns="">
          <p:pic>
            <p:nvPicPr>
              <p:cNvPr id="186" name="墨迹 185"/>
            </p:nvPicPr>
            <p:blipFill>
              <a:blip r:embed="rId336"/>
            </p:blipFill>
            <p:spPr>
              <a:xfrm>
                <a:off x="6925310" y="4253865"/>
                <a:ext cx="9906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7" p14:bwMode="auto">
            <p14:nvContentPartPr>
              <p14:cNvPr id="187" name="墨迹 186"/>
              <p14:cNvContentPartPr/>
              <p14:nvPr/>
            </p14:nvContentPartPr>
            <p14:xfrm>
              <a:off x="7066280" y="4295140"/>
              <a:ext cx="49530" cy="207645"/>
            </p14:xfrm>
          </p:contentPart>
        </mc:Choice>
        <mc:Fallback xmlns="">
          <p:pic>
            <p:nvPicPr>
              <p:cNvPr id="187" name="墨迹 186"/>
            </p:nvPicPr>
            <p:blipFill>
              <a:blip r:embed="rId338"/>
            </p:blipFill>
            <p:spPr>
              <a:xfrm>
                <a:off x="7066280" y="4295140"/>
                <a:ext cx="4953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9" p14:bwMode="auto">
            <p14:nvContentPartPr>
              <p14:cNvPr id="188" name="墨迹 187"/>
              <p14:cNvContentPartPr/>
              <p14:nvPr/>
            </p14:nvContentPartPr>
            <p14:xfrm>
              <a:off x="7115810" y="4419600"/>
              <a:ext cx="140970" cy="99695"/>
            </p14:xfrm>
          </p:contentPart>
        </mc:Choice>
        <mc:Fallback xmlns="">
          <p:pic>
            <p:nvPicPr>
              <p:cNvPr id="188" name="墨迹 187"/>
            </p:nvPicPr>
            <p:blipFill>
              <a:blip r:embed="rId340"/>
            </p:blipFill>
            <p:spPr>
              <a:xfrm>
                <a:off x="7115810" y="4419600"/>
                <a:ext cx="14097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1" p14:bwMode="auto">
            <p14:nvContentPartPr>
              <p14:cNvPr id="189" name="墨迹 188"/>
              <p14:cNvContentPartPr/>
              <p14:nvPr/>
            </p14:nvContentPartPr>
            <p14:xfrm>
              <a:off x="7323455" y="4328160"/>
              <a:ext cx="99060" cy="207645"/>
            </p14:xfrm>
          </p:contentPart>
        </mc:Choice>
        <mc:Fallback xmlns="">
          <p:pic>
            <p:nvPicPr>
              <p:cNvPr id="189" name="墨迹 188"/>
            </p:nvPicPr>
            <p:blipFill>
              <a:blip r:embed="rId342"/>
            </p:blipFill>
            <p:spPr>
              <a:xfrm>
                <a:off x="7323455" y="4328160"/>
                <a:ext cx="9906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3" p14:bwMode="auto">
            <p14:nvContentPartPr>
              <p14:cNvPr id="190" name="墨迹 189"/>
              <p14:cNvContentPartPr/>
              <p14:nvPr/>
            </p14:nvContentPartPr>
            <p14:xfrm>
              <a:off x="7348220" y="4403090"/>
              <a:ext cx="82550" cy="49530"/>
            </p14:xfrm>
          </p:contentPart>
        </mc:Choice>
        <mc:Fallback xmlns="">
          <p:pic>
            <p:nvPicPr>
              <p:cNvPr id="190" name="墨迹 189"/>
            </p:nvPicPr>
            <p:blipFill>
              <a:blip r:embed="rId344"/>
            </p:blipFill>
            <p:spPr>
              <a:xfrm>
                <a:off x="7348220" y="4403090"/>
                <a:ext cx="8255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5" p14:bwMode="auto">
            <p14:nvContentPartPr>
              <p14:cNvPr id="191" name="墨迹 190"/>
              <p14:cNvContentPartPr/>
              <p14:nvPr/>
            </p14:nvContentPartPr>
            <p14:xfrm>
              <a:off x="7472680" y="4403090"/>
              <a:ext cx="90805" cy="140970"/>
            </p14:xfrm>
          </p:contentPart>
        </mc:Choice>
        <mc:Fallback xmlns="">
          <p:pic>
            <p:nvPicPr>
              <p:cNvPr id="191" name="墨迹 190"/>
            </p:nvPicPr>
            <p:blipFill>
              <a:blip r:embed="rId346"/>
            </p:blipFill>
            <p:spPr>
              <a:xfrm>
                <a:off x="7472680" y="4403090"/>
                <a:ext cx="9080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7" p14:bwMode="auto">
            <p14:nvContentPartPr>
              <p14:cNvPr id="192" name="墨迹 191"/>
              <p14:cNvContentPartPr/>
              <p14:nvPr/>
            </p14:nvContentPartPr>
            <p14:xfrm>
              <a:off x="7597140" y="4361815"/>
              <a:ext cx="16510" cy="360"/>
            </p14:xfrm>
          </p:contentPart>
        </mc:Choice>
        <mc:Fallback xmlns="">
          <p:pic>
            <p:nvPicPr>
              <p:cNvPr id="192" name="墨迹 191"/>
            </p:nvPicPr>
            <p:blipFill>
              <a:blip r:embed="rId348"/>
            </p:blipFill>
            <p:spPr>
              <a:xfrm>
                <a:off x="7597140" y="4361815"/>
                <a:ext cx="165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9" p14:bwMode="auto">
            <p14:nvContentPartPr>
              <p14:cNvPr id="193" name="墨迹 192"/>
              <p14:cNvContentPartPr/>
              <p14:nvPr/>
            </p14:nvContentPartPr>
            <p14:xfrm>
              <a:off x="7588885" y="4394835"/>
              <a:ext cx="132715" cy="140970"/>
            </p14:xfrm>
          </p:contentPart>
        </mc:Choice>
        <mc:Fallback xmlns="">
          <p:pic>
            <p:nvPicPr>
              <p:cNvPr id="193" name="墨迹 192"/>
            </p:nvPicPr>
            <p:blipFill>
              <a:blip r:embed="rId350"/>
            </p:blipFill>
            <p:spPr>
              <a:xfrm>
                <a:off x="7588885" y="4394835"/>
                <a:ext cx="13271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1" p14:bwMode="auto">
            <p14:nvContentPartPr>
              <p14:cNvPr id="194" name="墨迹 193"/>
              <p14:cNvContentPartPr/>
              <p14:nvPr/>
            </p14:nvContentPartPr>
            <p14:xfrm>
              <a:off x="7721600" y="4411345"/>
              <a:ext cx="190500" cy="149225"/>
            </p14:xfrm>
          </p:contentPart>
        </mc:Choice>
        <mc:Fallback xmlns="">
          <p:pic>
            <p:nvPicPr>
              <p:cNvPr id="194" name="墨迹 193"/>
            </p:nvPicPr>
            <p:blipFill>
              <a:blip r:embed="rId352"/>
            </p:blipFill>
            <p:spPr>
              <a:xfrm>
                <a:off x="7721600" y="4411345"/>
                <a:ext cx="19050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3" p14:bwMode="auto">
            <p14:nvContentPartPr>
              <p14:cNvPr id="195" name="墨迹 194"/>
              <p14:cNvContentPartPr/>
              <p14:nvPr/>
            </p14:nvContentPartPr>
            <p14:xfrm>
              <a:off x="7961630" y="4519295"/>
              <a:ext cx="8255" cy="41275"/>
            </p14:xfrm>
          </p:contentPart>
        </mc:Choice>
        <mc:Fallback xmlns="">
          <p:pic>
            <p:nvPicPr>
              <p:cNvPr id="195" name="墨迹 194"/>
            </p:nvPicPr>
            <p:blipFill>
              <a:blip r:embed="rId354"/>
            </p:blipFill>
            <p:spPr>
              <a:xfrm>
                <a:off x="7961630" y="4519295"/>
                <a:ext cx="825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5" p14:bwMode="auto">
            <p14:nvContentPartPr>
              <p14:cNvPr id="196" name="墨迹 195"/>
              <p14:cNvContentPartPr/>
              <p14:nvPr/>
            </p14:nvContentPartPr>
            <p14:xfrm>
              <a:off x="6758940" y="4535805"/>
              <a:ext cx="1360170" cy="49530"/>
            </p14:xfrm>
          </p:contentPart>
        </mc:Choice>
        <mc:Fallback xmlns="">
          <p:pic>
            <p:nvPicPr>
              <p:cNvPr id="196" name="墨迹 195"/>
            </p:nvPicPr>
            <p:blipFill>
              <a:blip r:embed="rId356"/>
            </p:blipFill>
            <p:spPr>
              <a:xfrm>
                <a:off x="6758940" y="4535805"/>
                <a:ext cx="136017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7" p14:bwMode="auto">
            <p14:nvContentPartPr>
              <p14:cNvPr id="197" name="墨迹 196"/>
              <p14:cNvContentPartPr/>
              <p14:nvPr/>
            </p14:nvContentPartPr>
            <p14:xfrm>
              <a:off x="6742430" y="4751070"/>
              <a:ext cx="257175" cy="182880"/>
            </p14:xfrm>
          </p:contentPart>
        </mc:Choice>
        <mc:Fallback xmlns="">
          <p:pic>
            <p:nvPicPr>
              <p:cNvPr id="197" name="墨迹 196"/>
            </p:nvPicPr>
            <p:blipFill>
              <a:blip r:embed="rId358"/>
            </p:blipFill>
            <p:spPr>
              <a:xfrm>
                <a:off x="6742430" y="4751070"/>
                <a:ext cx="257175" cy="182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9" p14:bwMode="auto">
            <p14:nvContentPartPr>
              <p14:cNvPr id="198" name="墨迹 197"/>
              <p14:cNvContentPartPr/>
              <p14:nvPr/>
            </p14:nvContentPartPr>
            <p14:xfrm>
              <a:off x="6991350" y="4784725"/>
              <a:ext cx="132715" cy="132715"/>
            </p14:xfrm>
          </p:contentPart>
        </mc:Choice>
        <mc:Fallback xmlns="">
          <p:pic>
            <p:nvPicPr>
              <p:cNvPr id="198" name="墨迹 197"/>
            </p:nvPicPr>
            <p:blipFill>
              <a:blip r:embed="rId360"/>
            </p:blipFill>
            <p:spPr>
              <a:xfrm>
                <a:off x="6991350" y="4784725"/>
                <a:ext cx="13271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1" p14:bwMode="auto">
            <p14:nvContentPartPr>
              <p14:cNvPr id="199" name="墨迹 198"/>
              <p14:cNvContentPartPr/>
              <p14:nvPr/>
            </p14:nvContentPartPr>
            <p14:xfrm>
              <a:off x="7099300" y="4768215"/>
              <a:ext cx="132715" cy="240030"/>
            </p14:xfrm>
          </p:contentPart>
        </mc:Choice>
        <mc:Fallback xmlns="">
          <p:pic>
            <p:nvPicPr>
              <p:cNvPr id="199" name="墨迹 198"/>
            </p:nvPicPr>
            <p:blipFill>
              <a:blip r:embed="rId362"/>
            </p:blipFill>
            <p:spPr>
              <a:xfrm>
                <a:off x="7099300" y="4768215"/>
                <a:ext cx="132715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3" p14:bwMode="auto">
            <p14:nvContentPartPr>
              <p14:cNvPr id="200" name="墨迹 199"/>
              <p14:cNvContentPartPr/>
              <p14:nvPr/>
            </p14:nvContentPartPr>
            <p14:xfrm>
              <a:off x="7298055" y="4652010"/>
              <a:ext cx="290830" cy="223520"/>
            </p14:xfrm>
          </p:contentPart>
        </mc:Choice>
        <mc:Fallback xmlns="">
          <p:pic>
            <p:nvPicPr>
              <p:cNvPr id="200" name="墨迹 199"/>
            </p:nvPicPr>
            <p:blipFill>
              <a:blip r:embed="rId364"/>
            </p:blipFill>
            <p:spPr>
              <a:xfrm>
                <a:off x="7298055" y="4652010"/>
                <a:ext cx="290830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5" p14:bwMode="auto">
            <p14:nvContentPartPr>
              <p14:cNvPr id="201" name="墨迹 200"/>
              <p14:cNvContentPartPr/>
              <p14:nvPr/>
            </p14:nvContentPartPr>
            <p14:xfrm>
              <a:off x="7513955" y="4784725"/>
              <a:ext cx="57785" cy="41275"/>
            </p14:xfrm>
          </p:contentPart>
        </mc:Choice>
        <mc:Fallback xmlns="">
          <p:pic>
            <p:nvPicPr>
              <p:cNvPr id="201" name="墨迹 200"/>
            </p:nvPicPr>
            <p:blipFill>
              <a:blip r:embed="rId366"/>
            </p:blipFill>
            <p:spPr>
              <a:xfrm>
                <a:off x="7513955" y="4784725"/>
                <a:ext cx="5778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7" p14:bwMode="auto">
            <p14:nvContentPartPr>
              <p14:cNvPr id="202" name="墨迹 201"/>
              <p14:cNvContentPartPr/>
              <p14:nvPr/>
            </p14:nvContentPartPr>
            <p14:xfrm>
              <a:off x="7663180" y="4776470"/>
              <a:ext cx="8255" cy="82550"/>
            </p14:xfrm>
          </p:contentPart>
        </mc:Choice>
        <mc:Fallback xmlns="">
          <p:pic>
            <p:nvPicPr>
              <p:cNvPr id="202" name="墨迹 201"/>
            </p:nvPicPr>
            <p:blipFill>
              <a:blip r:embed="rId368"/>
            </p:blipFill>
            <p:spPr>
              <a:xfrm>
                <a:off x="7663180" y="4776470"/>
                <a:ext cx="8255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9" p14:bwMode="auto">
            <p14:nvContentPartPr>
              <p14:cNvPr id="203" name="墨迹 202"/>
              <p14:cNvContentPartPr/>
              <p14:nvPr/>
            </p14:nvContentPartPr>
            <p14:xfrm>
              <a:off x="7696200" y="4734560"/>
              <a:ext cx="16510" cy="360"/>
            </p14:xfrm>
          </p:contentPart>
        </mc:Choice>
        <mc:Fallback xmlns="">
          <p:pic>
            <p:nvPicPr>
              <p:cNvPr id="203" name="墨迹 202"/>
            </p:nvPicPr>
            <p:blipFill>
              <a:blip r:embed="rId348"/>
            </p:blipFill>
            <p:spPr>
              <a:xfrm>
                <a:off x="7696200" y="4734560"/>
                <a:ext cx="165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0" p14:bwMode="auto">
            <p14:nvContentPartPr>
              <p14:cNvPr id="204" name="墨迹 203"/>
              <p14:cNvContentPartPr/>
              <p14:nvPr/>
            </p14:nvContentPartPr>
            <p14:xfrm>
              <a:off x="7787640" y="4660265"/>
              <a:ext cx="99695" cy="149225"/>
            </p14:xfrm>
          </p:contentPart>
        </mc:Choice>
        <mc:Fallback xmlns="">
          <p:pic>
            <p:nvPicPr>
              <p:cNvPr id="204" name="墨迹 203"/>
            </p:nvPicPr>
            <p:blipFill>
              <a:blip r:embed="rId371"/>
            </p:blipFill>
            <p:spPr>
              <a:xfrm>
                <a:off x="7787640" y="4660265"/>
                <a:ext cx="9969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2" p14:bwMode="auto">
            <p14:nvContentPartPr>
              <p14:cNvPr id="205" name="墨迹 204"/>
              <p14:cNvContentPartPr/>
              <p14:nvPr/>
            </p14:nvContentPartPr>
            <p14:xfrm>
              <a:off x="7754620" y="4734560"/>
              <a:ext cx="314960" cy="422910"/>
            </p14:xfrm>
          </p:contentPart>
        </mc:Choice>
        <mc:Fallback xmlns="">
          <p:pic>
            <p:nvPicPr>
              <p:cNvPr id="205" name="墨迹 204"/>
            </p:nvPicPr>
            <p:blipFill>
              <a:blip r:embed="rId373"/>
            </p:blipFill>
            <p:spPr>
              <a:xfrm>
                <a:off x="7754620" y="4734560"/>
                <a:ext cx="314960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4" p14:bwMode="auto">
            <p14:nvContentPartPr>
              <p14:cNvPr id="206" name="墨迹 205"/>
              <p14:cNvContentPartPr/>
              <p14:nvPr/>
            </p14:nvContentPartPr>
            <p14:xfrm>
              <a:off x="8136255" y="3980180"/>
              <a:ext cx="331470" cy="381635"/>
            </p14:xfrm>
          </p:contentPart>
        </mc:Choice>
        <mc:Fallback xmlns="">
          <p:pic>
            <p:nvPicPr>
              <p:cNvPr id="206" name="墨迹 205"/>
            </p:nvPicPr>
            <p:blipFill>
              <a:blip r:embed="rId375"/>
            </p:blipFill>
            <p:spPr>
              <a:xfrm>
                <a:off x="8136255" y="3980180"/>
                <a:ext cx="331470" cy="381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6" p14:bwMode="auto">
            <p14:nvContentPartPr>
              <p14:cNvPr id="207" name="墨迹 206"/>
              <p14:cNvContentPartPr/>
              <p14:nvPr/>
            </p14:nvContentPartPr>
            <p14:xfrm>
              <a:off x="8169275" y="4370070"/>
              <a:ext cx="207010" cy="447675"/>
            </p14:xfrm>
          </p:contentPart>
        </mc:Choice>
        <mc:Fallback xmlns="">
          <p:pic>
            <p:nvPicPr>
              <p:cNvPr id="207" name="墨迹 206"/>
            </p:nvPicPr>
            <p:blipFill>
              <a:blip r:embed="rId377"/>
            </p:blipFill>
            <p:spPr>
              <a:xfrm>
                <a:off x="8169275" y="4370070"/>
                <a:ext cx="207010" cy="447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8" p14:bwMode="auto">
            <p14:nvContentPartPr>
              <p14:cNvPr id="208" name="墨迹 207"/>
              <p14:cNvContentPartPr/>
              <p14:nvPr/>
            </p14:nvContentPartPr>
            <p14:xfrm>
              <a:off x="8517255" y="3963670"/>
              <a:ext cx="199390" cy="165735"/>
            </p14:xfrm>
          </p:contentPart>
        </mc:Choice>
        <mc:Fallback xmlns="">
          <p:pic>
            <p:nvPicPr>
              <p:cNvPr id="208" name="墨迹 207"/>
            </p:nvPicPr>
            <p:blipFill>
              <a:blip r:embed="rId379"/>
            </p:blipFill>
            <p:spPr>
              <a:xfrm>
                <a:off x="8517255" y="3963670"/>
                <a:ext cx="19939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0" p14:bwMode="auto">
            <p14:nvContentPartPr>
              <p14:cNvPr id="209" name="墨迹 208"/>
              <p14:cNvContentPartPr/>
              <p14:nvPr/>
            </p14:nvContentPartPr>
            <p14:xfrm>
              <a:off x="8757920" y="3996690"/>
              <a:ext cx="265430" cy="107950"/>
            </p14:xfrm>
          </p:contentPart>
        </mc:Choice>
        <mc:Fallback xmlns="">
          <p:pic>
            <p:nvPicPr>
              <p:cNvPr id="209" name="墨迹 208"/>
            </p:nvPicPr>
            <p:blipFill>
              <a:blip r:embed="rId381"/>
            </p:blipFill>
            <p:spPr>
              <a:xfrm>
                <a:off x="8757920" y="3996690"/>
                <a:ext cx="26543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2" p14:bwMode="auto">
            <p14:nvContentPartPr>
              <p14:cNvPr id="210" name="墨迹 209"/>
              <p14:cNvContentPartPr/>
              <p14:nvPr/>
            </p14:nvContentPartPr>
            <p14:xfrm>
              <a:off x="9106535" y="3947160"/>
              <a:ext cx="74295" cy="124460"/>
            </p14:xfrm>
          </p:contentPart>
        </mc:Choice>
        <mc:Fallback xmlns="">
          <p:pic>
            <p:nvPicPr>
              <p:cNvPr id="210" name="墨迹 209"/>
            </p:nvPicPr>
            <p:blipFill>
              <a:blip r:embed="rId383"/>
            </p:blipFill>
            <p:spPr>
              <a:xfrm>
                <a:off x="9106535" y="3947160"/>
                <a:ext cx="7429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4" p14:bwMode="auto">
            <p14:nvContentPartPr>
              <p14:cNvPr id="211" name="墨迹 210"/>
              <p14:cNvContentPartPr/>
              <p14:nvPr/>
            </p14:nvContentPartPr>
            <p14:xfrm>
              <a:off x="9222740" y="3980180"/>
              <a:ext cx="132715" cy="124460"/>
            </p14:xfrm>
          </p:contentPart>
        </mc:Choice>
        <mc:Fallback xmlns="">
          <p:pic>
            <p:nvPicPr>
              <p:cNvPr id="211" name="墨迹 210"/>
            </p:nvPicPr>
            <p:blipFill>
              <a:blip r:embed="rId385"/>
            </p:blipFill>
            <p:spPr>
              <a:xfrm>
                <a:off x="9222740" y="3980180"/>
                <a:ext cx="13271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6" p14:bwMode="auto">
            <p14:nvContentPartPr>
              <p14:cNvPr id="212" name="墨迹 211"/>
              <p14:cNvContentPartPr/>
              <p14:nvPr/>
            </p14:nvContentPartPr>
            <p14:xfrm>
              <a:off x="9189085" y="3938905"/>
              <a:ext cx="307340" cy="480695"/>
            </p14:xfrm>
          </p:contentPart>
        </mc:Choice>
        <mc:Fallback xmlns="">
          <p:pic>
            <p:nvPicPr>
              <p:cNvPr id="212" name="墨迹 211"/>
            </p:nvPicPr>
            <p:blipFill>
              <a:blip r:embed="rId387"/>
            </p:blipFill>
            <p:spPr>
              <a:xfrm>
                <a:off x="9189085" y="3938905"/>
                <a:ext cx="307340" cy="480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8" p14:bwMode="auto">
            <p14:nvContentPartPr>
              <p14:cNvPr id="213" name="墨迹 212"/>
              <p14:cNvContentPartPr/>
              <p14:nvPr/>
            </p14:nvContentPartPr>
            <p14:xfrm>
              <a:off x="9719945" y="4013200"/>
              <a:ext cx="257175" cy="124460"/>
            </p14:xfrm>
          </p:contentPart>
        </mc:Choice>
        <mc:Fallback xmlns="">
          <p:pic>
            <p:nvPicPr>
              <p:cNvPr id="213" name="墨迹 212"/>
            </p:nvPicPr>
            <p:blipFill>
              <a:blip r:embed="rId389"/>
            </p:blipFill>
            <p:spPr>
              <a:xfrm>
                <a:off x="9719945" y="4013200"/>
                <a:ext cx="25717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0" p14:bwMode="auto">
            <p14:nvContentPartPr>
              <p14:cNvPr id="214" name="墨迹 213"/>
              <p14:cNvContentPartPr/>
              <p14:nvPr/>
            </p14:nvContentPartPr>
            <p14:xfrm>
              <a:off x="9985375" y="4037965"/>
              <a:ext cx="83185" cy="124460"/>
            </p14:xfrm>
          </p:contentPart>
        </mc:Choice>
        <mc:Fallback xmlns="">
          <p:pic>
            <p:nvPicPr>
              <p:cNvPr id="214" name="墨迹 213"/>
            </p:nvPicPr>
            <p:blipFill>
              <a:blip r:embed="rId391"/>
            </p:blipFill>
            <p:spPr>
              <a:xfrm>
                <a:off x="9985375" y="4037965"/>
                <a:ext cx="8318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2" p14:bwMode="auto">
            <p14:nvContentPartPr>
              <p14:cNvPr id="215" name="墨迹 214"/>
              <p14:cNvContentPartPr/>
              <p14:nvPr/>
            </p14:nvContentPartPr>
            <p14:xfrm>
              <a:off x="10193020" y="3988435"/>
              <a:ext cx="298450" cy="182245"/>
            </p14:xfrm>
          </p:contentPart>
        </mc:Choice>
        <mc:Fallback xmlns="">
          <p:pic>
            <p:nvPicPr>
              <p:cNvPr id="215" name="墨迹 214"/>
            </p:nvPicPr>
            <p:blipFill>
              <a:blip r:embed="rId393"/>
            </p:blipFill>
            <p:spPr>
              <a:xfrm>
                <a:off x="10193020" y="3988435"/>
                <a:ext cx="29845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4" p14:bwMode="auto">
            <p14:nvContentPartPr>
              <p14:cNvPr id="216" name="墨迹 215"/>
              <p14:cNvContentPartPr/>
              <p14:nvPr/>
            </p14:nvContentPartPr>
            <p14:xfrm>
              <a:off x="10582910" y="4004945"/>
              <a:ext cx="66040" cy="240665"/>
            </p14:xfrm>
          </p:contentPart>
        </mc:Choice>
        <mc:Fallback xmlns="">
          <p:pic>
            <p:nvPicPr>
              <p:cNvPr id="216" name="墨迹 215"/>
            </p:nvPicPr>
            <p:blipFill>
              <a:blip r:embed="rId395"/>
            </p:blipFill>
            <p:spPr>
              <a:xfrm>
                <a:off x="10582910" y="4004945"/>
                <a:ext cx="66040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6" p14:bwMode="auto">
            <p14:nvContentPartPr>
              <p14:cNvPr id="217" name="墨迹 216"/>
              <p14:cNvContentPartPr/>
              <p14:nvPr/>
            </p14:nvContentPartPr>
            <p14:xfrm>
              <a:off x="10657205" y="4253865"/>
              <a:ext cx="16510" cy="360"/>
            </p14:xfrm>
          </p:contentPart>
        </mc:Choice>
        <mc:Fallback xmlns="">
          <p:pic>
            <p:nvPicPr>
              <p:cNvPr id="217" name="墨迹 216"/>
            </p:nvPicPr>
            <p:blipFill>
              <a:blip r:embed="rId348"/>
            </p:blipFill>
            <p:spPr>
              <a:xfrm>
                <a:off x="10657205" y="4253865"/>
                <a:ext cx="165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7" p14:bwMode="auto">
            <p14:nvContentPartPr>
              <p14:cNvPr id="218" name="墨迹 217"/>
              <p14:cNvContentPartPr/>
              <p14:nvPr/>
            </p14:nvContentPartPr>
            <p14:xfrm>
              <a:off x="8592185" y="4270375"/>
              <a:ext cx="74295" cy="190500"/>
            </p14:xfrm>
          </p:contentPart>
        </mc:Choice>
        <mc:Fallback xmlns="">
          <p:pic>
            <p:nvPicPr>
              <p:cNvPr id="218" name="墨迹 217"/>
            </p:nvPicPr>
            <p:blipFill>
              <a:blip r:embed="rId398"/>
            </p:blipFill>
            <p:spPr>
              <a:xfrm>
                <a:off x="8592185" y="4270375"/>
                <a:ext cx="7429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9" p14:bwMode="auto">
            <p14:nvContentPartPr>
              <p14:cNvPr id="219" name="墨迹 218"/>
              <p14:cNvContentPartPr/>
              <p14:nvPr/>
            </p14:nvContentPartPr>
            <p14:xfrm>
              <a:off x="8641715" y="4394835"/>
              <a:ext cx="8255" cy="16510"/>
            </p14:xfrm>
          </p:contentPart>
        </mc:Choice>
        <mc:Fallback xmlns="">
          <p:pic>
            <p:nvPicPr>
              <p:cNvPr id="219" name="墨迹 218"/>
            </p:nvPicPr>
            <p:blipFill>
              <a:blip r:embed="rId237"/>
            </p:blipFill>
            <p:spPr>
              <a:xfrm>
                <a:off x="8641715" y="4394835"/>
                <a:ext cx="8255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0" p14:bwMode="auto">
            <p14:nvContentPartPr>
              <p14:cNvPr id="220" name="墨迹 219"/>
              <p14:cNvContentPartPr/>
              <p14:nvPr/>
            </p14:nvContentPartPr>
            <p14:xfrm>
              <a:off x="8774430" y="4378325"/>
              <a:ext cx="41910" cy="8255"/>
            </p14:xfrm>
          </p:contentPart>
        </mc:Choice>
        <mc:Fallback xmlns="">
          <p:pic>
            <p:nvPicPr>
              <p:cNvPr id="220" name="墨迹 219"/>
            </p:nvPicPr>
            <p:blipFill>
              <a:blip r:embed="rId401"/>
            </p:blipFill>
            <p:spPr>
              <a:xfrm>
                <a:off x="8774430" y="4378325"/>
                <a:ext cx="4191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2" p14:bwMode="auto">
            <p14:nvContentPartPr>
              <p14:cNvPr id="221" name="墨迹 220"/>
              <p14:cNvContentPartPr/>
              <p14:nvPr/>
            </p14:nvContentPartPr>
            <p14:xfrm>
              <a:off x="8832850" y="4378325"/>
              <a:ext cx="57785" cy="66040"/>
            </p14:xfrm>
          </p:contentPart>
        </mc:Choice>
        <mc:Fallback xmlns="">
          <p:pic>
            <p:nvPicPr>
              <p:cNvPr id="221" name="墨迹 220"/>
            </p:nvPicPr>
            <p:blipFill>
              <a:blip r:embed="rId403"/>
            </p:blipFill>
            <p:spPr>
              <a:xfrm>
                <a:off x="8832850" y="4378325"/>
                <a:ext cx="5778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4" p14:bwMode="auto">
            <p14:nvContentPartPr>
              <p14:cNvPr id="222" name="墨迹 221"/>
              <p14:cNvContentPartPr/>
              <p14:nvPr/>
            </p14:nvContentPartPr>
            <p14:xfrm>
              <a:off x="8708390" y="4336415"/>
              <a:ext cx="132715" cy="116205"/>
            </p14:xfrm>
          </p:contentPart>
        </mc:Choice>
        <mc:Fallback xmlns="">
          <p:pic>
            <p:nvPicPr>
              <p:cNvPr id="222" name="墨迹 221"/>
            </p:nvPicPr>
            <p:blipFill>
              <a:blip r:embed="rId405"/>
            </p:blipFill>
            <p:spPr>
              <a:xfrm>
                <a:off x="8708390" y="4336415"/>
                <a:ext cx="13271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6" p14:bwMode="auto">
            <p14:nvContentPartPr>
              <p14:cNvPr id="223" name="墨迹 222"/>
              <p14:cNvContentPartPr/>
              <p14:nvPr/>
            </p14:nvContentPartPr>
            <p14:xfrm>
              <a:off x="8890635" y="4237355"/>
              <a:ext cx="149225" cy="240030"/>
            </p14:xfrm>
          </p:contentPart>
        </mc:Choice>
        <mc:Fallback xmlns="">
          <p:pic>
            <p:nvPicPr>
              <p:cNvPr id="223" name="墨迹 222"/>
            </p:nvPicPr>
            <p:blipFill>
              <a:blip r:embed="rId407"/>
            </p:blipFill>
            <p:spPr>
              <a:xfrm>
                <a:off x="8890635" y="4237355"/>
                <a:ext cx="149225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8" p14:bwMode="auto">
            <p14:nvContentPartPr>
              <p14:cNvPr id="224" name="墨迹 223"/>
              <p14:cNvContentPartPr/>
              <p14:nvPr/>
            </p14:nvContentPartPr>
            <p14:xfrm>
              <a:off x="9297035" y="4394835"/>
              <a:ext cx="273685" cy="107950"/>
            </p14:xfrm>
          </p:contentPart>
        </mc:Choice>
        <mc:Fallback xmlns="">
          <p:pic>
            <p:nvPicPr>
              <p:cNvPr id="224" name="墨迹 223"/>
            </p:nvPicPr>
            <p:blipFill>
              <a:blip r:embed="rId409"/>
            </p:blipFill>
            <p:spPr>
              <a:xfrm>
                <a:off x="9297035" y="4394835"/>
                <a:ext cx="27368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0" p14:bwMode="auto">
            <p14:nvContentPartPr>
              <p14:cNvPr id="225" name="墨迹 224"/>
              <p14:cNvContentPartPr/>
              <p14:nvPr/>
            </p14:nvContentPartPr>
            <p14:xfrm>
              <a:off x="9678670" y="4411345"/>
              <a:ext cx="83185" cy="83185"/>
            </p14:xfrm>
          </p:contentPart>
        </mc:Choice>
        <mc:Fallback xmlns="">
          <p:pic>
            <p:nvPicPr>
              <p:cNvPr id="225" name="墨迹 224"/>
            </p:nvPicPr>
            <p:blipFill>
              <a:blip r:embed="rId411"/>
            </p:blipFill>
            <p:spPr>
              <a:xfrm>
                <a:off x="9678670" y="4411345"/>
                <a:ext cx="8318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2" p14:bwMode="auto">
            <p14:nvContentPartPr>
              <p14:cNvPr id="226" name="墨迹 225"/>
              <p14:cNvContentPartPr/>
              <p14:nvPr/>
            </p14:nvContentPartPr>
            <p14:xfrm>
              <a:off x="9728200" y="4419600"/>
              <a:ext cx="116205" cy="207645"/>
            </p14:xfrm>
          </p:contentPart>
        </mc:Choice>
        <mc:Fallback xmlns="">
          <p:pic>
            <p:nvPicPr>
              <p:cNvPr id="226" name="墨迹 225"/>
            </p:nvPicPr>
            <p:blipFill>
              <a:blip r:embed="rId413"/>
            </p:blipFill>
            <p:spPr>
              <a:xfrm>
                <a:off x="9728200" y="4419600"/>
                <a:ext cx="11620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4" p14:bwMode="auto">
            <p14:nvContentPartPr>
              <p14:cNvPr id="227" name="墨迹 226"/>
              <p14:cNvContentPartPr/>
              <p14:nvPr/>
            </p14:nvContentPartPr>
            <p14:xfrm>
              <a:off x="9811385" y="4436110"/>
              <a:ext cx="74295" cy="107950"/>
            </p14:xfrm>
          </p:contentPart>
        </mc:Choice>
        <mc:Fallback xmlns="">
          <p:pic>
            <p:nvPicPr>
              <p:cNvPr id="227" name="墨迹 226"/>
            </p:nvPicPr>
            <p:blipFill>
              <a:blip r:embed="rId415"/>
            </p:blipFill>
            <p:spPr>
              <a:xfrm>
                <a:off x="9811385" y="4436110"/>
                <a:ext cx="7429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6" p14:bwMode="auto">
            <p14:nvContentPartPr>
              <p14:cNvPr id="228" name="墨迹 227"/>
              <p14:cNvContentPartPr/>
              <p14:nvPr/>
            </p14:nvContentPartPr>
            <p14:xfrm>
              <a:off x="10118090" y="4460875"/>
              <a:ext cx="124460" cy="240665"/>
            </p14:xfrm>
          </p:contentPart>
        </mc:Choice>
        <mc:Fallback xmlns="">
          <p:pic>
            <p:nvPicPr>
              <p:cNvPr id="228" name="墨迹 227"/>
            </p:nvPicPr>
            <p:blipFill>
              <a:blip r:embed="rId417"/>
            </p:blipFill>
            <p:spPr>
              <a:xfrm>
                <a:off x="10118090" y="4460875"/>
                <a:ext cx="124460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8" p14:bwMode="auto">
            <p14:nvContentPartPr>
              <p14:cNvPr id="229" name="墨迹 228"/>
              <p14:cNvContentPartPr/>
              <p14:nvPr/>
            </p14:nvContentPartPr>
            <p14:xfrm>
              <a:off x="10226040" y="4477385"/>
              <a:ext cx="99695" cy="50165"/>
            </p14:xfrm>
          </p:contentPart>
        </mc:Choice>
        <mc:Fallback xmlns="">
          <p:pic>
            <p:nvPicPr>
              <p:cNvPr id="229" name="墨迹 228"/>
            </p:nvPicPr>
            <p:blipFill>
              <a:blip r:embed="rId419"/>
            </p:blipFill>
            <p:spPr>
              <a:xfrm>
                <a:off x="10226040" y="4477385"/>
                <a:ext cx="99695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0" p14:bwMode="auto">
            <p14:nvContentPartPr>
              <p14:cNvPr id="230" name="墨迹 229"/>
              <p14:cNvContentPartPr/>
              <p14:nvPr/>
            </p14:nvContentPartPr>
            <p14:xfrm>
              <a:off x="10358755" y="4452620"/>
              <a:ext cx="149225" cy="107950"/>
            </p14:xfrm>
          </p:contentPart>
        </mc:Choice>
        <mc:Fallback xmlns="">
          <p:pic>
            <p:nvPicPr>
              <p:cNvPr id="230" name="墨迹 229"/>
            </p:nvPicPr>
            <p:blipFill>
              <a:blip r:embed="rId421"/>
            </p:blipFill>
            <p:spPr>
              <a:xfrm>
                <a:off x="10358755" y="4452620"/>
                <a:ext cx="14922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2" p14:bwMode="auto">
            <p14:nvContentPartPr>
              <p14:cNvPr id="231" name="墨迹 230"/>
              <p14:cNvContentPartPr/>
              <p14:nvPr/>
            </p14:nvContentPartPr>
            <p14:xfrm>
              <a:off x="10499725" y="4486275"/>
              <a:ext cx="165735" cy="90805"/>
            </p14:xfrm>
          </p:contentPart>
        </mc:Choice>
        <mc:Fallback xmlns="">
          <p:pic>
            <p:nvPicPr>
              <p:cNvPr id="231" name="墨迹 230"/>
            </p:nvPicPr>
            <p:blipFill>
              <a:blip r:embed="rId423"/>
            </p:blipFill>
            <p:spPr>
              <a:xfrm>
                <a:off x="10499725" y="4486275"/>
                <a:ext cx="16573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4" p14:bwMode="auto">
            <p14:nvContentPartPr>
              <p14:cNvPr id="232" name="墨迹 231"/>
              <p14:cNvContentPartPr/>
              <p14:nvPr/>
            </p14:nvContentPartPr>
            <p14:xfrm>
              <a:off x="10657205" y="4544060"/>
              <a:ext cx="74930" cy="165735"/>
            </p14:xfrm>
          </p:contentPart>
        </mc:Choice>
        <mc:Fallback xmlns="">
          <p:pic>
            <p:nvPicPr>
              <p:cNvPr id="232" name="墨迹 231"/>
            </p:nvPicPr>
            <p:blipFill>
              <a:blip r:embed="rId425"/>
            </p:blipFill>
            <p:spPr>
              <a:xfrm>
                <a:off x="10657205" y="4544060"/>
                <a:ext cx="7493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6" p14:bwMode="auto">
            <p14:nvContentPartPr>
              <p14:cNvPr id="233" name="墨迹 232"/>
              <p14:cNvContentPartPr/>
              <p14:nvPr/>
            </p14:nvContentPartPr>
            <p14:xfrm>
              <a:off x="10698480" y="4577080"/>
              <a:ext cx="33655" cy="41910"/>
            </p14:xfrm>
          </p:contentPart>
        </mc:Choice>
        <mc:Fallback xmlns="">
          <p:pic>
            <p:nvPicPr>
              <p:cNvPr id="233" name="墨迹 232"/>
            </p:nvPicPr>
            <p:blipFill>
              <a:blip r:embed="rId427"/>
            </p:blipFill>
            <p:spPr>
              <a:xfrm>
                <a:off x="10698480" y="4577080"/>
                <a:ext cx="33655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8" p14:bwMode="auto">
            <p14:nvContentPartPr>
              <p14:cNvPr id="234" name="墨迹 233"/>
              <p14:cNvContentPartPr/>
              <p14:nvPr/>
            </p14:nvContentPartPr>
            <p14:xfrm>
              <a:off x="10881360" y="4486275"/>
              <a:ext cx="33020" cy="107315"/>
            </p14:xfrm>
          </p:contentPart>
        </mc:Choice>
        <mc:Fallback xmlns="">
          <p:pic>
            <p:nvPicPr>
              <p:cNvPr id="234" name="墨迹 233"/>
            </p:nvPicPr>
            <p:blipFill>
              <a:blip r:embed="rId429"/>
            </p:blipFill>
            <p:spPr>
              <a:xfrm>
                <a:off x="10881360" y="4486275"/>
                <a:ext cx="33020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0" p14:bwMode="auto">
            <p14:nvContentPartPr>
              <p14:cNvPr id="235" name="墨迹 234"/>
              <p14:cNvContentPartPr/>
              <p14:nvPr/>
            </p14:nvContentPartPr>
            <p14:xfrm>
              <a:off x="10873105" y="4535805"/>
              <a:ext cx="99695" cy="8255"/>
            </p14:xfrm>
          </p:contentPart>
        </mc:Choice>
        <mc:Fallback xmlns="">
          <p:pic>
            <p:nvPicPr>
              <p:cNvPr id="235" name="墨迹 234"/>
            </p:nvPicPr>
            <p:blipFill>
              <a:blip r:embed="rId431"/>
            </p:blipFill>
            <p:spPr>
              <a:xfrm>
                <a:off x="10873105" y="4535805"/>
                <a:ext cx="9969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2" p14:bwMode="auto">
            <p14:nvContentPartPr>
              <p14:cNvPr id="236" name="墨迹 235"/>
              <p14:cNvContentPartPr/>
              <p14:nvPr/>
            </p14:nvContentPartPr>
            <p14:xfrm>
              <a:off x="10831195" y="4460875"/>
              <a:ext cx="141605" cy="158115"/>
            </p14:xfrm>
          </p:contentPart>
        </mc:Choice>
        <mc:Fallback xmlns="">
          <p:pic>
            <p:nvPicPr>
              <p:cNvPr id="236" name="墨迹 235"/>
            </p:nvPicPr>
            <p:blipFill>
              <a:blip r:embed="rId433"/>
            </p:blipFill>
            <p:spPr>
              <a:xfrm>
                <a:off x="10831195" y="4460875"/>
                <a:ext cx="141605" cy="158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4" p14:bwMode="auto">
            <p14:nvContentPartPr>
              <p14:cNvPr id="237" name="墨迹 236"/>
              <p14:cNvContentPartPr/>
              <p14:nvPr/>
            </p14:nvContentPartPr>
            <p14:xfrm>
              <a:off x="10848340" y="4519295"/>
              <a:ext cx="190500" cy="16510"/>
            </p14:xfrm>
          </p:contentPart>
        </mc:Choice>
        <mc:Fallback xmlns="">
          <p:pic>
            <p:nvPicPr>
              <p:cNvPr id="237" name="墨迹 236"/>
            </p:nvPicPr>
            <p:blipFill>
              <a:blip r:embed="rId435"/>
            </p:blipFill>
            <p:spPr>
              <a:xfrm>
                <a:off x="10848340" y="4519295"/>
                <a:ext cx="19050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6" p14:bwMode="auto">
            <p14:nvContentPartPr>
              <p14:cNvPr id="238" name="墨迹 237"/>
              <p14:cNvContentPartPr/>
              <p14:nvPr/>
            </p14:nvContentPartPr>
            <p14:xfrm>
              <a:off x="8559165" y="4660265"/>
              <a:ext cx="90805" cy="190500"/>
            </p14:xfrm>
          </p:contentPart>
        </mc:Choice>
        <mc:Fallback xmlns="">
          <p:pic>
            <p:nvPicPr>
              <p:cNvPr id="238" name="墨迹 237"/>
            </p:nvPicPr>
            <p:blipFill>
              <a:blip r:embed="rId437"/>
            </p:blipFill>
            <p:spPr>
              <a:xfrm>
                <a:off x="8559165" y="4660265"/>
                <a:ext cx="9080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8" p14:bwMode="auto">
            <p14:nvContentPartPr>
              <p14:cNvPr id="239" name="墨迹 238"/>
              <p14:cNvContentPartPr/>
              <p14:nvPr/>
            </p14:nvContentPartPr>
            <p14:xfrm>
              <a:off x="8749665" y="4693285"/>
              <a:ext cx="99695" cy="149225"/>
            </p14:xfrm>
          </p:contentPart>
        </mc:Choice>
        <mc:Fallback xmlns="">
          <p:pic>
            <p:nvPicPr>
              <p:cNvPr id="239" name="墨迹 238"/>
            </p:nvPicPr>
            <p:blipFill>
              <a:blip r:embed="rId439"/>
            </p:blipFill>
            <p:spPr>
              <a:xfrm>
                <a:off x="8749665" y="4693285"/>
                <a:ext cx="9969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0" p14:bwMode="auto">
            <p14:nvContentPartPr>
              <p14:cNvPr id="240" name="墨迹 239"/>
              <p14:cNvContentPartPr/>
              <p14:nvPr/>
            </p14:nvContentPartPr>
            <p14:xfrm>
              <a:off x="8915400" y="4768215"/>
              <a:ext cx="83185" cy="82550"/>
            </p14:xfrm>
          </p:contentPart>
        </mc:Choice>
        <mc:Fallback xmlns="">
          <p:pic>
            <p:nvPicPr>
              <p:cNvPr id="240" name="墨迹 239"/>
            </p:nvPicPr>
            <p:blipFill>
              <a:blip r:embed="rId441"/>
            </p:blipFill>
            <p:spPr>
              <a:xfrm>
                <a:off x="8915400" y="4768215"/>
                <a:ext cx="83185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2" p14:bwMode="auto">
            <p14:nvContentPartPr>
              <p14:cNvPr id="241" name="墨迹 240"/>
              <p14:cNvContentPartPr/>
              <p14:nvPr/>
            </p14:nvContentPartPr>
            <p14:xfrm>
              <a:off x="8915400" y="4742815"/>
              <a:ext cx="58420" cy="124460"/>
            </p14:xfrm>
          </p:contentPart>
        </mc:Choice>
        <mc:Fallback xmlns="">
          <p:pic>
            <p:nvPicPr>
              <p:cNvPr id="241" name="墨迹 240"/>
            </p:nvPicPr>
            <p:blipFill>
              <a:blip r:embed="rId443"/>
            </p:blipFill>
            <p:spPr>
              <a:xfrm>
                <a:off x="8915400" y="4742815"/>
                <a:ext cx="5842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4" p14:bwMode="auto">
            <p14:nvContentPartPr>
              <p14:cNvPr id="242" name="墨迹 241"/>
              <p14:cNvContentPartPr/>
              <p14:nvPr/>
            </p14:nvContentPartPr>
            <p14:xfrm>
              <a:off x="8982075" y="4742815"/>
              <a:ext cx="190500" cy="124460"/>
            </p14:xfrm>
          </p:contentPart>
        </mc:Choice>
        <mc:Fallback xmlns="">
          <p:pic>
            <p:nvPicPr>
              <p:cNvPr id="242" name="墨迹 241"/>
            </p:nvPicPr>
            <p:blipFill>
              <a:blip r:embed="rId445"/>
            </p:blipFill>
            <p:spPr>
              <a:xfrm>
                <a:off x="8982075" y="4742815"/>
                <a:ext cx="19050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6" p14:bwMode="auto">
            <p14:nvContentPartPr>
              <p14:cNvPr id="243" name="墨迹 242"/>
              <p14:cNvContentPartPr/>
              <p14:nvPr/>
            </p14:nvContentPartPr>
            <p14:xfrm>
              <a:off x="9462770" y="4734560"/>
              <a:ext cx="83185" cy="182880"/>
            </p14:xfrm>
          </p:contentPart>
        </mc:Choice>
        <mc:Fallback xmlns="">
          <p:pic>
            <p:nvPicPr>
              <p:cNvPr id="243" name="墨迹 242"/>
            </p:nvPicPr>
            <p:blipFill>
              <a:blip r:embed="rId447"/>
            </p:blipFill>
            <p:spPr>
              <a:xfrm>
                <a:off x="9462770" y="4734560"/>
                <a:ext cx="83185" cy="182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8" p14:bwMode="auto">
            <p14:nvContentPartPr>
              <p14:cNvPr id="244" name="墨迹 243"/>
              <p14:cNvContentPartPr/>
              <p14:nvPr/>
            </p14:nvContentPartPr>
            <p14:xfrm>
              <a:off x="9504680" y="4834255"/>
              <a:ext cx="124460" cy="83185"/>
            </p14:xfrm>
          </p:contentPart>
        </mc:Choice>
        <mc:Fallback xmlns="">
          <p:pic>
            <p:nvPicPr>
              <p:cNvPr id="244" name="墨迹 243"/>
            </p:nvPicPr>
            <p:blipFill>
              <a:blip r:embed="rId449"/>
            </p:blipFill>
            <p:spPr>
              <a:xfrm>
                <a:off x="9504680" y="4834255"/>
                <a:ext cx="124460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0" p14:bwMode="auto">
            <p14:nvContentPartPr>
              <p14:cNvPr id="245" name="墨迹 244"/>
              <p14:cNvContentPartPr/>
              <p14:nvPr/>
            </p14:nvContentPartPr>
            <p14:xfrm>
              <a:off x="9670415" y="4826000"/>
              <a:ext cx="49530" cy="57785"/>
            </p14:xfrm>
          </p:contentPart>
        </mc:Choice>
        <mc:Fallback xmlns="">
          <p:pic>
            <p:nvPicPr>
              <p:cNvPr id="245" name="墨迹 244"/>
            </p:nvPicPr>
            <p:blipFill>
              <a:blip r:embed="rId451"/>
            </p:blipFill>
            <p:spPr>
              <a:xfrm>
                <a:off x="9670415" y="4826000"/>
                <a:ext cx="4953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2" p14:bwMode="auto">
            <p14:nvContentPartPr>
              <p14:cNvPr id="246" name="墨迹 245"/>
              <p14:cNvContentPartPr/>
              <p14:nvPr/>
            </p14:nvContentPartPr>
            <p14:xfrm>
              <a:off x="9753600" y="4817745"/>
              <a:ext cx="99060" cy="149225"/>
            </p14:xfrm>
          </p:contentPart>
        </mc:Choice>
        <mc:Fallback xmlns="">
          <p:pic>
            <p:nvPicPr>
              <p:cNvPr id="246" name="墨迹 245"/>
            </p:nvPicPr>
            <p:blipFill>
              <a:blip r:embed="rId453"/>
            </p:blipFill>
            <p:spPr>
              <a:xfrm>
                <a:off x="9753600" y="4817745"/>
                <a:ext cx="9906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4" p14:bwMode="auto">
            <p14:nvContentPartPr>
              <p14:cNvPr id="247" name="墨迹 246"/>
              <p14:cNvContentPartPr/>
              <p14:nvPr/>
            </p14:nvContentPartPr>
            <p14:xfrm>
              <a:off x="9968865" y="4792980"/>
              <a:ext cx="99695" cy="157480"/>
            </p14:xfrm>
          </p:contentPart>
        </mc:Choice>
        <mc:Fallback xmlns="">
          <p:pic>
            <p:nvPicPr>
              <p:cNvPr id="247" name="墨迹 246"/>
            </p:nvPicPr>
            <p:blipFill>
              <a:blip r:embed="rId455"/>
            </p:blipFill>
            <p:spPr>
              <a:xfrm>
                <a:off x="9968865" y="4792980"/>
                <a:ext cx="9969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6" p14:bwMode="auto">
            <p14:nvContentPartPr>
              <p14:cNvPr id="248" name="墨迹 247"/>
              <p14:cNvContentPartPr/>
              <p14:nvPr/>
            </p14:nvContentPartPr>
            <p14:xfrm>
              <a:off x="9935845" y="4834255"/>
              <a:ext cx="182245" cy="41275"/>
            </p14:xfrm>
          </p:contentPart>
        </mc:Choice>
        <mc:Fallback xmlns="">
          <p:pic>
            <p:nvPicPr>
              <p:cNvPr id="248" name="墨迹 247"/>
            </p:nvPicPr>
            <p:blipFill>
              <a:blip r:embed="rId457"/>
            </p:blipFill>
            <p:spPr>
              <a:xfrm>
                <a:off x="9935845" y="4834255"/>
                <a:ext cx="18224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8" p14:bwMode="auto">
            <p14:nvContentPartPr>
              <p14:cNvPr id="249" name="墨迹 248"/>
              <p14:cNvContentPartPr/>
              <p14:nvPr/>
            </p14:nvContentPartPr>
            <p14:xfrm>
              <a:off x="11104880" y="4601845"/>
              <a:ext cx="224155" cy="132715"/>
            </p14:xfrm>
          </p:contentPart>
        </mc:Choice>
        <mc:Fallback xmlns="">
          <p:pic>
            <p:nvPicPr>
              <p:cNvPr id="249" name="墨迹 248"/>
            </p:nvPicPr>
            <p:blipFill>
              <a:blip r:embed="rId459"/>
            </p:blipFill>
            <p:spPr>
              <a:xfrm>
                <a:off x="11104880" y="4601845"/>
                <a:ext cx="22415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0" p14:bwMode="auto">
            <p14:nvContentPartPr>
              <p14:cNvPr id="250" name="墨迹 249"/>
              <p14:cNvContentPartPr/>
              <p14:nvPr/>
            </p14:nvContentPartPr>
            <p14:xfrm>
              <a:off x="11155045" y="4577080"/>
              <a:ext cx="215265" cy="273685"/>
            </p14:xfrm>
          </p:contentPart>
        </mc:Choice>
        <mc:Fallback xmlns="">
          <p:pic>
            <p:nvPicPr>
              <p:cNvPr id="250" name="墨迹 249"/>
            </p:nvPicPr>
            <p:blipFill>
              <a:blip r:embed="rId461"/>
            </p:blipFill>
            <p:spPr>
              <a:xfrm>
                <a:off x="11155045" y="4577080"/>
                <a:ext cx="21526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2" p14:bwMode="auto">
            <p14:nvContentPartPr>
              <p14:cNvPr id="251" name="墨迹 250"/>
              <p14:cNvContentPartPr/>
              <p14:nvPr/>
            </p14:nvContentPartPr>
            <p14:xfrm>
              <a:off x="10640695" y="4892040"/>
              <a:ext cx="265430" cy="99695"/>
            </p14:xfrm>
          </p:contentPart>
        </mc:Choice>
        <mc:Fallback xmlns="">
          <p:pic>
            <p:nvPicPr>
              <p:cNvPr id="251" name="墨迹 250"/>
            </p:nvPicPr>
            <p:blipFill>
              <a:blip r:embed="rId463"/>
            </p:blipFill>
            <p:spPr>
              <a:xfrm>
                <a:off x="10640695" y="4892040"/>
                <a:ext cx="26543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4" p14:bwMode="auto">
            <p14:nvContentPartPr>
              <p14:cNvPr id="252" name="墨迹 251"/>
              <p14:cNvContentPartPr/>
              <p14:nvPr/>
            </p14:nvContentPartPr>
            <p14:xfrm>
              <a:off x="10698480" y="4817745"/>
              <a:ext cx="132715" cy="265430"/>
            </p14:xfrm>
          </p:contentPart>
        </mc:Choice>
        <mc:Fallback xmlns="">
          <p:pic>
            <p:nvPicPr>
              <p:cNvPr id="252" name="墨迹 251"/>
            </p:nvPicPr>
            <p:blipFill>
              <a:blip r:embed="rId465"/>
            </p:blipFill>
            <p:spPr>
              <a:xfrm>
                <a:off x="10698480" y="4817745"/>
                <a:ext cx="13271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6" p14:bwMode="auto">
            <p14:nvContentPartPr>
              <p14:cNvPr id="253" name="墨迹 252"/>
              <p14:cNvContentPartPr/>
              <p14:nvPr/>
            </p14:nvContentPartPr>
            <p14:xfrm>
              <a:off x="10848340" y="4104640"/>
              <a:ext cx="381000" cy="173990"/>
            </p14:xfrm>
          </p:contentPart>
        </mc:Choice>
        <mc:Fallback xmlns="">
          <p:pic>
            <p:nvPicPr>
              <p:cNvPr id="253" name="墨迹 252"/>
            </p:nvPicPr>
            <p:blipFill>
              <a:blip r:embed="rId467"/>
            </p:blipFill>
            <p:spPr>
              <a:xfrm>
                <a:off x="10848340" y="4104640"/>
                <a:ext cx="381000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8" p14:bwMode="auto">
            <p14:nvContentPartPr>
              <p14:cNvPr id="254" name="墨迹 253"/>
              <p14:cNvContentPartPr/>
              <p14:nvPr/>
            </p14:nvContentPartPr>
            <p14:xfrm>
              <a:off x="10350500" y="5207635"/>
              <a:ext cx="1600835" cy="132715"/>
            </p14:xfrm>
          </p:contentPart>
        </mc:Choice>
        <mc:Fallback xmlns="">
          <p:pic>
            <p:nvPicPr>
              <p:cNvPr id="254" name="墨迹 253"/>
            </p:nvPicPr>
            <p:blipFill>
              <a:blip r:embed="rId469"/>
            </p:blipFill>
            <p:spPr>
              <a:xfrm>
                <a:off x="10350500" y="5207635"/>
                <a:ext cx="160083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0" p14:bwMode="auto">
            <p14:nvContentPartPr>
              <p14:cNvPr id="255" name="墨迹 254"/>
              <p14:cNvContentPartPr/>
              <p14:nvPr/>
            </p14:nvContentPartPr>
            <p14:xfrm>
              <a:off x="9180830" y="5489575"/>
              <a:ext cx="248920" cy="99060"/>
            </p14:xfrm>
          </p:contentPart>
        </mc:Choice>
        <mc:Fallback xmlns="">
          <p:pic>
            <p:nvPicPr>
              <p:cNvPr id="255" name="墨迹 254"/>
            </p:nvPicPr>
            <p:blipFill>
              <a:blip r:embed="rId471"/>
            </p:blipFill>
            <p:spPr>
              <a:xfrm>
                <a:off x="9180830" y="5489575"/>
                <a:ext cx="24892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2" p14:bwMode="auto">
            <p14:nvContentPartPr>
              <p14:cNvPr id="256" name="墨迹 255"/>
              <p14:cNvContentPartPr/>
              <p14:nvPr/>
            </p14:nvContentPartPr>
            <p14:xfrm>
              <a:off x="9545955" y="5481320"/>
              <a:ext cx="66040" cy="90805"/>
            </p14:xfrm>
          </p:contentPart>
        </mc:Choice>
        <mc:Fallback xmlns="">
          <p:pic>
            <p:nvPicPr>
              <p:cNvPr id="256" name="墨迹 255"/>
            </p:nvPicPr>
            <p:blipFill>
              <a:blip r:embed="rId473"/>
            </p:blipFill>
            <p:spPr>
              <a:xfrm>
                <a:off x="9545955" y="5481320"/>
                <a:ext cx="66040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4" p14:bwMode="auto">
            <p14:nvContentPartPr>
              <p14:cNvPr id="257" name="墨迹 256"/>
              <p14:cNvContentPartPr/>
              <p14:nvPr/>
            </p14:nvContentPartPr>
            <p14:xfrm>
              <a:off x="9695180" y="5489575"/>
              <a:ext cx="41275" cy="107315"/>
            </p14:xfrm>
          </p:contentPart>
        </mc:Choice>
        <mc:Fallback xmlns="">
          <p:pic>
            <p:nvPicPr>
              <p:cNvPr id="257" name="墨迹 256"/>
            </p:nvPicPr>
            <p:blipFill>
              <a:blip r:embed="rId475"/>
            </p:blipFill>
            <p:spPr>
              <a:xfrm>
                <a:off x="9695180" y="5489575"/>
                <a:ext cx="41275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6" p14:bwMode="auto">
            <p14:nvContentPartPr>
              <p14:cNvPr id="258" name="墨迹 257"/>
              <p14:cNvContentPartPr/>
              <p14:nvPr/>
            </p14:nvContentPartPr>
            <p14:xfrm>
              <a:off x="9670415" y="5422900"/>
              <a:ext cx="257175" cy="116205"/>
            </p14:xfrm>
          </p:contentPart>
        </mc:Choice>
        <mc:Fallback xmlns="">
          <p:pic>
            <p:nvPicPr>
              <p:cNvPr id="258" name="墨迹 257"/>
            </p:nvPicPr>
            <p:blipFill>
              <a:blip r:embed="rId477"/>
            </p:blipFill>
            <p:spPr>
              <a:xfrm>
                <a:off x="9670415" y="5422900"/>
                <a:ext cx="25717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8" p14:bwMode="auto">
            <p14:nvContentPartPr>
              <p14:cNvPr id="259" name="墨迹 258"/>
              <p14:cNvContentPartPr/>
              <p14:nvPr/>
            </p14:nvContentPartPr>
            <p14:xfrm>
              <a:off x="9156065" y="5746750"/>
              <a:ext cx="107950" cy="157480"/>
            </p14:xfrm>
          </p:contentPart>
        </mc:Choice>
        <mc:Fallback xmlns="">
          <p:pic>
            <p:nvPicPr>
              <p:cNvPr id="259" name="墨迹 258"/>
            </p:nvPicPr>
            <p:blipFill>
              <a:blip r:embed="rId479"/>
            </p:blipFill>
            <p:spPr>
              <a:xfrm>
                <a:off x="9156065" y="5746750"/>
                <a:ext cx="107950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0" p14:bwMode="auto">
            <p14:nvContentPartPr>
              <p14:cNvPr id="260" name="墨迹 259"/>
              <p14:cNvContentPartPr/>
              <p14:nvPr/>
            </p14:nvContentPartPr>
            <p14:xfrm>
              <a:off x="9272270" y="5779770"/>
              <a:ext cx="83185" cy="215265"/>
            </p14:xfrm>
          </p:contentPart>
        </mc:Choice>
        <mc:Fallback xmlns="">
          <p:pic>
            <p:nvPicPr>
              <p:cNvPr id="260" name="墨迹 259"/>
            </p:nvPicPr>
            <p:blipFill>
              <a:blip r:embed="rId481"/>
            </p:blipFill>
            <p:spPr>
              <a:xfrm>
                <a:off x="9272270" y="5779770"/>
                <a:ext cx="83185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2" p14:bwMode="auto">
            <p14:nvContentPartPr>
              <p14:cNvPr id="261" name="墨迹 260"/>
              <p14:cNvContentPartPr/>
              <p14:nvPr/>
            </p14:nvContentPartPr>
            <p14:xfrm>
              <a:off x="9355455" y="5804535"/>
              <a:ext cx="82550" cy="99695"/>
            </p14:xfrm>
          </p:contentPart>
        </mc:Choice>
        <mc:Fallback xmlns="">
          <p:pic>
            <p:nvPicPr>
              <p:cNvPr id="261" name="墨迹 260"/>
            </p:nvPicPr>
            <p:blipFill>
              <a:blip r:embed="rId483"/>
            </p:blipFill>
            <p:spPr>
              <a:xfrm>
                <a:off x="9355455" y="5804535"/>
                <a:ext cx="8255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4" p14:bwMode="auto">
            <p14:nvContentPartPr>
              <p14:cNvPr id="262" name="墨迹 261"/>
              <p14:cNvContentPartPr/>
              <p14:nvPr/>
            </p14:nvContentPartPr>
            <p14:xfrm>
              <a:off x="9488170" y="5771515"/>
              <a:ext cx="273685" cy="99060"/>
            </p14:xfrm>
          </p:contentPart>
        </mc:Choice>
        <mc:Fallback xmlns="">
          <p:pic>
            <p:nvPicPr>
              <p:cNvPr id="262" name="墨迹 261"/>
            </p:nvPicPr>
            <p:blipFill>
              <a:blip r:embed="rId485"/>
            </p:blipFill>
            <p:spPr>
              <a:xfrm>
                <a:off x="9488170" y="5771515"/>
                <a:ext cx="27368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6" p14:bwMode="auto">
            <p14:nvContentPartPr>
              <p14:cNvPr id="263" name="墨迹 262"/>
              <p14:cNvContentPartPr/>
              <p14:nvPr/>
            </p14:nvContentPartPr>
            <p14:xfrm>
              <a:off x="9827895" y="5622290"/>
              <a:ext cx="232410" cy="290195"/>
            </p14:xfrm>
          </p:contentPart>
        </mc:Choice>
        <mc:Fallback xmlns="">
          <p:pic>
            <p:nvPicPr>
              <p:cNvPr id="263" name="墨迹 262"/>
            </p:nvPicPr>
            <p:blipFill>
              <a:blip r:embed="rId487"/>
            </p:blipFill>
            <p:spPr>
              <a:xfrm>
                <a:off x="9827895" y="5622290"/>
                <a:ext cx="232410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8" p14:bwMode="auto">
            <p14:nvContentPartPr>
              <p14:cNvPr id="264" name="墨迹 263"/>
              <p14:cNvContentPartPr/>
              <p14:nvPr/>
            </p14:nvContentPartPr>
            <p14:xfrm>
              <a:off x="10607675" y="5530850"/>
              <a:ext cx="360" cy="16510"/>
            </p14:xfrm>
          </p:contentPart>
        </mc:Choice>
        <mc:Fallback xmlns="">
          <p:pic>
            <p:nvPicPr>
              <p:cNvPr id="264" name="墨迹 263"/>
            </p:nvPicPr>
            <p:blipFill>
              <a:blip r:embed="rId54"/>
            </p:blipFill>
            <p:spPr>
              <a:xfrm>
                <a:off x="10607675" y="5530850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9" p14:bwMode="auto">
            <p14:nvContentPartPr>
              <p14:cNvPr id="265" name="墨迹 264"/>
              <p14:cNvContentPartPr/>
              <p14:nvPr/>
            </p14:nvContentPartPr>
            <p14:xfrm>
              <a:off x="10748645" y="5530850"/>
              <a:ext cx="41275" cy="57785"/>
            </p14:xfrm>
          </p:contentPart>
        </mc:Choice>
        <mc:Fallback xmlns="">
          <p:pic>
            <p:nvPicPr>
              <p:cNvPr id="265" name="墨迹 264"/>
            </p:nvPicPr>
            <p:blipFill>
              <a:blip r:embed="rId490"/>
            </p:blipFill>
            <p:spPr>
              <a:xfrm>
                <a:off x="10748645" y="5530850"/>
                <a:ext cx="41275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1" p14:bwMode="auto">
            <p14:nvContentPartPr>
              <p14:cNvPr id="266" name="墨迹 265"/>
              <p14:cNvContentPartPr/>
              <p14:nvPr/>
            </p14:nvContentPartPr>
            <p14:xfrm>
              <a:off x="10657205" y="5713095"/>
              <a:ext cx="360" cy="16510"/>
            </p14:xfrm>
          </p:contentPart>
        </mc:Choice>
        <mc:Fallback xmlns="">
          <p:pic>
            <p:nvPicPr>
              <p:cNvPr id="266" name="墨迹 265"/>
            </p:nvPicPr>
            <p:blipFill>
              <a:blip r:embed="rId54"/>
            </p:blipFill>
            <p:spPr>
              <a:xfrm>
                <a:off x="10657205" y="5713095"/>
                <a:ext cx="36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2" p14:bwMode="auto">
            <p14:nvContentPartPr>
              <p14:cNvPr id="267" name="墨迹 266"/>
              <p14:cNvContentPartPr/>
              <p14:nvPr/>
            </p14:nvContentPartPr>
            <p14:xfrm>
              <a:off x="10698480" y="5837555"/>
              <a:ext cx="41910" cy="24765"/>
            </p14:xfrm>
          </p:contentPart>
        </mc:Choice>
        <mc:Fallback xmlns="">
          <p:pic>
            <p:nvPicPr>
              <p:cNvPr id="267" name="墨迹 266"/>
            </p:nvPicPr>
            <p:blipFill>
              <a:blip r:embed="rId493"/>
            </p:blipFill>
            <p:spPr>
              <a:xfrm>
                <a:off x="10698480" y="5837555"/>
                <a:ext cx="4191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4" p14:bwMode="auto">
            <p14:nvContentPartPr>
              <p14:cNvPr id="268" name="墨迹 267"/>
              <p14:cNvContentPartPr/>
              <p14:nvPr/>
            </p14:nvContentPartPr>
            <p14:xfrm>
              <a:off x="10748645" y="5837555"/>
              <a:ext cx="57785" cy="33020"/>
            </p14:xfrm>
          </p:contentPart>
        </mc:Choice>
        <mc:Fallback xmlns="">
          <p:pic>
            <p:nvPicPr>
              <p:cNvPr id="268" name="墨迹 267"/>
            </p:nvPicPr>
            <p:blipFill>
              <a:blip r:embed="rId495"/>
            </p:blipFill>
            <p:spPr>
              <a:xfrm>
                <a:off x="10748645" y="5837555"/>
                <a:ext cx="5778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6" p14:bwMode="auto">
            <p14:nvContentPartPr>
              <p14:cNvPr id="269" name="墨迹 268"/>
              <p14:cNvContentPartPr/>
              <p14:nvPr/>
            </p14:nvContentPartPr>
            <p14:xfrm>
              <a:off x="10665460" y="5912485"/>
              <a:ext cx="360" cy="8255"/>
            </p14:xfrm>
          </p:contentPart>
        </mc:Choice>
        <mc:Fallback xmlns="">
          <p:pic>
            <p:nvPicPr>
              <p:cNvPr id="269" name="墨迹 268"/>
            </p:nvPicPr>
            <p:blipFill>
              <a:blip r:embed="rId497"/>
            </p:blipFill>
            <p:spPr>
              <a:xfrm>
                <a:off x="10665460" y="5912485"/>
                <a:ext cx="36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8" p14:bwMode="auto">
            <p14:nvContentPartPr>
              <p14:cNvPr id="270" name="墨迹 269"/>
              <p14:cNvContentPartPr/>
              <p14:nvPr/>
            </p14:nvContentPartPr>
            <p14:xfrm>
              <a:off x="11196320" y="4021455"/>
              <a:ext cx="365125" cy="2056765"/>
            </p14:xfrm>
          </p:contentPart>
        </mc:Choice>
        <mc:Fallback xmlns="">
          <p:pic>
            <p:nvPicPr>
              <p:cNvPr id="270" name="墨迹 269"/>
            </p:nvPicPr>
            <p:blipFill>
              <a:blip r:embed="rId499"/>
            </p:blipFill>
            <p:spPr>
              <a:xfrm>
                <a:off x="11196320" y="4021455"/>
                <a:ext cx="365125" cy="2056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0" p14:bwMode="auto">
            <p14:nvContentPartPr>
              <p14:cNvPr id="271" name="墨迹 270"/>
              <p14:cNvContentPartPr/>
              <p14:nvPr/>
            </p14:nvContentPartPr>
            <p14:xfrm>
              <a:off x="11635740" y="4187190"/>
              <a:ext cx="224155" cy="83185"/>
            </p14:xfrm>
          </p:contentPart>
        </mc:Choice>
        <mc:Fallback xmlns="">
          <p:pic>
            <p:nvPicPr>
              <p:cNvPr id="271" name="墨迹 270"/>
            </p:nvPicPr>
            <p:blipFill>
              <a:blip r:embed="rId501"/>
            </p:blipFill>
            <p:spPr>
              <a:xfrm>
                <a:off x="11635740" y="4187190"/>
                <a:ext cx="22415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2" p14:bwMode="auto">
            <p14:nvContentPartPr>
              <p14:cNvPr id="272" name="墨迹 271"/>
              <p14:cNvContentPartPr/>
              <p14:nvPr/>
            </p14:nvContentPartPr>
            <p14:xfrm>
              <a:off x="11503025" y="4652010"/>
              <a:ext cx="273685" cy="223520"/>
            </p14:xfrm>
          </p:contentPart>
        </mc:Choice>
        <mc:Fallback xmlns="">
          <p:pic>
            <p:nvPicPr>
              <p:cNvPr id="272" name="墨迹 271"/>
            </p:nvPicPr>
            <p:blipFill>
              <a:blip r:embed="rId503"/>
            </p:blipFill>
            <p:spPr>
              <a:xfrm>
                <a:off x="11503025" y="4652010"/>
                <a:ext cx="27368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4" p14:bwMode="auto">
            <p14:nvContentPartPr>
              <p14:cNvPr id="273" name="墨迹 272"/>
              <p14:cNvContentPartPr/>
              <p14:nvPr/>
            </p14:nvContentPartPr>
            <p14:xfrm>
              <a:off x="11453495" y="4999990"/>
              <a:ext cx="199390" cy="132715"/>
            </p14:xfrm>
          </p:contentPart>
        </mc:Choice>
        <mc:Fallback xmlns="">
          <p:pic>
            <p:nvPicPr>
              <p:cNvPr id="273" name="墨迹 272"/>
            </p:nvPicPr>
            <p:blipFill>
              <a:blip r:embed="rId505"/>
            </p:blipFill>
            <p:spPr>
              <a:xfrm>
                <a:off x="11453495" y="4999990"/>
                <a:ext cx="19939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6" p14:bwMode="auto">
            <p14:nvContentPartPr>
              <p14:cNvPr id="274" name="墨迹 273"/>
              <p14:cNvContentPartPr/>
              <p14:nvPr/>
            </p14:nvContentPartPr>
            <p14:xfrm>
              <a:off x="11536680" y="4975225"/>
              <a:ext cx="57785" cy="265430"/>
            </p14:xfrm>
          </p:contentPart>
        </mc:Choice>
        <mc:Fallback xmlns="">
          <p:pic>
            <p:nvPicPr>
              <p:cNvPr id="274" name="墨迹 273"/>
            </p:nvPicPr>
            <p:blipFill>
              <a:blip r:embed="rId507"/>
            </p:blipFill>
            <p:spPr>
              <a:xfrm>
                <a:off x="11536680" y="4975225"/>
                <a:ext cx="5778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8" p14:bwMode="auto">
            <p14:nvContentPartPr>
              <p14:cNvPr id="275" name="墨迹 274"/>
              <p14:cNvContentPartPr/>
              <p14:nvPr/>
            </p14:nvContentPartPr>
            <p14:xfrm>
              <a:off x="11428730" y="5455920"/>
              <a:ext cx="24765" cy="33655"/>
            </p14:xfrm>
          </p:contentPart>
        </mc:Choice>
        <mc:Fallback xmlns="">
          <p:pic>
            <p:nvPicPr>
              <p:cNvPr id="275" name="墨迹 274"/>
            </p:nvPicPr>
            <p:blipFill>
              <a:blip r:embed="rId509"/>
            </p:blipFill>
            <p:spPr>
              <a:xfrm>
                <a:off x="11428730" y="5455920"/>
                <a:ext cx="2476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0" p14:bwMode="auto">
            <p14:nvContentPartPr>
              <p14:cNvPr id="276" name="墨迹 275"/>
              <p14:cNvContentPartPr/>
              <p14:nvPr/>
            </p14:nvContentPartPr>
            <p14:xfrm>
              <a:off x="11420475" y="5522595"/>
              <a:ext cx="41275" cy="224155"/>
            </p14:xfrm>
          </p:contentPart>
        </mc:Choice>
        <mc:Fallback xmlns="">
          <p:pic>
            <p:nvPicPr>
              <p:cNvPr id="276" name="墨迹 275"/>
            </p:nvPicPr>
            <p:blipFill>
              <a:blip r:embed="rId511"/>
            </p:blipFill>
            <p:spPr>
              <a:xfrm>
                <a:off x="11420475" y="5522595"/>
                <a:ext cx="41275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2" p14:bwMode="auto">
            <p14:nvContentPartPr>
              <p14:cNvPr id="277" name="墨迹 276"/>
              <p14:cNvContentPartPr/>
              <p14:nvPr/>
            </p14:nvContentPartPr>
            <p14:xfrm>
              <a:off x="11743690" y="4104640"/>
              <a:ext cx="240665" cy="878840"/>
            </p14:xfrm>
          </p:contentPart>
        </mc:Choice>
        <mc:Fallback xmlns="">
          <p:pic>
            <p:nvPicPr>
              <p:cNvPr id="277" name="墨迹 276"/>
            </p:nvPicPr>
            <p:blipFill>
              <a:blip r:embed="rId513"/>
            </p:blipFill>
            <p:spPr>
              <a:xfrm>
                <a:off x="11743690" y="4104640"/>
                <a:ext cx="240665" cy="878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4" p14:bwMode="auto">
            <p14:nvContentPartPr>
              <p14:cNvPr id="278" name="墨迹 277"/>
              <p14:cNvContentPartPr/>
              <p14:nvPr/>
            </p14:nvContentPartPr>
            <p14:xfrm>
              <a:off x="11984355" y="4204335"/>
              <a:ext cx="140970" cy="149225"/>
            </p14:xfrm>
          </p:contentPart>
        </mc:Choice>
        <mc:Fallback xmlns="">
          <p:pic>
            <p:nvPicPr>
              <p:cNvPr id="278" name="墨迹 277"/>
            </p:nvPicPr>
            <p:blipFill>
              <a:blip r:embed="rId515"/>
            </p:blipFill>
            <p:spPr>
              <a:xfrm>
                <a:off x="11984355" y="4204335"/>
                <a:ext cx="14097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6" p14:bwMode="auto">
            <p14:nvContentPartPr>
              <p14:cNvPr id="279" name="墨迹 278"/>
              <p14:cNvContentPartPr/>
              <p14:nvPr/>
            </p14:nvContentPartPr>
            <p14:xfrm>
              <a:off x="11884660" y="4742815"/>
              <a:ext cx="124460" cy="140970"/>
            </p14:xfrm>
          </p:contentPart>
        </mc:Choice>
        <mc:Fallback xmlns="">
          <p:pic>
            <p:nvPicPr>
              <p:cNvPr id="279" name="墨迹 278"/>
            </p:nvPicPr>
            <p:blipFill>
              <a:blip r:embed="rId517"/>
            </p:blipFill>
            <p:spPr>
              <a:xfrm>
                <a:off x="11884660" y="4742815"/>
                <a:ext cx="12446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8" p14:bwMode="auto">
            <p14:nvContentPartPr>
              <p14:cNvPr id="280" name="墨迹 279"/>
              <p14:cNvContentPartPr/>
              <p14:nvPr/>
            </p14:nvContentPartPr>
            <p14:xfrm>
              <a:off x="11943080" y="4784725"/>
              <a:ext cx="57785" cy="182245"/>
            </p14:xfrm>
          </p:contentPart>
        </mc:Choice>
        <mc:Fallback xmlns="">
          <p:pic>
            <p:nvPicPr>
              <p:cNvPr id="280" name="墨迹 279"/>
            </p:nvPicPr>
            <p:blipFill>
              <a:blip r:embed="rId519"/>
            </p:blipFill>
            <p:spPr>
              <a:xfrm>
                <a:off x="11943080" y="4784725"/>
                <a:ext cx="5778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0" p14:bwMode="auto">
            <p14:nvContentPartPr>
              <p14:cNvPr id="281" name="墨迹 280"/>
              <p14:cNvContentPartPr/>
              <p14:nvPr/>
            </p14:nvContentPartPr>
            <p14:xfrm>
              <a:off x="11810365" y="4991735"/>
              <a:ext cx="231775" cy="83185"/>
            </p14:xfrm>
          </p:contentPart>
        </mc:Choice>
        <mc:Fallback xmlns="">
          <p:pic>
            <p:nvPicPr>
              <p:cNvPr id="281" name="墨迹 280"/>
            </p:nvPicPr>
            <p:blipFill>
              <a:blip r:embed="rId521"/>
            </p:blipFill>
            <p:spPr>
              <a:xfrm>
                <a:off x="11810365" y="4991735"/>
                <a:ext cx="23177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2" p14:bwMode="auto">
            <p14:nvContentPartPr>
              <p14:cNvPr id="282" name="墨迹 281"/>
              <p14:cNvContentPartPr/>
              <p14:nvPr/>
            </p14:nvContentPartPr>
            <p14:xfrm>
              <a:off x="11669395" y="4859020"/>
              <a:ext cx="90805" cy="373380"/>
            </p14:xfrm>
          </p:contentPart>
        </mc:Choice>
        <mc:Fallback xmlns="">
          <p:pic>
            <p:nvPicPr>
              <p:cNvPr id="282" name="墨迹 281"/>
            </p:nvPicPr>
            <p:blipFill>
              <a:blip r:embed="rId523"/>
            </p:blipFill>
            <p:spPr>
              <a:xfrm>
                <a:off x="11669395" y="4859020"/>
                <a:ext cx="9080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4" p14:bwMode="auto">
            <p14:nvContentPartPr>
              <p14:cNvPr id="283" name="墨迹 282"/>
              <p14:cNvContentPartPr/>
              <p14:nvPr/>
            </p14:nvContentPartPr>
            <p14:xfrm>
              <a:off x="11802110" y="5506085"/>
              <a:ext cx="33020" cy="74295"/>
            </p14:xfrm>
          </p:contentPart>
        </mc:Choice>
        <mc:Fallback xmlns="">
          <p:pic>
            <p:nvPicPr>
              <p:cNvPr id="283" name="墨迹 282"/>
            </p:nvPicPr>
            <p:blipFill>
              <a:blip r:embed="rId525"/>
            </p:blipFill>
            <p:spPr>
              <a:xfrm>
                <a:off x="11802110" y="5506085"/>
                <a:ext cx="3302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6" p14:bwMode="auto">
            <p14:nvContentPartPr>
              <p14:cNvPr id="284" name="墨迹 283"/>
              <p14:cNvContentPartPr/>
              <p14:nvPr/>
            </p14:nvContentPartPr>
            <p14:xfrm>
              <a:off x="11751945" y="5671820"/>
              <a:ext cx="50165" cy="74930"/>
            </p14:xfrm>
          </p:contentPart>
        </mc:Choice>
        <mc:Fallback xmlns="">
          <p:pic>
            <p:nvPicPr>
              <p:cNvPr id="284" name="墨迹 283"/>
            </p:nvPicPr>
            <p:blipFill>
              <a:blip r:embed="rId527"/>
            </p:blipFill>
            <p:spPr>
              <a:xfrm>
                <a:off x="11751945" y="5671820"/>
                <a:ext cx="5016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8" p14:bwMode="auto">
            <p14:nvContentPartPr>
              <p14:cNvPr id="285" name="墨迹 284"/>
              <p14:cNvContentPartPr/>
              <p14:nvPr/>
            </p14:nvContentPartPr>
            <p14:xfrm>
              <a:off x="11702415" y="5837555"/>
              <a:ext cx="16510" cy="41910"/>
            </p14:xfrm>
          </p:contentPart>
        </mc:Choice>
        <mc:Fallback xmlns="">
          <p:pic>
            <p:nvPicPr>
              <p:cNvPr id="285" name="墨迹 284"/>
            </p:nvPicPr>
            <p:blipFill>
              <a:blip r:embed="rId529"/>
            </p:blipFill>
            <p:spPr>
              <a:xfrm>
                <a:off x="11702415" y="5837555"/>
                <a:ext cx="1651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0" p14:bwMode="auto">
            <p14:nvContentPartPr>
              <p14:cNvPr id="286" name="墨迹 285"/>
              <p14:cNvContentPartPr/>
              <p14:nvPr/>
            </p14:nvContentPartPr>
            <p14:xfrm>
              <a:off x="11528425" y="5281930"/>
              <a:ext cx="173990" cy="796290"/>
            </p14:xfrm>
          </p:contentPart>
        </mc:Choice>
        <mc:Fallback xmlns="">
          <p:pic>
            <p:nvPicPr>
              <p:cNvPr id="286" name="墨迹 285"/>
            </p:nvPicPr>
            <p:blipFill>
              <a:blip r:embed="rId531"/>
            </p:blipFill>
            <p:spPr>
              <a:xfrm>
                <a:off x="11528425" y="5281930"/>
                <a:ext cx="173990" cy="7962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2" p14:bwMode="auto">
            <p14:nvContentPartPr>
              <p14:cNvPr id="287" name="墨迹 286"/>
              <p14:cNvContentPartPr/>
              <p14:nvPr/>
            </p14:nvContentPartPr>
            <p14:xfrm>
              <a:off x="9222740" y="3507740"/>
              <a:ext cx="290195" cy="231775"/>
            </p14:xfrm>
          </p:contentPart>
        </mc:Choice>
        <mc:Fallback xmlns="">
          <p:pic>
            <p:nvPicPr>
              <p:cNvPr id="287" name="墨迹 286"/>
            </p:nvPicPr>
            <p:blipFill>
              <a:blip r:embed="rId533"/>
            </p:blipFill>
            <p:spPr>
              <a:xfrm>
                <a:off x="9222740" y="3507740"/>
                <a:ext cx="290195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4" p14:bwMode="auto">
            <p14:nvContentPartPr>
              <p14:cNvPr id="288" name="墨迹 287"/>
              <p14:cNvContentPartPr/>
              <p14:nvPr/>
            </p14:nvContentPartPr>
            <p14:xfrm>
              <a:off x="9836150" y="3540760"/>
              <a:ext cx="33020" cy="273685"/>
            </p14:xfrm>
          </p:contentPart>
        </mc:Choice>
        <mc:Fallback xmlns="">
          <p:pic>
            <p:nvPicPr>
              <p:cNvPr id="288" name="墨迹 287"/>
            </p:nvPicPr>
            <p:blipFill>
              <a:blip r:embed="rId535"/>
            </p:blipFill>
            <p:spPr>
              <a:xfrm>
                <a:off x="9836150" y="3540760"/>
                <a:ext cx="3302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6" p14:bwMode="auto">
            <p14:nvContentPartPr>
              <p14:cNvPr id="289" name="墨迹 288"/>
              <p14:cNvContentPartPr/>
              <p14:nvPr/>
            </p14:nvContentPartPr>
            <p14:xfrm>
              <a:off x="9894570" y="3764280"/>
              <a:ext cx="41275" cy="360"/>
            </p14:xfrm>
          </p:contentPart>
        </mc:Choice>
        <mc:Fallback xmlns="">
          <p:pic>
            <p:nvPicPr>
              <p:cNvPr id="289" name="墨迹 288"/>
            </p:nvPicPr>
            <p:blipFill>
              <a:blip r:embed="rId537"/>
            </p:blipFill>
            <p:spPr>
              <a:xfrm>
                <a:off x="9894570" y="3764280"/>
                <a:ext cx="4127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8" p14:bwMode="auto">
            <p14:nvContentPartPr>
              <p14:cNvPr id="290" name="墨迹 289"/>
              <p14:cNvContentPartPr/>
              <p14:nvPr/>
            </p14:nvContentPartPr>
            <p14:xfrm>
              <a:off x="10151110" y="3565525"/>
              <a:ext cx="74930" cy="83185"/>
            </p14:xfrm>
          </p:contentPart>
        </mc:Choice>
        <mc:Fallback xmlns="">
          <p:pic>
            <p:nvPicPr>
              <p:cNvPr id="290" name="墨迹 289"/>
            </p:nvPicPr>
            <p:blipFill>
              <a:blip r:embed="rId539"/>
            </p:blipFill>
            <p:spPr>
              <a:xfrm>
                <a:off x="10151110" y="3565525"/>
                <a:ext cx="74930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0" p14:bwMode="auto">
            <p14:nvContentPartPr>
              <p14:cNvPr id="291" name="墨迹 290"/>
              <p14:cNvContentPartPr/>
              <p14:nvPr/>
            </p14:nvContentPartPr>
            <p14:xfrm>
              <a:off x="10317480" y="3615055"/>
              <a:ext cx="132715" cy="191135"/>
            </p14:xfrm>
          </p:contentPart>
        </mc:Choice>
        <mc:Fallback xmlns="">
          <p:pic>
            <p:nvPicPr>
              <p:cNvPr id="291" name="墨迹 290"/>
            </p:nvPicPr>
            <p:blipFill>
              <a:blip r:embed="rId541"/>
            </p:blipFill>
            <p:spPr>
              <a:xfrm>
                <a:off x="10317480" y="3615055"/>
                <a:ext cx="132715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2" p14:bwMode="auto">
            <p14:nvContentPartPr>
              <p14:cNvPr id="292" name="墨迹 291"/>
              <p14:cNvContentPartPr/>
              <p14:nvPr/>
            </p14:nvContentPartPr>
            <p14:xfrm>
              <a:off x="10483215" y="3723005"/>
              <a:ext cx="124460" cy="49530"/>
            </p14:xfrm>
          </p:contentPart>
        </mc:Choice>
        <mc:Fallback xmlns="">
          <p:pic>
            <p:nvPicPr>
              <p:cNvPr id="292" name="墨迹 291"/>
            </p:nvPicPr>
            <p:blipFill>
              <a:blip r:embed="rId543"/>
            </p:blipFill>
            <p:spPr>
              <a:xfrm>
                <a:off x="10483215" y="3723005"/>
                <a:ext cx="12446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4" p14:bwMode="auto">
            <p14:nvContentPartPr>
              <p14:cNvPr id="293" name="墨迹 292"/>
              <p14:cNvContentPartPr/>
              <p14:nvPr/>
            </p14:nvContentPartPr>
            <p14:xfrm>
              <a:off x="10798175" y="3615055"/>
              <a:ext cx="149225" cy="66675"/>
            </p14:xfrm>
          </p:contentPart>
        </mc:Choice>
        <mc:Fallback xmlns="">
          <p:pic>
            <p:nvPicPr>
              <p:cNvPr id="293" name="墨迹 292"/>
            </p:nvPicPr>
            <p:blipFill>
              <a:blip r:embed="rId545"/>
            </p:blipFill>
            <p:spPr>
              <a:xfrm>
                <a:off x="10798175" y="3615055"/>
                <a:ext cx="14922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6" p14:bwMode="auto">
            <p14:nvContentPartPr>
              <p14:cNvPr id="294" name="墨迹 293"/>
              <p14:cNvContentPartPr/>
              <p14:nvPr/>
            </p14:nvContentPartPr>
            <p14:xfrm>
              <a:off x="10126345" y="3383280"/>
              <a:ext cx="448310" cy="563880"/>
            </p14:xfrm>
          </p:contentPart>
        </mc:Choice>
        <mc:Fallback xmlns="">
          <p:pic>
            <p:nvPicPr>
              <p:cNvPr id="294" name="墨迹 293"/>
            </p:nvPicPr>
            <p:blipFill>
              <a:blip r:embed="rId547"/>
            </p:blipFill>
            <p:spPr>
              <a:xfrm>
                <a:off x="10126345" y="3383280"/>
                <a:ext cx="448310" cy="563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8" p14:bwMode="auto">
            <p14:nvContentPartPr>
              <p14:cNvPr id="295" name="墨迹 294"/>
              <p14:cNvContentPartPr/>
              <p14:nvPr/>
            </p14:nvContentPartPr>
            <p14:xfrm>
              <a:off x="7696200" y="3623310"/>
              <a:ext cx="1443355" cy="448310"/>
            </p14:xfrm>
          </p:contentPart>
        </mc:Choice>
        <mc:Fallback xmlns="">
          <p:pic>
            <p:nvPicPr>
              <p:cNvPr id="295" name="墨迹 294"/>
            </p:nvPicPr>
            <p:blipFill>
              <a:blip r:embed="rId549"/>
            </p:blipFill>
            <p:spPr>
              <a:xfrm>
                <a:off x="7696200" y="3623310"/>
                <a:ext cx="1443355" cy="4483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0" p14:bwMode="auto">
            <p14:nvContentPartPr>
              <p14:cNvPr id="296" name="墨迹 295"/>
              <p14:cNvContentPartPr/>
              <p14:nvPr/>
            </p14:nvContentPartPr>
            <p14:xfrm>
              <a:off x="7746365" y="3830955"/>
              <a:ext cx="173990" cy="173990"/>
            </p14:xfrm>
          </p:contentPart>
        </mc:Choice>
        <mc:Fallback xmlns="">
          <p:pic>
            <p:nvPicPr>
              <p:cNvPr id="296" name="墨迹 295"/>
            </p:nvPicPr>
            <p:blipFill>
              <a:blip r:embed="rId551"/>
            </p:blipFill>
            <p:spPr>
              <a:xfrm>
                <a:off x="7746365" y="3830955"/>
                <a:ext cx="173990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2" p14:bwMode="auto">
            <p14:nvContentPartPr>
              <p14:cNvPr id="297" name="墨迹 296"/>
              <p14:cNvContentPartPr/>
              <p14:nvPr/>
            </p14:nvContentPartPr>
            <p14:xfrm>
              <a:off x="8094345" y="3623310"/>
              <a:ext cx="1045210" cy="630555"/>
            </p14:xfrm>
          </p:contentPart>
        </mc:Choice>
        <mc:Fallback xmlns="">
          <p:pic>
            <p:nvPicPr>
              <p:cNvPr id="297" name="墨迹 296"/>
            </p:nvPicPr>
            <p:blipFill>
              <a:blip r:embed="rId553"/>
            </p:blipFill>
            <p:spPr>
              <a:xfrm>
                <a:off x="8094345" y="3623310"/>
                <a:ext cx="1045210" cy="630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4" p14:bwMode="auto">
            <p14:nvContentPartPr>
              <p14:cNvPr id="298" name="墨迹 297"/>
              <p14:cNvContentPartPr/>
              <p14:nvPr/>
            </p14:nvContentPartPr>
            <p14:xfrm>
              <a:off x="7961630" y="4204335"/>
              <a:ext cx="215900" cy="99060"/>
            </p14:xfrm>
          </p:contentPart>
        </mc:Choice>
        <mc:Fallback xmlns="">
          <p:pic>
            <p:nvPicPr>
              <p:cNvPr id="298" name="墨迹 297"/>
            </p:nvPicPr>
            <p:blipFill>
              <a:blip r:embed="rId555"/>
            </p:blipFill>
            <p:spPr>
              <a:xfrm>
                <a:off x="7961630" y="4204335"/>
                <a:ext cx="21590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6" p14:bwMode="auto">
            <p14:nvContentPartPr>
              <p14:cNvPr id="299" name="墨迹 298"/>
              <p14:cNvContentPartPr/>
              <p14:nvPr/>
            </p14:nvContentPartPr>
            <p14:xfrm>
              <a:off x="9653905" y="3001645"/>
              <a:ext cx="1177290" cy="33020"/>
            </p14:xfrm>
          </p:contentPart>
        </mc:Choice>
        <mc:Fallback xmlns="">
          <p:pic>
            <p:nvPicPr>
              <p:cNvPr id="299" name="墨迹 298"/>
            </p:nvPicPr>
            <p:blipFill>
              <a:blip r:embed="rId557"/>
            </p:blipFill>
            <p:spPr>
              <a:xfrm>
                <a:off x="9653905" y="3001645"/>
                <a:ext cx="117729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8" p14:bwMode="auto">
            <p14:nvContentPartPr>
              <p14:cNvPr id="300" name="墨迹 299"/>
              <p14:cNvContentPartPr/>
              <p14:nvPr/>
            </p14:nvContentPartPr>
            <p14:xfrm>
              <a:off x="9985375" y="2313305"/>
              <a:ext cx="360" cy="33020"/>
            </p14:xfrm>
          </p:contentPart>
        </mc:Choice>
        <mc:Fallback xmlns="">
          <p:pic>
            <p:nvPicPr>
              <p:cNvPr id="300" name="墨迹 299"/>
            </p:nvPicPr>
            <p:blipFill>
              <a:blip r:embed="rId34"/>
            </p:blipFill>
            <p:spPr>
              <a:xfrm>
                <a:off x="9985375" y="2313305"/>
                <a:ext cx="36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9" p14:bwMode="auto">
            <p14:nvContentPartPr>
              <p14:cNvPr id="301" name="墨迹 300"/>
              <p14:cNvContentPartPr/>
              <p14:nvPr/>
            </p14:nvContentPartPr>
            <p14:xfrm>
              <a:off x="9852660" y="2272030"/>
              <a:ext cx="174625" cy="215265"/>
            </p14:xfrm>
          </p:contentPart>
        </mc:Choice>
        <mc:Fallback xmlns="">
          <p:pic>
            <p:nvPicPr>
              <p:cNvPr id="301" name="墨迹 300"/>
            </p:nvPicPr>
            <p:blipFill>
              <a:blip r:embed="rId560"/>
            </p:blipFill>
            <p:spPr>
              <a:xfrm>
                <a:off x="9852660" y="2272030"/>
                <a:ext cx="174625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1" p14:bwMode="auto">
            <p14:nvContentPartPr>
              <p14:cNvPr id="302" name="墨迹 301"/>
              <p14:cNvContentPartPr/>
              <p14:nvPr/>
            </p14:nvContentPartPr>
            <p14:xfrm>
              <a:off x="10001885" y="2404745"/>
              <a:ext cx="215900" cy="116205"/>
            </p14:xfrm>
          </p:contentPart>
        </mc:Choice>
        <mc:Fallback xmlns="">
          <p:pic>
            <p:nvPicPr>
              <p:cNvPr id="302" name="墨迹 301"/>
            </p:nvPicPr>
            <p:blipFill>
              <a:blip r:embed="rId562"/>
            </p:blipFill>
            <p:spPr>
              <a:xfrm>
                <a:off x="10001885" y="2404745"/>
                <a:ext cx="21590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3" p14:bwMode="auto">
            <p14:nvContentPartPr>
              <p14:cNvPr id="303" name="墨迹 302"/>
              <p14:cNvContentPartPr/>
              <p14:nvPr/>
            </p14:nvContentPartPr>
            <p14:xfrm>
              <a:off x="10160000" y="2437765"/>
              <a:ext cx="140970" cy="132715"/>
            </p14:xfrm>
          </p:contentPart>
        </mc:Choice>
        <mc:Fallback xmlns="">
          <p:pic>
            <p:nvPicPr>
              <p:cNvPr id="303" name="墨迹 302"/>
            </p:nvPicPr>
            <p:blipFill>
              <a:blip r:embed="rId564"/>
            </p:blipFill>
            <p:spPr>
              <a:xfrm>
                <a:off x="10160000" y="2437765"/>
                <a:ext cx="14097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5" p14:bwMode="auto">
            <p14:nvContentPartPr>
              <p14:cNvPr id="304" name="墨迹 303"/>
              <p14:cNvContentPartPr/>
              <p14:nvPr/>
            </p14:nvContentPartPr>
            <p14:xfrm>
              <a:off x="10433685" y="2487295"/>
              <a:ext cx="107315" cy="116205"/>
            </p14:xfrm>
          </p:contentPart>
        </mc:Choice>
        <mc:Fallback xmlns="">
          <p:pic>
            <p:nvPicPr>
              <p:cNvPr id="304" name="墨迹 303"/>
            </p:nvPicPr>
            <p:blipFill>
              <a:blip r:embed="rId566"/>
            </p:blipFill>
            <p:spPr>
              <a:xfrm>
                <a:off x="10433685" y="2487295"/>
                <a:ext cx="10731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7" p14:bwMode="auto">
            <p14:nvContentPartPr>
              <p14:cNvPr id="305" name="墨迹 304"/>
              <p14:cNvContentPartPr/>
              <p14:nvPr/>
            </p14:nvContentPartPr>
            <p14:xfrm>
              <a:off x="10582910" y="2362835"/>
              <a:ext cx="182245" cy="232410"/>
            </p14:xfrm>
          </p:contentPart>
        </mc:Choice>
        <mc:Fallback xmlns="">
          <p:pic>
            <p:nvPicPr>
              <p:cNvPr id="305" name="墨迹 304"/>
            </p:nvPicPr>
            <p:blipFill>
              <a:blip r:embed="rId568"/>
            </p:blipFill>
            <p:spPr>
              <a:xfrm>
                <a:off x="10582910" y="2362835"/>
                <a:ext cx="18224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9" p14:bwMode="auto">
            <p14:nvContentPartPr>
              <p14:cNvPr id="306" name="墨迹 305"/>
              <p14:cNvContentPartPr/>
              <p14:nvPr/>
            </p14:nvContentPartPr>
            <p14:xfrm>
              <a:off x="10657205" y="2503805"/>
              <a:ext cx="191135" cy="124460"/>
            </p14:xfrm>
          </p:contentPart>
        </mc:Choice>
        <mc:Fallback xmlns="">
          <p:pic>
            <p:nvPicPr>
              <p:cNvPr id="306" name="墨迹 305"/>
            </p:nvPicPr>
            <p:blipFill>
              <a:blip r:embed="rId570"/>
            </p:blipFill>
            <p:spPr>
              <a:xfrm>
                <a:off x="10657205" y="2503805"/>
                <a:ext cx="19113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1" p14:bwMode="auto">
            <p14:nvContentPartPr>
              <p14:cNvPr id="307" name="墨迹 306"/>
              <p14:cNvContentPartPr/>
              <p14:nvPr/>
            </p14:nvContentPartPr>
            <p14:xfrm>
              <a:off x="10848340" y="2537460"/>
              <a:ext cx="99060" cy="107315"/>
            </p14:xfrm>
          </p:contentPart>
        </mc:Choice>
        <mc:Fallback xmlns="">
          <p:pic>
            <p:nvPicPr>
              <p:cNvPr id="307" name="墨迹 306"/>
            </p:nvPicPr>
            <p:blipFill>
              <a:blip r:embed="rId572"/>
            </p:blipFill>
            <p:spPr>
              <a:xfrm>
                <a:off x="10848340" y="2537460"/>
                <a:ext cx="99060" cy="1073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3" p14:bwMode="auto">
            <p14:nvContentPartPr>
              <p14:cNvPr id="308" name="墨迹 307"/>
              <p14:cNvContentPartPr/>
              <p14:nvPr/>
            </p14:nvContentPartPr>
            <p14:xfrm>
              <a:off x="10947400" y="2595245"/>
              <a:ext cx="25400" cy="66675"/>
            </p14:xfrm>
          </p:contentPart>
        </mc:Choice>
        <mc:Fallback xmlns="">
          <p:pic>
            <p:nvPicPr>
              <p:cNvPr id="308" name="墨迹 307"/>
            </p:nvPicPr>
            <p:blipFill>
              <a:blip r:embed="rId574"/>
            </p:blipFill>
            <p:spPr>
              <a:xfrm>
                <a:off x="10947400" y="2595245"/>
                <a:ext cx="2540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5" p14:bwMode="auto">
            <p14:nvContentPartPr>
              <p14:cNvPr id="309" name="墨迹 308"/>
              <p14:cNvContentPartPr/>
              <p14:nvPr/>
            </p14:nvContentPartPr>
            <p14:xfrm>
              <a:off x="11038840" y="2537460"/>
              <a:ext cx="24765" cy="360"/>
            </p14:xfrm>
          </p:contentPart>
        </mc:Choice>
        <mc:Fallback xmlns="">
          <p:pic>
            <p:nvPicPr>
              <p:cNvPr id="309" name="墨迹 308"/>
            </p:nvPicPr>
            <p:blipFill>
              <a:blip r:embed="rId576"/>
            </p:blipFill>
            <p:spPr>
              <a:xfrm>
                <a:off x="11038840" y="2537460"/>
                <a:ext cx="2476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7" p14:bwMode="auto">
            <p14:nvContentPartPr>
              <p14:cNvPr id="310" name="墨迹 309"/>
              <p14:cNvContentPartPr/>
              <p14:nvPr/>
            </p14:nvContentPartPr>
            <p14:xfrm>
              <a:off x="11038840" y="2562225"/>
              <a:ext cx="107950" cy="116205"/>
            </p14:xfrm>
          </p:contentPart>
        </mc:Choice>
        <mc:Fallback xmlns="">
          <p:pic>
            <p:nvPicPr>
              <p:cNvPr id="310" name="墨迹 309"/>
            </p:nvPicPr>
            <p:blipFill>
              <a:blip r:embed="rId578"/>
            </p:blipFill>
            <p:spPr>
              <a:xfrm>
                <a:off x="11038840" y="2562225"/>
                <a:ext cx="10795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9" p14:bwMode="auto">
            <p14:nvContentPartPr>
              <p14:cNvPr id="311" name="墨迹 310"/>
              <p14:cNvContentPartPr/>
              <p14:nvPr/>
            </p14:nvContentPartPr>
            <p14:xfrm>
              <a:off x="11155045" y="2595245"/>
              <a:ext cx="140970" cy="173990"/>
            </p14:xfrm>
          </p:contentPart>
        </mc:Choice>
        <mc:Fallback xmlns="">
          <p:pic>
            <p:nvPicPr>
              <p:cNvPr id="311" name="墨迹 310"/>
            </p:nvPicPr>
            <p:blipFill>
              <a:blip r:embed="rId580"/>
            </p:blipFill>
            <p:spPr>
              <a:xfrm>
                <a:off x="11155045" y="2595245"/>
                <a:ext cx="140970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1" p14:bwMode="auto">
            <p14:nvContentPartPr>
              <p14:cNvPr id="312" name="墨迹 311"/>
              <p14:cNvContentPartPr/>
              <p14:nvPr/>
            </p14:nvContentPartPr>
            <p14:xfrm>
              <a:off x="3358515" y="2413000"/>
              <a:ext cx="6544310" cy="2247265"/>
            </p14:xfrm>
          </p:contentPart>
        </mc:Choice>
        <mc:Fallback xmlns="">
          <p:pic>
            <p:nvPicPr>
              <p:cNvPr id="312" name="墨迹 311"/>
            </p:nvPicPr>
            <p:blipFill>
              <a:blip r:embed="rId582"/>
            </p:blipFill>
            <p:spPr>
              <a:xfrm>
                <a:off x="3358515" y="2413000"/>
                <a:ext cx="6544310" cy="2247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3" p14:bwMode="auto">
            <p14:nvContentPartPr>
              <p14:cNvPr id="313" name="墨迹 312"/>
              <p14:cNvContentPartPr/>
              <p14:nvPr/>
            </p14:nvContentPartPr>
            <p14:xfrm>
              <a:off x="3325495" y="4170680"/>
              <a:ext cx="173990" cy="248920"/>
            </p14:xfrm>
          </p:contentPart>
        </mc:Choice>
        <mc:Fallback xmlns="">
          <p:pic>
            <p:nvPicPr>
              <p:cNvPr id="313" name="墨迹 312"/>
            </p:nvPicPr>
            <p:blipFill>
              <a:blip r:embed="rId584"/>
            </p:blipFill>
            <p:spPr>
              <a:xfrm>
                <a:off x="3325495" y="4170680"/>
                <a:ext cx="17399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5" p14:bwMode="auto">
            <p14:nvContentPartPr>
              <p14:cNvPr id="314" name="墨迹 313"/>
              <p14:cNvContentPartPr/>
              <p14:nvPr/>
            </p14:nvContentPartPr>
            <p14:xfrm>
              <a:off x="3342005" y="4046220"/>
              <a:ext cx="315595" cy="124460"/>
            </p14:xfrm>
          </p:contentPart>
        </mc:Choice>
        <mc:Fallback xmlns="">
          <p:pic>
            <p:nvPicPr>
              <p:cNvPr id="314" name="墨迹 313"/>
            </p:nvPicPr>
            <p:blipFill>
              <a:blip r:embed="rId586"/>
            </p:blipFill>
            <p:spPr>
              <a:xfrm>
                <a:off x="3342005" y="4046220"/>
                <a:ext cx="31559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7" p14:bwMode="auto">
            <p14:nvContentPartPr>
              <p14:cNvPr id="315" name="墨迹 314"/>
              <p14:cNvContentPartPr/>
              <p14:nvPr/>
            </p14:nvContentPartPr>
            <p14:xfrm>
              <a:off x="422910" y="3349625"/>
              <a:ext cx="721360" cy="2977515"/>
            </p14:xfrm>
          </p:contentPart>
        </mc:Choice>
        <mc:Fallback xmlns="">
          <p:pic>
            <p:nvPicPr>
              <p:cNvPr id="315" name="墨迹 314"/>
            </p:nvPicPr>
            <p:blipFill>
              <a:blip r:embed="rId588"/>
            </p:blipFill>
            <p:spPr>
              <a:xfrm>
                <a:off x="422910" y="3349625"/>
                <a:ext cx="721360" cy="297751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一篇完整论文，是前置识别、核心论证与后置支撑的组合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03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arch-0"/>
          <p:cNvSpPr>
            <a:spLocks noGrp="1"/>
          </p:cNvSpPr>
          <p:nvPr/>
        </p:nvSpPr>
        <p:spPr>
          <a:xfrm>
            <a:off x="523875" y="1866900"/>
            <a:ext cx="2590800" cy="34290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5" name="pill-1"/>
          <p:cNvSpPr>
            <a:spLocks noGrp="1"/>
          </p:cNvSpPr>
          <p:nvPr/>
        </p:nvSpPr>
        <p:spPr>
          <a:xfrm>
            <a:off x="695325" y="2057400"/>
            <a:ext cx="514350" cy="400050"/>
          </a:xfrm>
          <a:prstGeom prst="roundRect">
            <a:avLst>
              <a:gd name="adj" fmla="val 28571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6" name="pill-text-1"/>
          <p:cNvSpPr>
            <a:spLocks noGrp="1"/>
          </p:cNvSpPr>
          <p:nvPr/>
        </p:nvSpPr>
        <p:spPr>
          <a:xfrm>
            <a:off x="809625" y="205740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1</a:t>
            </a:r>
            <a:endParaRPr sz="1350" b="1">
              <a:solidFill>
                <a:srgbClr val="176B87"/>
              </a:solidFill>
            </a:endParaRPr>
          </a:p>
        </p:txBody>
      </p:sp>
      <p:sp>
        <p:nvSpPr>
          <p:cNvPr id="7" name="arch-head-0"/>
          <p:cNvSpPr>
            <a:spLocks noGrp="1"/>
          </p:cNvSpPr>
          <p:nvPr/>
        </p:nvSpPr>
        <p:spPr>
          <a:xfrm>
            <a:off x="733425" y="2705100"/>
            <a:ext cx="2171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3212B"/>
                </a:solidFill>
              </a:defRPr>
            </a:pPr>
            <a:r>
              <a:rPr sz="1950" b="1">
                <a:solidFill>
                  <a:srgbClr val="13212B"/>
                </a:solidFill>
              </a:rPr>
              <a:t>前置部分</a:t>
            </a:r>
            <a:endParaRPr sz="1950" b="1">
              <a:solidFill>
                <a:srgbClr val="13212B"/>
              </a:solidFill>
            </a:endParaRPr>
          </a:p>
        </p:txBody>
      </p:sp>
      <p:sp>
        <p:nvSpPr>
          <p:cNvPr id="8" name="arch-mid-0"/>
          <p:cNvSpPr>
            <a:spLocks noGrp="1"/>
          </p:cNvSpPr>
          <p:nvPr/>
        </p:nvSpPr>
        <p:spPr>
          <a:xfrm>
            <a:off x="733425" y="333375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6B87"/>
                </a:solidFill>
              </a:defRPr>
            </a:pPr>
            <a:r>
              <a:rPr sz="1425" b="1">
                <a:solidFill>
                  <a:srgbClr val="176B87"/>
                </a:solidFill>
              </a:rPr>
              <a:t>标题 · 作者 · 单位 · 关键词</a:t>
            </a:r>
            <a:endParaRPr sz="1425" b="1">
              <a:solidFill>
                <a:srgbClr val="176B87"/>
              </a:solidFill>
            </a:endParaRPr>
          </a:p>
        </p:txBody>
      </p:sp>
      <p:sp>
        <p:nvSpPr>
          <p:cNvPr id="9" name="arch-foot-0"/>
          <p:cNvSpPr>
            <a:spLocks noGrp="1"/>
          </p:cNvSpPr>
          <p:nvPr/>
        </p:nvSpPr>
        <p:spPr>
          <a:xfrm>
            <a:off x="733425" y="42672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让论文被识别与检索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0" name="arch-1"/>
          <p:cNvSpPr>
            <a:spLocks noGrp="1"/>
          </p:cNvSpPr>
          <p:nvPr/>
        </p:nvSpPr>
        <p:spPr>
          <a:xfrm>
            <a:off x="3438525" y="1866900"/>
            <a:ext cx="2590800" cy="34290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1" name="pill-2"/>
          <p:cNvSpPr>
            <a:spLocks noGrp="1"/>
          </p:cNvSpPr>
          <p:nvPr/>
        </p:nvSpPr>
        <p:spPr>
          <a:xfrm>
            <a:off x="3609975" y="2057400"/>
            <a:ext cx="514350" cy="400050"/>
          </a:xfrm>
          <a:prstGeom prst="roundRect">
            <a:avLst>
              <a:gd name="adj" fmla="val 28571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2" name="pill-text-2"/>
          <p:cNvSpPr>
            <a:spLocks noGrp="1"/>
          </p:cNvSpPr>
          <p:nvPr/>
        </p:nvSpPr>
        <p:spPr>
          <a:xfrm>
            <a:off x="3724275" y="205740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2</a:t>
            </a:r>
            <a:endParaRPr sz="1350" b="1">
              <a:solidFill>
                <a:srgbClr val="176B87"/>
              </a:solidFill>
            </a:endParaRPr>
          </a:p>
        </p:txBody>
      </p:sp>
      <p:sp>
        <p:nvSpPr>
          <p:cNvPr id="13" name="arch-head-1"/>
          <p:cNvSpPr>
            <a:spLocks noGrp="1"/>
          </p:cNvSpPr>
          <p:nvPr/>
        </p:nvSpPr>
        <p:spPr>
          <a:xfrm>
            <a:off x="3648075" y="2705100"/>
            <a:ext cx="2171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3212B"/>
                </a:solidFill>
              </a:defRPr>
            </a:pPr>
            <a:r>
              <a:rPr sz="1950" b="1">
                <a:solidFill>
                  <a:srgbClr val="13212B"/>
                </a:solidFill>
              </a:rPr>
              <a:t>摘要</a:t>
            </a:r>
            <a:endParaRPr sz="1950" b="1">
              <a:solidFill>
                <a:srgbClr val="13212B"/>
              </a:solidFill>
            </a:endParaRPr>
          </a:p>
        </p:txBody>
      </p:sp>
      <p:sp>
        <p:nvSpPr>
          <p:cNvPr id="14" name="arch-mid-1"/>
          <p:cNvSpPr>
            <a:spLocks noGrp="1"/>
          </p:cNvSpPr>
          <p:nvPr/>
        </p:nvSpPr>
        <p:spPr>
          <a:xfrm>
            <a:off x="3648075" y="333375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6B87"/>
                </a:solidFill>
              </a:defRPr>
            </a:pPr>
            <a:r>
              <a:rPr sz="1425" b="1">
                <a:solidFill>
                  <a:srgbClr val="176B87"/>
                </a:solidFill>
              </a:rPr>
              <a:t>问题 · 方法 · 结果 · 结论</a:t>
            </a:r>
            <a:endParaRPr sz="1425" b="1">
              <a:solidFill>
                <a:srgbClr val="176B87"/>
              </a:solidFill>
            </a:endParaRPr>
          </a:p>
        </p:txBody>
      </p:sp>
      <p:sp>
        <p:nvSpPr>
          <p:cNvPr id="15" name="arch-foot-1"/>
          <p:cNvSpPr>
            <a:spLocks noGrp="1"/>
          </p:cNvSpPr>
          <p:nvPr/>
        </p:nvSpPr>
        <p:spPr>
          <a:xfrm>
            <a:off x="3648075" y="42672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帮助读者决定是否继续阅读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6" name="arch-2"/>
          <p:cNvSpPr>
            <a:spLocks noGrp="1"/>
          </p:cNvSpPr>
          <p:nvPr/>
        </p:nvSpPr>
        <p:spPr>
          <a:xfrm>
            <a:off x="6353175" y="1866900"/>
            <a:ext cx="2590800" cy="34290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7" name="pill-3"/>
          <p:cNvSpPr>
            <a:spLocks noGrp="1"/>
          </p:cNvSpPr>
          <p:nvPr/>
        </p:nvSpPr>
        <p:spPr>
          <a:xfrm>
            <a:off x="6524625" y="2057400"/>
            <a:ext cx="514350" cy="400050"/>
          </a:xfrm>
          <a:prstGeom prst="roundRect">
            <a:avLst>
              <a:gd name="adj" fmla="val 28571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18" name="pill-text-3"/>
          <p:cNvSpPr>
            <a:spLocks noGrp="1"/>
          </p:cNvSpPr>
          <p:nvPr/>
        </p:nvSpPr>
        <p:spPr>
          <a:xfrm>
            <a:off x="6638925" y="205740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9" name="arch-head-2"/>
          <p:cNvSpPr>
            <a:spLocks noGrp="1"/>
          </p:cNvSpPr>
          <p:nvPr/>
        </p:nvSpPr>
        <p:spPr>
          <a:xfrm>
            <a:off x="6562725" y="2705100"/>
            <a:ext cx="2171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3212B"/>
                </a:solidFill>
              </a:defRPr>
            </a:pPr>
            <a:r>
              <a:rPr sz="1950" b="1">
                <a:solidFill>
                  <a:srgbClr val="13212B"/>
                </a:solidFill>
              </a:rPr>
              <a:t>IMRaD</a:t>
            </a:r>
            <a:endParaRPr sz="1950" b="1">
              <a:solidFill>
                <a:srgbClr val="13212B"/>
              </a:solidFill>
            </a:endParaRPr>
          </a:p>
        </p:txBody>
      </p:sp>
      <p:sp>
        <p:nvSpPr>
          <p:cNvPr id="20" name="arch-mid-2"/>
          <p:cNvSpPr>
            <a:spLocks noGrp="1"/>
          </p:cNvSpPr>
          <p:nvPr/>
        </p:nvSpPr>
        <p:spPr>
          <a:xfrm>
            <a:off x="6562725" y="333375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6B87"/>
                </a:solidFill>
              </a:defRPr>
            </a:pPr>
            <a:r>
              <a:rPr sz="1425" b="1">
                <a:solidFill>
                  <a:srgbClr val="176B87"/>
                </a:solidFill>
              </a:rPr>
              <a:t>引言 · 方法 · 结果 · 讨论</a:t>
            </a:r>
            <a:endParaRPr sz="1425" b="1">
              <a:solidFill>
                <a:srgbClr val="176B87"/>
              </a:solidFill>
            </a:endParaRPr>
          </a:p>
        </p:txBody>
      </p:sp>
      <p:sp>
        <p:nvSpPr>
          <p:cNvPr id="21" name="arch-foot-2"/>
          <p:cNvSpPr>
            <a:spLocks noGrp="1"/>
          </p:cNvSpPr>
          <p:nvPr/>
        </p:nvSpPr>
        <p:spPr>
          <a:xfrm>
            <a:off x="6562725" y="42672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完成核心科学论证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22" name="arch-3"/>
          <p:cNvSpPr>
            <a:spLocks noGrp="1"/>
          </p:cNvSpPr>
          <p:nvPr/>
        </p:nvSpPr>
        <p:spPr>
          <a:xfrm>
            <a:off x="9267825" y="1866900"/>
            <a:ext cx="2590800" cy="34290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3" name="pill-4"/>
          <p:cNvSpPr>
            <a:spLocks noGrp="1"/>
          </p:cNvSpPr>
          <p:nvPr/>
        </p:nvSpPr>
        <p:spPr>
          <a:xfrm>
            <a:off x="9439275" y="2057400"/>
            <a:ext cx="514350" cy="400050"/>
          </a:xfrm>
          <a:prstGeom prst="roundRect">
            <a:avLst>
              <a:gd name="adj" fmla="val 28571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24" name="pill-text-4"/>
          <p:cNvSpPr>
            <a:spLocks noGrp="1"/>
          </p:cNvSpPr>
          <p:nvPr/>
        </p:nvSpPr>
        <p:spPr>
          <a:xfrm>
            <a:off x="9553575" y="2057400"/>
            <a:ext cx="28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4</a:t>
            </a:r>
            <a:endParaRPr sz="1350" b="1">
              <a:solidFill>
                <a:srgbClr val="176B87"/>
              </a:solidFill>
            </a:endParaRPr>
          </a:p>
        </p:txBody>
      </p:sp>
      <p:sp>
        <p:nvSpPr>
          <p:cNvPr id="25" name="arch-head-3"/>
          <p:cNvSpPr>
            <a:spLocks noGrp="1"/>
          </p:cNvSpPr>
          <p:nvPr/>
        </p:nvSpPr>
        <p:spPr>
          <a:xfrm>
            <a:off x="9477375" y="2705100"/>
            <a:ext cx="2171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3212B"/>
                </a:solidFill>
              </a:defRPr>
            </a:pPr>
            <a:r>
              <a:rPr sz="1950" b="1">
                <a:solidFill>
                  <a:srgbClr val="13212B"/>
                </a:solidFill>
              </a:rPr>
              <a:t>后置部分</a:t>
            </a:r>
            <a:endParaRPr sz="1950" b="1">
              <a:solidFill>
                <a:srgbClr val="13212B"/>
              </a:solidFill>
            </a:endParaRPr>
          </a:p>
        </p:txBody>
      </p:sp>
      <p:sp>
        <p:nvSpPr>
          <p:cNvPr id="26" name="arch-mid-3"/>
          <p:cNvSpPr>
            <a:spLocks noGrp="1"/>
          </p:cNvSpPr>
          <p:nvPr/>
        </p:nvSpPr>
        <p:spPr>
          <a:xfrm>
            <a:off x="9477375" y="3333750"/>
            <a:ext cx="2171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6B87"/>
                </a:solidFill>
              </a:defRPr>
            </a:pPr>
            <a:r>
              <a:rPr sz="1425" b="1">
                <a:solidFill>
                  <a:srgbClr val="176B87"/>
                </a:solidFill>
              </a:rPr>
              <a:t>致谢 · 参考文献 · 附录 · 数据/代码</a:t>
            </a:r>
            <a:endParaRPr sz="1425" b="1">
              <a:solidFill>
                <a:srgbClr val="176B87"/>
              </a:solidFill>
            </a:endParaRPr>
          </a:p>
        </p:txBody>
      </p:sp>
      <p:sp>
        <p:nvSpPr>
          <p:cNvPr id="27" name="arch-foot-3"/>
          <p:cNvSpPr>
            <a:spLocks noGrp="1"/>
          </p:cNvSpPr>
          <p:nvPr/>
        </p:nvSpPr>
        <p:spPr>
          <a:xfrm>
            <a:off x="9477375" y="4267200"/>
            <a:ext cx="2171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建立可追溯与可复现的连接</a:t>
            </a:r>
            <a:endParaRPr sz="1350" b="0">
              <a:solidFill>
                <a:srgbClr val="60717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8" name="墨迹 27"/>
              <p14:cNvContentPartPr/>
              <p14:nvPr/>
            </p14:nvContentPartPr>
            <p14:xfrm>
              <a:off x="746125" y="3101340"/>
              <a:ext cx="1210945" cy="13271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"/>
            </p:blipFill>
            <p:spPr>
              <a:xfrm>
                <a:off x="746125" y="3101340"/>
                <a:ext cx="121094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9" name="墨迹 28"/>
              <p14:cNvContentPartPr/>
              <p14:nvPr/>
            </p14:nvContentPartPr>
            <p14:xfrm>
              <a:off x="1981835" y="2388235"/>
              <a:ext cx="50165" cy="33972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"/>
            </p:blipFill>
            <p:spPr>
              <a:xfrm>
                <a:off x="1981835" y="2388235"/>
                <a:ext cx="50165" cy="339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0" name="墨迹 29"/>
              <p14:cNvContentPartPr/>
              <p14:nvPr/>
            </p14:nvContentPartPr>
            <p14:xfrm>
              <a:off x="1990090" y="2487295"/>
              <a:ext cx="83185" cy="3365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6"/>
            </p:blipFill>
            <p:spPr>
              <a:xfrm>
                <a:off x="1990090" y="2487295"/>
                <a:ext cx="8318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1" name="墨迹 30"/>
              <p14:cNvContentPartPr/>
              <p14:nvPr/>
            </p14:nvContentPartPr>
            <p14:xfrm>
              <a:off x="2089785" y="2362835"/>
              <a:ext cx="248920" cy="13271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8"/>
            </p:blipFill>
            <p:spPr>
              <a:xfrm>
                <a:off x="2089785" y="2362835"/>
                <a:ext cx="24892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2" name="墨迹 31"/>
              <p14:cNvContentPartPr/>
              <p14:nvPr/>
            </p14:nvContentPartPr>
            <p14:xfrm>
              <a:off x="2438400" y="2188845"/>
              <a:ext cx="24765" cy="26543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10"/>
            </p:blipFill>
            <p:spPr>
              <a:xfrm>
                <a:off x="2438400" y="2188845"/>
                <a:ext cx="2476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3" name="墨迹 32"/>
              <p14:cNvContentPartPr/>
              <p14:nvPr/>
            </p14:nvContentPartPr>
            <p14:xfrm>
              <a:off x="2537460" y="2346325"/>
              <a:ext cx="33020" cy="1079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2"/>
            </p:blipFill>
            <p:spPr>
              <a:xfrm>
                <a:off x="2537460" y="2346325"/>
                <a:ext cx="3302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4" name="墨迹 33"/>
              <p14:cNvContentPartPr/>
              <p14:nvPr/>
            </p14:nvContentPartPr>
            <p14:xfrm>
              <a:off x="2570480" y="2329815"/>
              <a:ext cx="41910" cy="1651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14"/>
            </p:blipFill>
            <p:spPr>
              <a:xfrm>
                <a:off x="2570480" y="2329815"/>
                <a:ext cx="4191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5" name="墨迹 34"/>
              <p14:cNvContentPartPr/>
              <p14:nvPr/>
            </p14:nvContentPartPr>
            <p14:xfrm>
              <a:off x="2653665" y="2296795"/>
              <a:ext cx="140970" cy="10795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16"/>
            </p:blipFill>
            <p:spPr>
              <a:xfrm>
                <a:off x="2653665" y="2296795"/>
                <a:ext cx="14097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36" name="墨迹 35"/>
              <p14:cNvContentPartPr/>
              <p14:nvPr/>
            </p14:nvContentPartPr>
            <p14:xfrm>
              <a:off x="2902585" y="2321560"/>
              <a:ext cx="8255" cy="6667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8"/>
            </p:blipFill>
            <p:spPr>
              <a:xfrm>
                <a:off x="2902585" y="2321560"/>
                <a:ext cx="825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7" name="墨迹 36"/>
              <p14:cNvContentPartPr/>
              <p14:nvPr/>
            </p14:nvContentPartPr>
            <p14:xfrm>
              <a:off x="2910840" y="2288540"/>
              <a:ext cx="132715" cy="10795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20"/>
            </p:blipFill>
            <p:spPr>
              <a:xfrm>
                <a:off x="2910840" y="2288540"/>
                <a:ext cx="13271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8" name="墨迹 37"/>
              <p14:cNvContentPartPr/>
              <p14:nvPr/>
            </p14:nvContentPartPr>
            <p14:xfrm>
              <a:off x="3051810" y="2321560"/>
              <a:ext cx="124460" cy="6667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22"/>
            </p:blipFill>
            <p:spPr>
              <a:xfrm>
                <a:off x="3051810" y="2321560"/>
                <a:ext cx="12446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9" name="墨迹 38"/>
              <p14:cNvContentPartPr/>
              <p14:nvPr/>
            </p14:nvContentPartPr>
            <p14:xfrm>
              <a:off x="3002280" y="2272030"/>
              <a:ext cx="422910" cy="42291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24"/>
            </p:blipFill>
            <p:spPr>
              <a:xfrm>
                <a:off x="3002280" y="2272030"/>
                <a:ext cx="422910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40" name="墨迹 39"/>
              <p14:cNvContentPartPr/>
              <p14:nvPr/>
            </p14:nvContentPartPr>
            <p14:xfrm>
              <a:off x="1998345" y="2396490"/>
              <a:ext cx="58420" cy="14097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26"/>
            </p:blipFill>
            <p:spPr>
              <a:xfrm>
                <a:off x="1998345" y="2396490"/>
                <a:ext cx="5842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41" name="墨迹 40"/>
              <p14:cNvContentPartPr/>
              <p14:nvPr/>
            </p14:nvContentPartPr>
            <p14:xfrm>
              <a:off x="2338705" y="2711450"/>
              <a:ext cx="356235" cy="23241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28"/>
            </p:blipFill>
            <p:spPr>
              <a:xfrm>
                <a:off x="2338705" y="2711450"/>
                <a:ext cx="35623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42" name="墨迹 41"/>
              <p14:cNvContentPartPr/>
              <p14:nvPr/>
            </p14:nvContentPartPr>
            <p14:xfrm>
              <a:off x="2769870" y="2578735"/>
              <a:ext cx="314960" cy="27368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30"/>
            </p:blipFill>
            <p:spPr>
              <a:xfrm>
                <a:off x="2769870" y="2578735"/>
                <a:ext cx="31496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43" name="墨迹 42"/>
              <p14:cNvContentPartPr/>
              <p14:nvPr/>
            </p14:nvContentPartPr>
            <p14:xfrm>
              <a:off x="3126740" y="2553970"/>
              <a:ext cx="173990" cy="27368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32"/>
            </p:blipFill>
            <p:spPr>
              <a:xfrm>
                <a:off x="3126740" y="2553970"/>
                <a:ext cx="17399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44" name="墨迹 43"/>
              <p14:cNvContentPartPr/>
              <p14:nvPr/>
            </p14:nvContentPartPr>
            <p14:xfrm>
              <a:off x="2065020" y="3408045"/>
              <a:ext cx="854075" cy="53911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34"/>
            </p:blipFill>
            <p:spPr>
              <a:xfrm>
                <a:off x="2065020" y="3408045"/>
                <a:ext cx="854075" cy="539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45" name="墨迹 44"/>
              <p14:cNvContentPartPr/>
              <p14:nvPr/>
            </p14:nvContentPartPr>
            <p14:xfrm>
              <a:off x="646430" y="3665220"/>
              <a:ext cx="1774825" cy="22352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36"/>
            </p:blipFill>
            <p:spPr>
              <a:xfrm>
                <a:off x="646430" y="3665220"/>
                <a:ext cx="1774825" cy="223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46" name="墨迹 45"/>
              <p14:cNvContentPartPr/>
              <p14:nvPr/>
            </p14:nvContentPartPr>
            <p14:xfrm>
              <a:off x="3499485" y="2694940"/>
              <a:ext cx="945515" cy="46418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38"/>
            </p:blipFill>
            <p:spPr>
              <a:xfrm>
                <a:off x="3499485" y="2694940"/>
                <a:ext cx="945515" cy="464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47" name="墨迹 46"/>
              <p14:cNvContentPartPr/>
              <p14:nvPr/>
            </p14:nvContentPartPr>
            <p14:xfrm>
              <a:off x="4420235" y="1998345"/>
              <a:ext cx="439420" cy="21526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40"/>
            </p:blipFill>
            <p:spPr>
              <a:xfrm>
                <a:off x="4420235" y="1998345"/>
                <a:ext cx="439420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48" name="墨迹 47"/>
              <p14:cNvContentPartPr/>
              <p14:nvPr/>
            </p14:nvContentPartPr>
            <p14:xfrm>
              <a:off x="4959350" y="1948180"/>
              <a:ext cx="290195" cy="27368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42"/>
            </p:blipFill>
            <p:spPr>
              <a:xfrm>
                <a:off x="4959350" y="1948180"/>
                <a:ext cx="29019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49" name="墨迹 48"/>
              <p14:cNvContentPartPr/>
              <p14:nvPr/>
            </p14:nvContentPartPr>
            <p14:xfrm>
              <a:off x="5307965" y="1923415"/>
              <a:ext cx="140970" cy="22415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44"/>
            </p:blipFill>
            <p:spPr>
              <a:xfrm>
                <a:off x="5307965" y="1923415"/>
                <a:ext cx="14097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50" name="墨迹 49"/>
              <p14:cNvContentPartPr/>
              <p14:nvPr/>
            </p14:nvContentPartPr>
            <p14:xfrm>
              <a:off x="6527165" y="3051175"/>
              <a:ext cx="1351915" cy="25717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46"/>
            </p:blipFill>
            <p:spPr>
              <a:xfrm>
                <a:off x="6527165" y="3051175"/>
                <a:ext cx="135191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51" name="墨迹 50"/>
              <p14:cNvContentPartPr/>
              <p14:nvPr/>
            </p14:nvContentPartPr>
            <p14:xfrm>
              <a:off x="9056370" y="2653030"/>
              <a:ext cx="1543050" cy="57277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48"/>
            </p:blipFill>
            <p:spPr>
              <a:xfrm>
                <a:off x="9056370" y="2653030"/>
                <a:ext cx="1543050" cy="5727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52" name="墨迹 51"/>
              <p14:cNvContentPartPr/>
              <p14:nvPr/>
            </p14:nvContentPartPr>
            <p14:xfrm>
              <a:off x="9438005" y="3432810"/>
              <a:ext cx="630555" cy="35687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50"/>
            </p:blipFill>
            <p:spPr>
              <a:xfrm>
                <a:off x="9438005" y="3432810"/>
                <a:ext cx="630555" cy="356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53" name="墨迹 52"/>
              <p14:cNvContentPartPr/>
              <p14:nvPr/>
            </p14:nvContentPartPr>
            <p14:xfrm>
              <a:off x="9927590" y="3896995"/>
              <a:ext cx="854075" cy="4191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52"/>
            </p:blipFill>
            <p:spPr>
              <a:xfrm>
                <a:off x="9927590" y="3896995"/>
                <a:ext cx="854075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54" name="墨迹 53"/>
              <p14:cNvContentPartPr/>
              <p14:nvPr/>
            </p14:nvContentPartPr>
            <p14:xfrm>
              <a:off x="10864850" y="3681730"/>
              <a:ext cx="431165" cy="1651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54"/>
            </p:blipFill>
            <p:spPr>
              <a:xfrm>
                <a:off x="10864850" y="3681730"/>
                <a:ext cx="431165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55" name="墨迹 54"/>
              <p14:cNvContentPartPr/>
              <p14:nvPr/>
            </p14:nvContentPartPr>
            <p14:xfrm>
              <a:off x="9479280" y="3955415"/>
              <a:ext cx="423545" cy="7429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56"/>
            </p:blipFill>
            <p:spPr>
              <a:xfrm>
                <a:off x="9479280" y="3955415"/>
                <a:ext cx="423545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56" name="墨迹 55"/>
              <p14:cNvContentPartPr/>
              <p14:nvPr/>
            </p14:nvContentPartPr>
            <p14:xfrm>
              <a:off x="9380220" y="1517015"/>
              <a:ext cx="331470" cy="20764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58"/>
            </p:blipFill>
            <p:spPr>
              <a:xfrm>
                <a:off x="9380220" y="1517015"/>
                <a:ext cx="33147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57" name="墨迹 56"/>
              <p14:cNvContentPartPr/>
              <p14:nvPr/>
            </p14:nvContentPartPr>
            <p14:xfrm>
              <a:off x="9670415" y="1567180"/>
              <a:ext cx="99695" cy="48895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60"/>
            </p:blipFill>
            <p:spPr>
              <a:xfrm>
                <a:off x="9670415" y="1567180"/>
                <a:ext cx="99695" cy="488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58" name="墨迹 57"/>
              <p14:cNvContentPartPr/>
              <p14:nvPr/>
            </p14:nvContentPartPr>
            <p14:xfrm>
              <a:off x="9803130" y="1508760"/>
              <a:ext cx="107950" cy="21590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62"/>
            </p:blipFill>
            <p:spPr>
              <a:xfrm>
                <a:off x="9803130" y="1508760"/>
                <a:ext cx="10795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59" name="墨迹 58"/>
              <p14:cNvContentPartPr/>
              <p14:nvPr/>
            </p14:nvContentPartPr>
            <p14:xfrm>
              <a:off x="9894570" y="1591945"/>
              <a:ext cx="140970" cy="41465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64"/>
            </p:blipFill>
            <p:spPr>
              <a:xfrm>
                <a:off x="9894570" y="1591945"/>
                <a:ext cx="140970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60" name="墨迹 59"/>
              <p14:cNvContentPartPr/>
              <p14:nvPr/>
            </p14:nvContentPartPr>
            <p14:xfrm>
              <a:off x="9944100" y="1558925"/>
              <a:ext cx="190500" cy="24003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66"/>
            </p:blipFill>
            <p:spPr>
              <a:xfrm>
                <a:off x="9944100" y="1558925"/>
                <a:ext cx="190500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61" name="墨迹 60"/>
              <p14:cNvContentPartPr/>
              <p14:nvPr/>
            </p14:nvContentPartPr>
            <p14:xfrm>
              <a:off x="10201275" y="1616710"/>
              <a:ext cx="331470" cy="14097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68"/>
            </p:blipFill>
            <p:spPr>
              <a:xfrm>
                <a:off x="10201275" y="1616710"/>
                <a:ext cx="33147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62" name="墨迹 61"/>
              <p14:cNvContentPartPr/>
              <p14:nvPr/>
            </p14:nvContentPartPr>
            <p14:xfrm>
              <a:off x="10607675" y="1633220"/>
              <a:ext cx="90805" cy="17399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70"/>
            </p:blipFill>
            <p:spPr>
              <a:xfrm>
                <a:off x="10607675" y="1633220"/>
                <a:ext cx="9080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63" name="墨迹 62"/>
              <p14:cNvContentPartPr/>
              <p14:nvPr/>
            </p14:nvContentPartPr>
            <p14:xfrm>
              <a:off x="10740390" y="1467485"/>
              <a:ext cx="381635" cy="33147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72"/>
            </p:blipFill>
            <p:spPr>
              <a:xfrm>
                <a:off x="10740390" y="1467485"/>
                <a:ext cx="381635" cy="331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64" name="墨迹 63"/>
              <p14:cNvContentPartPr/>
              <p14:nvPr/>
            </p14:nvContentPartPr>
            <p14:xfrm>
              <a:off x="10516235" y="1657985"/>
              <a:ext cx="124460" cy="14922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74"/>
            </p:blipFill>
            <p:spPr>
              <a:xfrm>
                <a:off x="10516235" y="1657985"/>
                <a:ext cx="12446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65" name="墨迹 64"/>
              <p14:cNvContentPartPr/>
              <p14:nvPr/>
            </p14:nvContentPartPr>
            <p14:xfrm>
              <a:off x="11071860" y="1724660"/>
              <a:ext cx="116205" cy="12446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76"/>
            </p:blipFill>
            <p:spPr>
              <a:xfrm>
                <a:off x="11071860" y="1724660"/>
                <a:ext cx="11620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66" name="墨迹 65"/>
              <p14:cNvContentPartPr/>
              <p14:nvPr/>
            </p14:nvContentPartPr>
            <p14:xfrm>
              <a:off x="11188065" y="1657985"/>
              <a:ext cx="41275" cy="66675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78"/>
            </p:blipFill>
            <p:spPr>
              <a:xfrm>
                <a:off x="11188065" y="1657985"/>
                <a:ext cx="4127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67" name="墨迹 66"/>
              <p14:cNvContentPartPr/>
              <p14:nvPr/>
            </p14:nvContentPartPr>
            <p14:xfrm>
              <a:off x="11246485" y="1732915"/>
              <a:ext cx="215265" cy="10795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80"/>
            </p:blipFill>
            <p:spPr>
              <a:xfrm>
                <a:off x="11246485" y="1732915"/>
                <a:ext cx="21526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68" name="墨迹 67"/>
              <p14:cNvContentPartPr/>
              <p14:nvPr/>
            </p14:nvContentPartPr>
            <p14:xfrm>
              <a:off x="11337290" y="1674495"/>
              <a:ext cx="24765" cy="25717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82"/>
            </p:blipFill>
            <p:spPr>
              <a:xfrm>
                <a:off x="11337290" y="1674495"/>
                <a:ext cx="24765" cy="25717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好论文遵循“宽—窄—宽”的认知路线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04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hour-0"/>
          <p:cNvSpPr>
            <a:spLocks noGrp="1"/>
          </p:cNvSpPr>
          <p:nvPr/>
        </p:nvSpPr>
        <p:spPr>
          <a:xfrm>
            <a:off x="1143000" y="1428750"/>
            <a:ext cx="9906000" cy="457200"/>
          </a:xfrm>
          <a:prstGeom prst="roundRect">
            <a:avLst>
              <a:gd name="adj" fmla="val 25000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5" name="hour-t-0"/>
          <p:cNvSpPr>
            <a:spLocks noGrp="1"/>
          </p:cNvSpPr>
          <p:nvPr/>
        </p:nvSpPr>
        <p:spPr>
          <a:xfrm>
            <a:off x="1143000" y="14287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领域背景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6" name="hour-1"/>
          <p:cNvSpPr>
            <a:spLocks noGrp="1"/>
          </p:cNvSpPr>
          <p:nvPr/>
        </p:nvSpPr>
        <p:spPr>
          <a:xfrm>
            <a:off x="2190750" y="2047875"/>
            <a:ext cx="7810500" cy="457200"/>
          </a:xfrm>
          <a:prstGeom prst="roundRect">
            <a:avLst>
              <a:gd name="adj" fmla="val 25000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7" name="hour-t-1"/>
          <p:cNvSpPr>
            <a:spLocks noGrp="1"/>
          </p:cNvSpPr>
          <p:nvPr/>
        </p:nvSpPr>
        <p:spPr>
          <a:xfrm>
            <a:off x="2190750" y="2047875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重要问题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8" name="hour-2"/>
          <p:cNvSpPr>
            <a:spLocks noGrp="1"/>
          </p:cNvSpPr>
          <p:nvPr/>
        </p:nvSpPr>
        <p:spPr>
          <a:xfrm>
            <a:off x="3238500" y="2667000"/>
            <a:ext cx="5715000" cy="457200"/>
          </a:xfrm>
          <a:prstGeom prst="roundRect">
            <a:avLst>
              <a:gd name="adj" fmla="val 25000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9" name="hour-t-2"/>
          <p:cNvSpPr>
            <a:spLocks noGrp="1"/>
          </p:cNvSpPr>
          <p:nvPr/>
        </p:nvSpPr>
        <p:spPr>
          <a:xfrm>
            <a:off x="3238500" y="266700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研究缺口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0" name="hour-3"/>
          <p:cNvSpPr>
            <a:spLocks noGrp="1"/>
          </p:cNvSpPr>
          <p:nvPr/>
        </p:nvSpPr>
        <p:spPr>
          <a:xfrm>
            <a:off x="4095750" y="3286125"/>
            <a:ext cx="4000500" cy="45720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11" name="hour-t-3"/>
          <p:cNvSpPr>
            <a:spLocks noGrp="1"/>
          </p:cNvSpPr>
          <p:nvPr/>
        </p:nvSpPr>
        <p:spPr>
          <a:xfrm>
            <a:off x="4095750" y="3286125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具体问题与研究设计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2" name="hour-4"/>
          <p:cNvSpPr>
            <a:spLocks noGrp="1"/>
          </p:cNvSpPr>
          <p:nvPr/>
        </p:nvSpPr>
        <p:spPr>
          <a:xfrm>
            <a:off x="3238500" y="3905250"/>
            <a:ext cx="5715000" cy="4572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3" name="hour-t-4"/>
          <p:cNvSpPr>
            <a:spLocks noGrp="1"/>
          </p:cNvSpPr>
          <p:nvPr/>
        </p:nvSpPr>
        <p:spPr>
          <a:xfrm>
            <a:off x="3238500" y="39052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关键证据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4" name="hour-5"/>
          <p:cNvSpPr>
            <a:spLocks noGrp="1"/>
          </p:cNvSpPr>
          <p:nvPr/>
        </p:nvSpPr>
        <p:spPr>
          <a:xfrm>
            <a:off x="2190750" y="4524375"/>
            <a:ext cx="7810500" cy="4572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5" name="hour-t-5"/>
          <p:cNvSpPr>
            <a:spLocks noGrp="1"/>
          </p:cNvSpPr>
          <p:nvPr/>
        </p:nvSpPr>
        <p:spPr>
          <a:xfrm>
            <a:off x="2190750" y="4524375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结果解释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6" name="hour-6"/>
          <p:cNvSpPr>
            <a:spLocks noGrp="1"/>
          </p:cNvSpPr>
          <p:nvPr/>
        </p:nvSpPr>
        <p:spPr>
          <a:xfrm>
            <a:off x="1143000" y="5143500"/>
            <a:ext cx="9906000" cy="4572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7" name="hour-t-6"/>
          <p:cNvSpPr>
            <a:spLocks noGrp="1"/>
          </p:cNvSpPr>
          <p:nvPr/>
        </p:nvSpPr>
        <p:spPr>
          <a:xfrm>
            <a:off x="1143000" y="514350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更广泛的意义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8" name="hour-note"/>
          <p:cNvSpPr>
            <a:spLocks noGrp="1"/>
          </p:cNvSpPr>
          <p:nvPr/>
        </p:nvSpPr>
        <p:spPr>
          <a:xfrm>
            <a:off x="1524000" y="6000750"/>
            <a:ext cx="914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6B87"/>
                </a:solidFill>
              </a:defRPr>
            </a:pPr>
            <a:r>
              <a:rPr sz="1575" b="1">
                <a:solidFill>
                  <a:srgbClr val="176B87"/>
                </a:solidFill>
              </a:rPr>
              <a:t>引言逐步收束；方法与结果聚焦；讨论重新展开。</a:t>
            </a:r>
            <a:endParaRPr sz="1575" b="1">
              <a:solidFill>
                <a:srgbClr val="176B87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9" name="墨迹 18"/>
              <p14:cNvContentPartPr/>
              <p14:nvPr/>
            </p14:nvContentPartPr>
            <p14:xfrm>
              <a:off x="4975860" y="1218565"/>
              <a:ext cx="2032000" cy="75501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"/>
            </p:blipFill>
            <p:spPr>
              <a:xfrm>
                <a:off x="4975860" y="1218565"/>
                <a:ext cx="2032000" cy="7550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0" name="墨迹 19"/>
              <p14:cNvContentPartPr/>
              <p14:nvPr/>
            </p14:nvContentPartPr>
            <p14:xfrm>
              <a:off x="5664200" y="2371090"/>
              <a:ext cx="1045210" cy="8318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4"/>
            </p:blipFill>
            <p:spPr>
              <a:xfrm>
                <a:off x="5664200" y="2371090"/>
                <a:ext cx="1045210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1" name="墨迹 20"/>
              <p14:cNvContentPartPr/>
              <p14:nvPr/>
            </p14:nvContentPartPr>
            <p14:xfrm>
              <a:off x="5556885" y="2611755"/>
              <a:ext cx="1019810" cy="42291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6"/>
            </p:blipFill>
            <p:spPr>
              <a:xfrm>
                <a:off x="5556885" y="2611755"/>
                <a:ext cx="1019810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2" name="墨迹 21"/>
              <p14:cNvContentPartPr/>
              <p14:nvPr/>
            </p14:nvContentPartPr>
            <p14:xfrm>
              <a:off x="5241290" y="3606800"/>
              <a:ext cx="2164715" cy="7493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8"/>
            </p:blipFill>
            <p:spPr>
              <a:xfrm>
                <a:off x="5241290" y="3606800"/>
                <a:ext cx="216471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3" name="墨迹 22"/>
              <p14:cNvContentPartPr/>
              <p14:nvPr/>
            </p14:nvContentPartPr>
            <p14:xfrm>
              <a:off x="8326755" y="3366770"/>
              <a:ext cx="224155" cy="24003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0"/>
            </p:blipFill>
            <p:spPr>
              <a:xfrm>
                <a:off x="8326755" y="3366770"/>
                <a:ext cx="224155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4" name="墨迹 23"/>
              <p14:cNvContentPartPr/>
              <p14:nvPr/>
            </p14:nvContentPartPr>
            <p14:xfrm>
              <a:off x="8608695" y="3391535"/>
              <a:ext cx="124460" cy="14922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2"/>
            </p:blipFill>
            <p:spPr>
              <a:xfrm>
                <a:off x="8608695" y="3391535"/>
                <a:ext cx="12446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5" name="墨迹 24"/>
              <p14:cNvContentPartPr/>
              <p14:nvPr/>
            </p14:nvContentPartPr>
            <p14:xfrm>
              <a:off x="8907145" y="3200400"/>
              <a:ext cx="132715" cy="34861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4"/>
            </p:blipFill>
            <p:spPr>
              <a:xfrm>
                <a:off x="8907145" y="3200400"/>
                <a:ext cx="132715" cy="348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6" name="墨迹 25"/>
              <p14:cNvContentPartPr/>
              <p14:nvPr/>
            </p14:nvContentPartPr>
            <p14:xfrm>
              <a:off x="8857615" y="3375025"/>
              <a:ext cx="157480" cy="4127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6"/>
            </p:blipFill>
            <p:spPr>
              <a:xfrm>
                <a:off x="8857615" y="3375025"/>
                <a:ext cx="15748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7" name="墨迹 26"/>
              <p14:cNvContentPartPr/>
              <p14:nvPr/>
            </p14:nvContentPartPr>
            <p14:xfrm>
              <a:off x="9015095" y="3242310"/>
              <a:ext cx="306705" cy="2819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8"/>
            </p:blipFill>
            <p:spPr>
              <a:xfrm>
                <a:off x="9015095" y="3242310"/>
                <a:ext cx="30670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8" name="墨迹 27"/>
              <p14:cNvContentPartPr/>
              <p14:nvPr/>
            </p14:nvContentPartPr>
            <p14:xfrm>
              <a:off x="9355455" y="3159125"/>
              <a:ext cx="290195" cy="44767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0"/>
            </p:blipFill>
            <p:spPr>
              <a:xfrm>
                <a:off x="9355455" y="3159125"/>
                <a:ext cx="290195" cy="447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9" name="墨迹 28"/>
              <p14:cNvContentPartPr/>
              <p14:nvPr/>
            </p14:nvContentPartPr>
            <p14:xfrm>
              <a:off x="9653905" y="3540760"/>
              <a:ext cx="57785" cy="4127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2"/>
            </p:blipFill>
            <p:spPr>
              <a:xfrm>
                <a:off x="9653905" y="3540760"/>
                <a:ext cx="5778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0" name="墨迹 29"/>
              <p14:cNvContentPartPr/>
              <p14:nvPr/>
            </p14:nvContentPartPr>
            <p14:xfrm>
              <a:off x="8683625" y="3731260"/>
              <a:ext cx="290195" cy="39814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4"/>
            </p:blipFill>
            <p:spPr>
              <a:xfrm>
                <a:off x="8683625" y="3731260"/>
                <a:ext cx="290195" cy="398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1" name="墨迹 30"/>
              <p14:cNvContentPartPr/>
              <p14:nvPr/>
            </p14:nvContentPartPr>
            <p14:xfrm>
              <a:off x="8633460" y="4021455"/>
              <a:ext cx="332105" cy="12446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6"/>
            </p:blipFill>
            <p:spPr>
              <a:xfrm>
                <a:off x="8633460" y="4021455"/>
                <a:ext cx="33210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2" name="墨迹 31"/>
              <p14:cNvContentPartPr/>
              <p14:nvPr/>
            </p14:nvContentPartPr>
            <p14:xfrm>
              <a:off x="9529445" y="3739515"/>
              <a:ext cx="365125" cy="51435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8"/>
            </p:blipFill>
            <p:spPr>
              <a:xfrm>
                <a:off x="9529445" y="3739515"/>
                <a:ext cx="365125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3" name="墨迹 32"/>
              <p14:cNvContentPartPr/>
              <p14:nvPr/>
            </p14:nvContentPartPr>
            <p14:xfrm>
              <a:off x="9719945" y="4004945"/>
              <a:ext cx="298450" cy="24066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30"/>
            </p:blipFill>
            <p:spPr>
              <a:xfrm>
                <a:off x="9719945" y="4004945"/>
                <a:ext cx="298450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4" name="墨迹 33"/>
              <p14:cNvContentPartPr/>
              <p14:nvPr/>
            </p14:nvContentPartPr>
            <p14:xfrm>
              <a:off x="8808085" y="3781425"/>
              <a:ext cx="414655" cy="83756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2"/>
            </p:blipFill>
            <p:spPr>
              <a:xfrm>
                <a:off x="8808085" y="3781425"/>
                <a:ext cx="414655" cy="837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5" name="墨迹 34"/>
              <p14:cNvContentPartPr/>
              <p14:nvPr/>
            </p14:nvContentPartPr>
            <p14:xfrm>
              <a:off x="8716645" y="4535805"/>
              <a:ext cx="339725" cy="21526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4"/>
            </p:blipFill>
            <p:spPr>
              <a:xfrm>
                <a:off x="8716645" y="4535805"/>
                <a:ext cx="339725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6" name="墨迹 35"/>
              <p14:cNvContentPartPr/>
              <p14:nvPr/>
            </p14:nvContentPartPr>
            <p14:xfrm>
              <a:off x="9355455" y="3781425"/>
              <a:ext cx="356235" cy="127698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6"/>
            </p:blipFill>
            <p:spPr>
              <a:xfrm>
                <a:off x="9355455" y="3781425"/>
                <a:ext cx="356235" cy="1276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7" name="墨迹 36"/>
              <p14:cNvContentPartPr/>
              <p14:nvPr/>
            </p14:nvContentPartPr>
            <p14:xfrm>
              <a:off x="9529445" y="4693285"/>
              <a:ext cx="356235" cy="25717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38"/>
            </p:blipFill>
            <p:spPr>
              <a:xfrm>
                <a:off x="9529445" y="4693285"/>
                <a:ext cx="356235" cy="25717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引言不是“背景资料”，而是证明研究为什么必须做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05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intro-0"/>
          <p:cNvSpPr>
            <a:spLocks noGrp="1"/>
          </p:cNvSpPr>
          <p:nvPr/>
        </p:nvSpPr>
        <p:spPr>
          <a:xfrm>
            <a:off x="514350" y="1828800"/>
            <a:ext cx="2057400" cy="3333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5" name="intro-no-0"/>
          <p:cNvSpPr>
            <a:spLocks noGrp="1"/>
          </p:cNvSpPr>
          <p:nvPr/>
        </p:nvSpPr>
        <p:spPr>
          <a:xfrm>
            <a:off x="685800" y="19812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01</a:t>
            </a:r>
            <a:endParaRPr sz="1500" b="1">
              <a:solidFill>
                <a:srgbClr val="E76F51"/>
              </a:solidFill>
            </a:endParaRPr>
          </a:p>
        </p:txBody>
      </p:sp>
      <p:sp>
        <p:nvSpPr>
          <p:cNvPr id="6" name="intro-h-0"/>
          <p:cNvSpPr>
            <a:spLocks noGrp="1"/>
          </p:cNvSpPr>
          <p:nvPr/>
        </p:nvSpPr>
        <p:spPr>
          <a:xfrm>
            <a:off x="685800" y="2609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3212B"/>
                </a:solidFill>
              </a:defRPr>
            </a:pPr>
            <a:r>
              <a:rPr sz="1875" b="1">
                <a:solidFill>
                  <a:srgbClr val="13212B"/>
                </a:solidFill>
              </a:rPr>
              <a:t>研究领域</a:t>
            </a:r>
            <a:endParaRPr sz="1875" b="1">
              <a:solidFill>
                <a:srgbClr val="13212B"/>
              </a:solidFill>
            </a:endParaRPr>
          </a:p>
        </p:txBody>
      </p:sp>
      <p:sp>
        <p:nvSpPr>
          <p:cNvPr id="7" name="intro-b-0"/>
          <p:cNvSpPr>
            <a:spLocks noGrp="1"/>
          </p:cNvSpPr>
          <p:nvPr/>
        </p:nvSpPr>
        <p:spPr>
          <a:xfrm>
            <a:off x="685800" y="3333750"/>
            <a:ext cx="1714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读者需要知道你在哪个问题空间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8" name="intro-1"/>
          <p:cNvSpPr>
            <a:spLocks noGrp="1"/>
          </p:cNvSpPr>
          <p:nvPr/>
        </p:nvSpPr>
        <p:spPr>
          <a:xfrm>
            <a:off x="2838450" y="1828800"/>
            <a:ext cx="2057400" cy="3333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9" name="intro-no-1"/>
          <p:cNvSpPr>
            <a:spLocks noGrp="1"/>
          </p:cNvSpPr>
          <p:nvPr/>
        </p:nvSpPr>
        <p:spPr>
          <a:xfrm>
            <a:off x="3009900" y="19812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02</a:t>
            </a:r>
            <a:endParaRPr sz="1500" b="1">
              <a:solidFill>
                <a:srgbClr val="E76F51"/>
              </a:solidFill>
            </a:endParaRPr>
          </a:p>
        </p:txBody>
      </p:sp>
      <p:sp>
        <p:nvSpPr>
          <p:cNvPr id="10" name="intro-h-1"/>
          <p:cNvSpPr>
            <a:spLocks noGrp="1"/>
          </p:cNvSpPr>
          <p:nvPr/>
        </p:nvSpPr>
        <p:spPr>
          <a:xfrm>
            <a:off x="3009900" y="2609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3212B"/>
                </a:solidFill>
              </a:defRPr>
            </a:pPr>
            <a:r>
              <a:rPr sz="1875" b="1">
                <a:solidFill>
                  <a:srgbClr val="13212B"/>
                </a:solidFill>
              </a:rPr>
              <a:t>重要问题</a:t>
            </a:r>
            <a:endParaRPr sz="1875" b="1">
              <a:solidFill>
                <a:srgbClr val="13212B"/>
              </a:solidFill>
            </a:endParaRPr>
          </a:p>
        </p:txBody>
      </p:sp>
      <p:sp>
        <p:nvSpPr>
          <p:cNvPr id="11" name="intro-b-1"/>
          <p:cNvSpPr>
            <a:spLocks noGrp="1"/>
          </p:cNvSpPr>
          <p:nvPr/>
        </p:nvSpPr>
        <p:spPr>
          <a:xfrm>
            <a:off x="3009900" y="3333750"/>
            <a:ext cx="1714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说明现实或理论上的 stakes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2" name="intro-2"/>
          <p:cNvSpPr>
            <a:spLocks noGrp="1"/>
          </p:cNvSpPr>
          <p:nvPr/>
        </p:nvSpPr>
        <p:spPr>
          <a:xfrm>
            <a:off x="5162550" y="1828800"/>
            <a:ext cx="2057400" cy="3333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3" name="intro-no-2"/>
          <p:cNvSpPr>
            <a:spLocks noGrp="1"/>
          </p:cNvSpPr>
          <p:nvPr/>
        </p:nvSpPr>
        <p:spPr>
          <a:xfrm>
            <a:off x="5334000" y="19812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03</a:t>
            </a:r>
            <a:endParaRPr sz="1500" b="1">
              <a:solidFill>
                <a:srgbClr val="E76F51"/>
              </a:solidFill>
            </a:endParaRPr>
          </a:p>
        </p:txBody>
      </p:sp>
      <p:sp>
        <p:nvSpPr>
          <p:cNvPr id="14" name="intro-h-2"/>
          <p:cNvSpPr>
            <a:spLocks noGrp="1"/>
          </p:cNvSpPr>
          <p:nvPr/>
        </p:nvSpPr>
        <p:spPr>
          <a:xfrm>
            <a:off x="5334000" y="2609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3212B"/>
                </a:solidFill>
              </a:defRPr>
            </a:pPr>
            <a:r>
              <a:rPr sz="1875" b="1">
                <a:solidFill>
                  <a:srgbClr val="13212B"/>
                </a:solidFill>
              </a:rPr>
              <a:t>研究缺口</a:t>
            </a:r>
            <a:endParaRPr sz="1875" b="1">
              <a:solidFill>
                <a:srgbClr val="13212B"/>
              </a:solidFill>
            </a:endParaRPr>
          </a:p>
        </p:txBody>
      </p:sp>
      <p:sp>
        <p:nvSpPr>
          <p:cNvPr id="15" name="intro-b-2"/>
          <p:cNvSpPr>
            <a:spLocks noGrp="1"/>
          </p:cNvSpPr>
          <p:nvPr/>
        </p:nvSpPr>
        <p:spPr>
          <a:xfrm>
            <a:off x="5334000" y="3333750"/>
            <a:ext cx="1714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指出现有知识为何不够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6" name="intro-3"/>
          <p:cNvSpPr>
            <a:spLocks noGrp="1"/>
          </p:cNvSpPr>
          <p:nvPr/>
        </p:nvSpPr>
        <p:spPr>
          <a:xfrm>
            <a:off x="7486650" y="1828800"/>
            <a:ext cx="2057400" cy="3333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7" name="intro-no-3"/>
          <p:cNvSpPr>
            <a:spLocks noGrp="1"/>
          </p:cNvSpPr>
          <p:nvPr/>
        </p:nvSpPr>
        <p:spPr>
          <a:xfrm>
            <a:off x="7658100" y="19812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04</a:t>
            </a:r>
            <a:endParaRPr sz="1500" b="1">
              <a:solidFill>
                <a:srgbClr val="E76F51"/>
              </a:solidFill>
            </a:endParaRPr>
          </a:p>
        </p:txBody>
      </p:sp>
      <p:sp>
        <p:nvSpPr>
          <p:cNvPr id="18" name="intro-h-3"/>
          <p:cNvSpPr>
            <a:spLocks noGrp="1"/>
          </p:cNvSpPr>
          <p:nvPr/>
        </p:nvSpPr>
        <p:spPr>
          <a:xfrm>
            <a:off x="7658100" y="2609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3212B"/>
                </a:solidFill>
              </a:defRPr>
            </a:pPr>
            <a:r>
              <a:rPr sz="1875" b="1">
                <a:solidFill>
                  <a:srgbClr val="13212B"/>
                </a:solidFill>
              </a:rPr>
              <a:t>具体问题</a:t>
            </a:r>
            <a:endParaRPr sz="1875" b="1">
              <a:solidFill>
                <a:srgbClr val="13212B"/>
              </a:solidFill>
            </a:endParaRPr>
          </a:p>
        </p:txBody>
      </p:sp>
      <p:sp>
        <p:nvSpPr>
          <p:cNvPr id="19" name="intro-b-3"/>
          <p:cNvSpPr>
            <a:spLocks noGrp="1"/>
          </p:cNvSpPr>
          <p:nvPr/>
        </p:nvSpPr>
        <p:spPr>
          <a:xfrm>
            <a:off x="7658100" y="3333750"/>
            <a:ext cx="1714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把缺口转成可回答的问题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20" name="intro-4"/>
          <p:cNvSpPr>
            <a:spLocks noGrp="1"/>
          </p:cNvSpPr>
          <p:nvPr/>
        </p:nvSpPr>
        <p:spPr>
          <a:xfrm>
            <a:off x="9810750" y="1828800"/>
            <a:ext cx="2057400" cy="3333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1" name="intro-no-4"/>
          <p:cNvSpPr>
            <a:spLocks noGrp="1"/>
          </p:cNvSpPr>
          <p:nvPr/>
        </p:nvSpPr>
        <p:spPr>
          <a:xfrm>
            <a:off x="9982200" y="1981200"/>
            <a:ext cx="523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76F51"/>
                </a:solidFill>
              </a:defRPr>
            </a:pPr>
            <a:r>
              <a:rPr sz="1500" b="1">
                <a:solidFill>
                  <a:srgbClr val="E76F51"/>
                </a:solidFill>
              </a:rPr>
              <a:t>05</a:t>
            </a:r>
            <a:endParaRPr sz="1500" b="1">
              <a:solidFill>
                <a:srgbClr val="E76F51"/>
              </a:solidFill>
            </a:endParaRPr>
          </a:p>
        </p:txBody>
      </p:sp>
      <p:sp>
        <p:nvSpPr>
          <p:cNvPr id="22" name="intro-h-4"/>
          <p:cNvSpPr>
            <a:spLocks noGrp="1"/>
          </p:cNvSpPr>
          <p:nvPr/>
        </p:nvSpPr>
        <p:spPr>
          <a:xfrm>
            <a:off x="9982200" y="2609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3212B"/>
                </a:solidFill>
              </a:defRPr>
            </a:pPr>
            <a:r>
              <a:rPr sz="1875" b="1">
                <a:solidFill>
                  <a:srgbClr val="13212B"/>
                </a:solidFill>
              </a:rPr>
              <a:t>贡献与路径</a:t>
            </a:r>
            <a:endParaRPr sz="1875" b="1">
              <a:solidFill>
                <a:srgbClr val="13212B"/>
              </a:solidFill>
            </a:endParaRPr>
          </a:p>
        </p:txBody>
      </p:sp>
      <p:sp>
        <p:nvSpPr>
          <p:cNvPr id="23" name="intro-b-4"/>
          <p:cNvSpPr>
            <a:spLocks noGrp="1"/>
          </p:cNvSpPr>
          <p:nvPr/>
        </p:nvSpPr>
        <p:spPr>
          <a:xfrm>
            <a:off x="9982200" y="3333750"/>
            <a:ext cx="1714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说明本文如何推进理解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24" name="intro-check"/>
          <p:cNvSpPr>
            <a:spLocks noGrp="1"/>
          </p:cNvSpPr>
          <p:nvPr/>
        </p:nvSpPr>
        <p:spPr>
          <a:xfrm>
            <a:off x="704850" y="5619750"/>
            <a:ext cx="10782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B87"/>
                </a:solidFill>
              </a:defRPr>
            </a:pPr>
            <a:r>
              <a:rPr sz="1650" b="1">
                <a:solidFill>
                  <a:srgbClr val="176B87"/>
                </a:solidFill>
              </a:rPr>
              <a:t>自检：删掉某段后，“为什么要做这项研究”的逻辑是否仍完整？</a:t>
            </a:r>
            <a:endParaRPr sz="1650" b="1">
              <a:solidFill>
                <a:srgbClr val="176B8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方法部分要让读者理解、评估，并有机会复现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06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goal-0"/>
          <p:cNvSpPr>
            <a:spLocks noGrp="1"/>
          </p:cNvSpPr>
          <p:nvPr/>
        </p:nvSpPr>
        <p:spPr>
          <a:xfrm>
            <a:off x="495300" y="1476375"/>
            <a:ext cx="3524250" cy="1123950"/>
          </a:xfrm>
          <a:prstGeom prst="roundRect">
            <a:avLst>
              <a:gd name="adj" fmla="val 10169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5" name="goal-h-0"/>
          <p:cNvSpPr>
            <a:spLocks noGrp="1"/>
          </p:cNvSpPr>
          <p:nvPr/>
        </p:nvSpPr>
        <p:spPr>
          <a:xfrm>
            <a:off x="685800" y="1638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理解</a:t>
            </a:r>
            <a:endParaRPr sz="2025" b="1">
              <a:solidFill>
                <a:srgbClr val="E76F51"/>
              </a:solidFill>
            </a:endParaRPr>
          </a:p>
        </p:txBody>
      </p:sp>
      <p:sp>
        <p:nvSpPr>
          <p:cNvPr id="6" name="goal-b-0"/>
          <p:cNvSpPr>
            <a:spLocks noGrp="1"/>
          </p:cNvSpPr>
          <p:nvPr/>
        </p:nvSpPr>
        <p:spPr>
          <a:xfrm>
            <a:off x="1562100" y="15906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3212B"/>
                </a:solidFill>
              </a:defRPr>
            </a:pPr>
            <a:r>
              <a:rPr sz="1425" b="1">
                <a:solidFill>
                  <a:srgbClr val="13212B"/>
                </a:solidFill>
              </a:rPr>
              <a:t>研究设计如何回答问题</a:t>
            </a:r>
            <a:endParaRPr sz="1425" b="1">
              <a:solidFill>
                <a:srgbClr val="13212B"/>
              </a:solidFill>
            </a:endParaRPr>
          </a:p>
        </p:txBody>
      </p:sp>
      <p:sp>
        <p:nvSpPr>
          <p:cNvPr id="7" name="goal-1"/>
          <p:cNvSpPr>
            <a:spLocks noGrp="1"/>
          </p:cNvSpPr>
          <p:nvPr/>
        </p:nvSpPr>
        <p:spPr>
          <a:xfrm>
            <a:off x="4400550" y="1476375"/>
            <a:ext cx="3524250" cy="1123950"/>
          </a:xfrm>
          <a:prstGeom prst="roundRect">
            <a:avLst>
              <a:gd name="adj" fmla="val 10169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8" name="goal-h-1"/>
          <p:cNvSpPr>
            <a:spLocks noGrp="1"/>
          </p:cNvSpPr>
          <p:nvPr/>
        </p:nvSpPr>
        <p:spPr>
          <a:xfrm>
            <a:off x="4591050" y="1638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6B87"/>
                </a:solidFill>
              </a:defRPr>
            </a:pPr>
            <a:r>
              <a:rPr sz="2025" b="1">
                <a:solidFill>
                  <a:srgbClr val="176B87"/>
                </a:solidFill>
              </a:rPr>
              <a:t>评估</a:t>
            </a:r>
            <a:endParaRPr sz="2025" b="1">
              <a:solidFill>
                <a:srgbClr val="176B87"/>
              </a:solidFill>
            </a:endParaRPr>
          </a:p>
        </p:txBody>
      </p:sp>
      <p:sp>
        <p:nvSpPr>
          <p:cNvPr id="9" name="goal-b-1"/>
          <p:cNvSpPr>
            <a:spLocks noGrp="1"/>
          </p:cNvSpPr>
          <p:nvPr/>
        </p:nvSpPr>
        <p:spPr>
          <a:xfrm>
            <a:off x="5467350" y="15906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3212B"/>
                </a:solidFill>
              </a:defRPr>
            </a:pPr>
            <a:r>
              <a:rPr sz="1425" b="1">
                <a:solidFill>
                  <a:srgbClr val="13212B"/>
                </a:solidFill>
              </a:rPr>
              <a:t>设计与假设是否有效</a:t>
            </a:r>
            <a:endParaRPr sz="1425" b="1">
              <a:solidFill>
                <a:srgbClr val="13212B"/>
              </a:solidFill>
            </a:endParaRPr>
          </a:p>
        </p:txBody>
      </p:sp>
      <p:sp>
        <p:nvSpPr>
          <p:cNvPr id="10" name="goal-2"/>
          <p:cNvSpPr>
            <a:spLocks noGrp="1"/>
          </p:cNvSpPr>
          <p:nvPr/>
        </p:nvSpPr>
        <p:spPr>
          <a:xfrm>
            <a:off x="8305800" y="1476375"/>
            <a:ext cx="3524250" cy="1123950"/>
          </a:xfrm>
          <a:prstGeom prst="roundRect">
            <a:avLst>
              <a:gd name="adj" fmla="val 10169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11" name="goal-h-2"/>
          <p:cNvSpPr>
            <a:spLocks noGrp="1"/>
          </p:cNvSpPr>
          <p:nvPr/>
        </p:nvSpPr>
        <p:spPr>
          <a:xfrm>
            <a:off x="8496300" y="1638300"/>
            <a:ext cx="904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复现</a:t>
            </a:r>
            <a:endParaRPr sz="2025" b="1">
              <a:solidFill>
                <a:srgbClr val="E76F51"/>
              </a:solidFill>
            </a:endParaRPr>
          </a:p>
        </p:txBody>
      </p:sp>
      <p:sp>
        <p:nvSpPr>
          <p:cNvPr id="12" name="goal-b-2"/>
          <p:cNvSpPr>
            <a:spLocks noGrp="1"/>
          </p:cNvSpPr>
          <p:nvPr/>
        </p:nvSpPr>
        <p:spPr>
          <a:xfrm>
            <a:off x="9372600" y="15906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3212B"/>
                </a:solidFill>
              </a:defRPr>
            </a:pPr>
            <a:r>
              <a:rPr sz="1425" b="1">
                <a:solidFill>
                  <a:srgbClr val="13212B"/>
                </a:solidFill>
              </a:rPr>
              <a:t>关键条件是否足够明确</a:t>
            </a:r>
            <a:endParaRPr sz="1425" b="1">
              <a:solidFill>
                <a:srgbClr val="13212B"/>
              </a:solidFill>
            </a:endParaRPr>
          </a:p>
        </p:txBody>
      </p:sp>
      <p:sp>
        <p:nvSpPr>
          <p:cNvPr id="13" name="ml-0"/>
          <p:cNvSpPr>
            <a:spLocks noGrp="1"/>
          </p:cNvSpPr>
          <p:nvPr/>
        </p:nvSpPr>
        <p:spPr>
          <a:xfrm>
            <a:off x="495300" y="31432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4" name="mlt-0"/>
          <p:cNvSpPr>
            <a:spLocks noGrp="1"/>
          </p:cNvSpPr>
          <p:nvPr/>
        </p:nvSpPr>
        <p:spPr>
          <a:xfrm>
            <a:off x="666750" y="31432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数据与预处理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15" name="ml-1"/>
          <p:cNvSpPr>
            <a:spLocks noGrp="1"/>
          </p:cNvSpPr>
          <p:nvPr/>
        </p:nvSpPr>
        <p:spPr>
          <a:xfrm>
            <a:off x="4400550" y="31432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6" name="mlt-1"/>
          <p:cNvSpPr>
            <a:spLocks noGrp="1"/>
          </p:cNvSpPr>
          <p:nvPr/>
        </p:nvSpPr>
        <p:spPr>
          <a:xfrm>
            <a:off x="4572000" y="31432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模型与目标函数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17" name="ml-2"/>
          <p:cNvSpPr>
            <a:spLocks noGrp="1"/>
          </p:cNvSpPr>
          <p:nvPr/>
        </p:nvSpPr>
        <p:spPr>
          <a:xfrm>
            <a:off x="8305800" y="31432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8" name="mlt-2"/>
          <p:cNvSpPr>
            <a:spLocks noGrp="1"/>
          </p:cNvSpPr>
          <p:nvPr/>
        </p:nvSpPr>
        <p:spPr>
          <a:xfrm>
            <a:off x="8477250" y="31432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训练与优化设置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19" name="ml-3"/>
          <p:cNvSpPr>
            <a:spLocks noGrp="1"/>
          </p:cNvSpPr>
          <p:nvPr/>
        </p:nvSpPr>
        <p:spPr>
          <a:xfrm>
            <a:off x="495300" y="42100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0" name="mlt-3"/>
          <p:cNvSpPr>
            <a:spLocks noGrp="1"/>
          </p:cNvSpPr>
          <p:nvPr/>
        </p:nvSpPr>
        <p:spPr>
          <a:xfrm>
            <a:off x="666750" y="42100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攻击/防御配置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21" name="ml-4"/>
          <p:cNvSpPr>
            <a:spLocks noGrp="1"/>
          </p:cNvSpPr>
          <p:nvPr/>
        </p:nvSpPr>
        <p:spPr>
          <a:xfrm>
            <a:off x="4400550" y="42100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2" name="mlt-4"/>
          <p:cNvSpPr>
            <a:spLocks noGrp="1"/>
          </p:cNvSpPr>
          <p:nvPr/>
        </p:nvSpPr>
        <p:spPr>
          <a:xfrm>
            <a:off x="4572000" y="42100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评价指标与基线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23" name="ml-5"/>
          <p:cNvSpPr>
            <a:spLocks noGrp="1"/>
          </p:cNvSpPr>
          <p:nvPr/>
        </p:nvSpPr>
        <p:spPr>
          <a:xfrm>
            <a:off x="8305800" y="4210050"/>
            <a:ext cx="3524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4" name="mlt-5"/>
          <p:cNvSpPr>
            <a:spLocks noGrp="1"/>
          </p:cNvSpPr>
          <p:nvPr/>
        </p:nvSpPr>
        <p:spPr>
          <a:xfrm>
            <a:off x="8477250" y="4210050"/>
            <a:ext cx="31813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实现细节与资源</a:t>
            </a:r>
            <a:endParaRPr sz="1575" b="1">
              <a:solidFill>
                <a:srgbClr val="13212B"/>
              </a:solidFill>
            </a:endParaRPr>
          </a:p>
        </p:txBody>
      </p:sp>
      <p:sp>
        <p:nvSpPr>
          <p:cNvPr id="25" name="method-note"/>
          <p:cNvSpPr>
            <a:spLocks noGrp="1"/>
          </p:cNvSpPr>
          <p:nvPr/>
        </p:nvSpPr>
        <p:spPr>
          <a:xfrm>
            <a:off x="762000" y="56197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6B87"/>
                </a:solidFill>
              </a:defRPr>
            </a:pPr>
            <a:r>
              <a:rPr sz="1650" b="1">
                <a:solidFill>
                  <a:srgbClr val="176B87"/>
                </a:solidFill>
              </a:rPr>
              <a:t>原则：决定结论可信度的细节，不能只存在于作者脑中。</a:t>
            </a:r>
            <a:endParaRPr sz="1650" b="1">
              <a:solidFill>
                <a:srgbClr val="176B87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6" name="墨迹 25"/>
              <p14:cNvContentPartPr/>
              <p14:nvPr/>
            </p14:nvContentPartPr>
            <p14:xfrm>
              <a:off x="737870" y="4685030"/>
              <a:ext cx="1144270" cy="14922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"/>
            </p:blipFill>
            <p:spPr>
              <a:xfrm>
                <a:off x="737870" y="4685030"/>
                <a:ext cx="114427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7" name="墨迹 26"/>
              <p14:cNvContentPartPr/>
              <p14:nvPr/>
            </p14:nvContentPartPr>
            <p14:xfrm>
              <a:off x="887095" y="4444365"/>
              <a:ext cx="1302385" cy="23241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"/>
            </p:blipFill>
            <p:spPr>
              <a:xfrm>
                <a:off x="887095" y="4444365"/>
                <a:ext cx="130238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8" name="墨迹 27"/>
              <p14:cNvContentPartPr/>
              <p14:nvPr/>
            </p14:nvContentPartPr>
            <p14:xfrm>
              <a:off x="729615" y="3623310"/>
              <a:ext cx="522605" cy="5842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6"/>
            </p:blipFill>
            <p:spPr>
              <a:xfrm>
                <a:off x="729615" y="3623310"/>
                <a:ext cx="52260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9" name="墨迹 28"/>
              <p14:cNvContentPartPr/>
              <p14:nvPr/>
            </p14:nvContentPartPr>
            <p14:xfrm>
              <a:off x="1459230" y="3681730"/>
              <a:ext cx="563880" cy="2476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8"/>
            </p:blipFill>
            <p:spPr>
              <a:xfrm>
                <a:off x="1459230" y="3681730"/>
                <a:ext cx="56388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0" name="墨迹 29"/>
              <p14:cNvContentPartPr/>
              <p14:nvPr/>
            </p14:nvContentPartPr>
            <p14:xfrm>
              <a:off x="4585970" y="3648710"/>
              <a:ext cx="589280" cy="4127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0"/>
            </p:blipFill>
            <p:spPr>
              <a:xfrm>
                <a:off x="4585970" y="3648710"/>
                <a:ext cx="58928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1" name="墨迹 30"/>
              <p14:cNvContentPartPr/>
              <p14:nvPr/>
            </p14:nvContentPartPr>
            <p14:xfrm>
              <a:off x="5432425" y="3689985"/>
              <a:ext cx="629920" cy="4953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12"/>
            </p:blipFill>
            <p:spPr>
              <a:xfrm>
                <a:off x="5432425" y="3689985"/>
                <a:ext cx="62992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2" name="墨迹 31"/>
              <p14:cNvContentPartPr/>
              <p14:nvPr/>
            </p14:nvContentPartPr>
            <p14:xfrm>
              <a:off x="8559165" y="3681730"/>
              <a:ext cx="1476375" cy="1244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14"/>
            </p:blipFill>
            <p:spPr>
              <a:xfrm>
                <a:off x="8559165" y="3681730"/>
                <a:ext cx="147637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3" name="墨迹 32"/>
              <p14:cNvContentPartPr/>
              <p14:nvPr/>
            </p14:nvContentPartPr>
            <p14:xfrm>
              <a:off x="4611370" y="4693285"/>
              <a:ext cx="1501140" cy="9969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6"/>
            </p:blipFill>
            <p:spPr>
              <a:xfrm>
                <a:off x="4611370" y="4693285"/>
                <a:ext cx="150114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34" name="墨迹 33"/>
              <p14:cNvContentPartPr/>
              <p14:nvPr/>
            </p14:nvContentPartPr>
            <p14:xfrm>
              <a:off x="8475980" y="4693285"/>
              <a:ext cx="1509395" cy="8318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18"/>
            </p:blipFill>
            <p:spPr>
              <a:xfrm>
                <a:off x="8475980" y="4693285"/>
                <a:ext cx="1509395" cy="831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结果部分按“研究问题—证据”组织，而不是按实验时间线组织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07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q-0"/>
          <p:cNvSpPr>
            <a:spLocks noGrp="1"/>
          </p:cNvSpPr>
          <p:nvPr/>
        </p:nvSpPr>
        <p:spPr>
          <a:xfrm>
            <a:off x="571500" y="1809750"/>
            <a:ext cx="3476625" cy="32861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5" name="pill-Q1"/>
          <p:cNvSpPr>
            <a:spLocks noGrp="1"/>
          </p:cNvSpPr>
          <p:nvPr/>
        </p:nvSpPr>
        <p:spPr>
          <a:xfrm>
            <a:off x="781050" y="2019300"/>
            <a:ext cx="609600" cy="400050"/>
          </a:xfrm>
          <a:prstGeom prst="roundRect">
            <a:avLst>
              <a:gd name="adj" fmla="val 28571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6" name="pill-text-Q1"/>
          <p:cNvSpPr>
            <a:spLocks noGrp="1"/>
          </p:cNvSpPr>
          <p:nvPr/>
        </p:nvSpPr>
        <p:spPr>
          <a:xfrm>
            <a:off x="895350" y="2019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qh-0"/>
          <p:cNvSpPr>
            <a:spLocks noGrp="1"/>
          </p:cNvSpPr>
          <p:nvPr/>
        </p:nvSpPr>
        <p:spPr>
          <a:xfrm>
            <a:off x="781050" y="2724150"/>
            <a:ext cx="3057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3212B"/>
                </a:solidFill>
              </a:defRPr>
            </a:pPr>
            <a:r>
              <a:rPr sz="1800" b="1">
                <a:solidFill>
                  <a:srgbClr val="13212B"/>
                </a:solidFill>
              </a:rPr>
              <a:t>主要方法是否有效？</a:t>
            </a:r>
            <a:endParaRPr sz="1800" b="1">
              <a:solidFill>
                <a:srgbClr val="13212B"/>
              </a:solidFill>
            </a:endParaRPr>
          </a:p>
        </p:txBody>
      </p:sp>
      <p:sp>
        <p:nvSpPr>
          <p:cNvPr id="8" name="divider-0"/>
          <p:cNvSpPr>
            <a:spLocks noGrp="1"/>
          </p:cNvSpPr>
          <p:nvPr/>
        </p:nvSpPr>
        <p:spPr>
          <a:xfrm>
            <a:off x="781050" y="3524250"/>
            <a:ext cx="3057525" cy="19050"/>
          </a:xfrm>
          <a:prstGeom prst="rect">
            <a:avLst/>
          </a:prstGeom>
          <a:solidFill>
            <a:srgbClr val="CDD9DD"/>
          </a:solidFill>
          <a:ln w="0">
            <a:noFill/>
            <a:prstDash val="solid"/>
          </a:ln>
        </p:spPr>
      </p:sp>
      <p:sp>
        <p:nvSpPr>
          <p:cNvPr id="9" name="qe-0"/>
          <p:cNvSpPr>
            <a:spLocks noGrp="1"/>
          </p:cNvSpPr>
          <p:nvPr/>
        </p:nvSpPr>
        <p:spPr>
          <a:xfrm>
            <a:off x="781050" y="3762375"/>
            <a:ext cx="30575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主结果与基线比较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0" name="q-1"/>
          <p:cNvSpPr>
            <a:spLocks noGrp="1"/>
          </p:cNvSpPr>
          <p:nvPr/>
        </p:nvSpPr>
        <p:spPr>
          <a:xfrm>
            <a:off x="4429125" y="1809750"/>
            <a:ext cx="3476625" cy="32861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1" name="pill-Q2"/>
          <p:cNvSpPr>
            <a:spLocks noGrp="1"/>
          </p:cNvSpPr>
          <p:nvPr/>
        </p:nvSpPr>
        <p:spPr>
          <a:xfrm>
            <a:off x="4638675" y="2019300"/>
            <a:ext cx="609600" cy="400050"/>
          </a:xfrm>
          <a:prstGeom prst="roundRect">
            <a:avLst>
              <a:gd name="adj" fmla="val 28571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2" name="pill-text-Q2"/>
          <p:cNvSpPr>
            <a:spLocks noGrp="1"/>
          </p:cNvSpPr>
          <p:nvPr/>
        </p:nvSpPr>
        <p:spPr>
          <a:xfrm>
            <a:off x="4752975" y="2019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Q2</a:t>
            </a:r>
            <a:endParaRPr sz="1350" b="1">
              <a:solidFill>
                <a:srgbClr val="176B87"/>
              </a:solidFill>
            </a:endParaRPr>
          </a:p>
        </p:txBody>
      </p:sp>
      <p:sp>
        <p:nvSpPr>
          <p:cNvPr id="13" name="qh-1"/>
          <p:cNvSpPr>
            <a:spLocks noGrp="1"/>
          </p:cNvSpPr>
          <p:nvPr/>
        </p:nvSpPr>
        <p:spPr>
          <a:xfrm>
            <a:off x="4638675" y="2724150"/>
            <a:ext cx="3057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3212B"/>
                </a:solidFill>
              </a:defRPr>
            </a:pPr>
            <a:r>
              <a:rPr sz="1800" b="1">
                <a:solidFill>
                  <a:srgbClr val="13212B"/>
                </a:solidFill>
              </a:rPr>
              <a:t>为什么有效？</a:t>
            </a:r>
            <a:endParaRPr sz="1800" b="1">
              <a:solidFill>
                <a:srgbClr val="13212B"/>
              </a:solidFill>
            </a:endParaRPr>
          </a:p>
        </p:txBody>
      </p:sp>
      <p:sp>
        <p:nvSpPr>
          <p:cNvPr id="14" name="divider-1"/>
          <p:cNvSpPr>
            <a:spLocks noGrp="1"/>
          </p:cNvSpPr>
          <p:nvPr/>
        </p:nvSpPr>
        <p:spPr>
          <a:xfrm>
            <a:off x="4638675" y="3524250"/>
            <a:ext cx="3057525" cy="19050"/>
          </a:xfrm>
          <a:prstGeom prst="rect">
            <a:avLst/>
          </a:prstGeom>
          <a:solidFill>
            <a:srgbClr val="CDD9DD"/>
          </a:solidFill>
          <a:ln w="0">
            <a:noFill/>
            <a:prstDash val="solid"/>
          </a:ln>
        </p:spPr>
      </p:sp>
      <p:sp>
        <p:nvSpPr>
          <p:cNvPr id="15" name="qe-1"/>
          <p:cNvSpPr>
            <a:spLocks noGrp="1"/>
          </p:cNvSpPr>
          <p:nvPr/>
        </p:nvSpPr>
        <p:spPr>
          <a:xfrm>
            <a:off x="4638675" y="3762375"/>
            <a:ext cx="30575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消融、敏感性与机制分析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6" name="q-2"/>
          <p:cNvSpPr>
            <a:spLocks noGrp="1"/>
          </p:cNvSpPr>
          <p:nvPr/>
        </p:nvSpPr>
        <p:spPr>
          <a:xfrm>
            <a:off x="8286750" y="1809750"/>
            <a:ext cx="3476625" cy="328612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7" name="pill-Q3"/>
          <p:cNvSpPr>
            <a:spLocks noGrp="1"/>
          </p:cNvSpPr>
          <p:nvPr/>
        </p:nvSpPr>
        <p:spPr>
          <a:xfrm>
            <a:off x="8496300" y="2019300"/>
            <a:ext cx="609600" cy="400050"/>
          </a:xfrm>
          <a:prstGeom prst="roundRect">
            <a:avLst>
              <a:gd name="adj" fmla="val 28571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8" name="pill-text-Q3"/>
          <p:cNvSpPr>
            <a:spLocks noGrp="1"/>
          </p:cNvSpPr>
          <p:nvPr/>
        </p:nvSpPr>
        <p:spPr>
          <a:xfrm>
            <a:off x="8610600" y="20193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Q3</a:t>
            </a:r>
            <a:endParaRPr sz="1350" b="1">
              <a:solidFill>
                <a:srgbClr val="176B87"/>
              </a:solidFill>
            </a:endParaRPr>
          </a:p>
        </p:txBody>
      </p:sp>
      <p:sp>
        <p:nvSpPr>
          <p:cNvPr id="19" name="qh-2"/>
          <p:cNvSpPr>
            <a:spLocks noGrp="1"/>
          </p:cNvSpPr>
          <p:nvPr/>
        </p:nvSpPr>
        <p:spPr>
          <a:xfrm>
            <a:off x="8496300" y="2724150"/>
            <a:ext cx="30575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3212B"/>
                </a:solidFill>
              </a:defRPr>
            </a:pPr>
            <a:r>
              <a:rPr sz="1800" b="1">
                <a:solidFill>
                  <a:srgbClr val="13212B"/>
                </a:solidFill>
              </a:rPr>
              <a:t>何时失效？</a:t>
            </a:r>
            <a:endParaRPr sz="1800" b="1">
              <a:solidFill>
                <a:srgbClr val="13212B"/>
              </a:solidFill>
            </a:endParaRPr>
          </a:p>
        </p:txBody>
      </p:sp>
      <p:sp>
        <p:nvSpPr>
          <p:cNvPr id="20" name="divider-2"/>
          <p:cNvSpPr>
            <a:spLocks noGrp="1"/>
          </p:cNvSpPr>
          <p:nvPr/>
        </p:nvSpPr>
        <p:spPr>
          <a:xfrm>
            <a:off x="8496300" y="3524250"/>
            <a:ext cx="3057525" cy="19050"/>
          </a:xfrm>
          <a:prstGeom prst="rect">
            <a:avLst/>
          </a:prstGeom>
          <a:solidFill>
            <a:srgbClr val="CDD9DD"/>
          </a:solidFill>
          <a:ln w="0">
            <a:noFill/>
            <a:prstDash val="solid"/>
          </a:ln>
        </p:spPr>
      </p:sp>
      <p:sp>
        <p:nvSpPr>
          <p:cNvPr id="21" name="qe-2"/>
          <p:cNvSpPr>
            <a:spLocks noGrp="1"/>
          </p:cNvSpPr>
          <p:nvPr/>
        </p:nvSpPr>
        <p:spPr>
          <a:xfrm>
            <a:off x="8496300" y="3762375"/>
            <a:ext cx="30575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边界条件、鲁棒性与失败案例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22" name="result-note"/>
          <p:cNvSpPr>
            <a:spLocks noGrp="1"/>
          </p:cNvSpPr>
          <p:nvPr/>
        </p:nvSpPr>
        <p:spPr>
          <a:xfrm>
            <a:off x="781050" y="5581650"/>
            <a:ext cx="10629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E76F51"/>
                </a:solidFill>
              </a:defRPr>
            </a:pPr>
            <a:r>
              <a:rPr sz="1650" b="1">
                <a:solidFill>
                  <a:srgbClr val="E76F51"/>
                </a:solidFill>
              </a:rPr>
              <a:t>每张图表都应回答：读者看到什么？这说明什么？为何支持你的主张？</a:t>
            </a:r>
            <a:endParaRPr sz="1650" b="1">
              <a:solidFill>
                <a:srgbClr val="E76F5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3" name="墨迹 22"/>
              <p14:cNvContentPartPr/>
              <p14:nvPr/>
            </p14:nvContentPartPr>
            <p14:xfrm>
              <a:off x="944880" y="4295140"/>
              <a:ext cx="1228090" cy="11620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"/>
            </p:blipFill>
            <p:spPr>
              <a:xfrm>
                <a:off x="944880" y="4295140"/>
                <a:ext cx="122809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4" name="墨迹 23"/>
              <p14:cNvContentPartPr/>
              <p14:nvPr/>
            </p14:nvContentPartPr>
            <p14:xfrm>
              <a:off x="1036320" y="3183890"/>
              <a:ext cx="1343660" cy="16573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"/>
            </p:blipFill>
            <p:spPr>
              <a:xfrm>
                <a:off x="1036320" y="3183890"/>
                <a:ext cx="134366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5" name="墨迹 24"/>
              <p14:cNvContentPartPr/>
              <p14:nvPr/>
            </p14:nvContentPartPr>
            <p14:xfrm>
              <a:off x="4685665" y="3150870"/>
              <a:ext cx="1807845" cy="16573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6"/>
            </p:blipFill>
            <p:spPr>
              <a:xfrm>
                <a:off x="4685665" y="3150870"/>
                <a:ext cx="180784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6" name="墨迹 25"/>
              <p14:cNvContentPartPr/>
              <p14:nvPr/>
            </p14:nvContentPartPr>
            <p14:xfrm>
              <a:off x="4561205" y="3896995"/>
              <a:ext cx="614045" cy="45656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8"/>
            </p:blipFill>
            <p:spPr>
              <a:xfrm>
                <a:off x="4561205" y="3896995"/>
                <a:ext cx="614045" cy="456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7" name="墨迹 26"/>
              <p14:cNvContentPartPr/>
              <p14:nvPr/>
            </p14:nvContentPartPr>
            <p14:xfrm>
              <a:off x="5116830" y="4286885"/>
              <a:ext cx="895985" cy="13271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0"/>
            </p:blipFill>
            <p:spPr>
              <a:xfrm>
                <a:off x="5116830" y="4286885"/>
                <a:ext cx="89598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8" name="墨迹 27"/>
              <p14:cNvContentPartPr/>
              <p14:nvPr/>
            </p14:nvContentPartPr>
            <p14:xfrm>
              <a:off x="6170295" y="4278630"/>
              <a:ext cx="821055" cy="4127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2"/>
            </p:blipFill>
            <p:spPr>
              <a:xfrm>
                <a:off x="6170295" y="4278630"/>
                <a:ext cx="82105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9" name="墨迹 28"/>
              <p14:cNvContentPartPr/>
              <p14:nvPr/>
            </p14:nvContentPartPr>
            <p14:xfrm>
              <a:off x="8500745" y="3208655"/>
              <a:ext cx="1368425" cy="6667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4"/>
            </p:blipFill>
            <p:spPr>
              <a:xfrm>
                <a:off x="8500745" y="3208655"/>
                <a:ext cx="136842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0" name="墨迹 29"/>
              <p14:cNvContentPartPr/>
              <p14:nvPr/>
            </p14:nvContentPartPr>
            <p14:xfrm>
              <a:off x="9039860" y="4270375"/>
              <a:ext cx="1741805" cy="1079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16"/>
            </p:blipFill>
            <p:spPr>
              <a:xfrm>
                <a:off x="9039860" y="4270375"/>
                <a:ext cx="174180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31" name="墨迹 30"/>
              <p14:cNvContentPartPr/>
              <p14:nvPr/>
            </p14:nvContentPartPr>
            <p14:xfrm>
              <a:off x="10142855" y="3896995"/>
              <a:ext cx="929005" cy="47307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18"/>
            </p:blipFill>
            <p:spPr>
              <a:xfrm>
                <a:off x="10142855" y="3896995"/>
                <a:ext cx="929005" cy="47307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讨论部分把“观察结果”转化为“可辩护的意义”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08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disc-0"/>
          <p:cNvSpPr>
            <a:spLocks noGrp="1"/>
          </p:cNvSpPr>
          <p:nvPr/>
        </p:nvSpPr>
        <p:spPr>
          <a:xfrm>
            <a:off x="428625" y="2000250"/>
            <a:ext cx="2095500" cy="2381250"/>
          </a:xfrm>
          <a:prstGeom prst="roundRect">
            <a:avLst>
              <a:gd name="adj" fmla="val 5455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5" name="disc-h-0"/>
          <p:cNvSpPr>
            <a:spLocks noGrp="1"/>
          </p:cNvSpPr>
          <p:nvPr/>
        </p:nvSpPr>
        <p:spPr>
          <a:xfrm>
            <a:off x="581025" y="22479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3212B"/>
                </a:solidFill>
              </a:defRPr>
            </a:pPr>
            <a:r>
              <a:rPr sz="2025" b="1">
                <a:solidFill>
                  <a:srgbClr val="13212B"/>
                </a:solidFill>
              </a:rPr>
              <a:t>观察</a:t>
            </a:r>
            <a:endParaRPr sz="2025" b="1">
              <a:solidFill>
                <a:srgbClr val="13212B"/>
              </a:solidFill>
            </a:endParaRPr>
          </a:p>
        </p:txBody>
      </p:sp>
      <p:sp>
        <p:nvSpPr>
          <p:cNvPr id="6" name="disc-b-0"/>
          <p:cNvSpPr>
            <a:spLocks noGrp="1"/>
          </p:cNvSpPr>
          <p:nvPr/>
        </p:nvSpPr>
        <p:spPr>
          <a:xfrm>
            <a:off x="619125" y="29527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结果实际显示了什么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7" name="arrow-0"/>
          <p:cNvSpPr>
            <a:spLocks noGrp="1"/>
          </p:cNvSpPr>
          <p:nvPr/>
        </p:nvSpPr>
        <p:spPr>
          <a:xfrm>
            <a:off x="2476500" y="2781300"/>
            <a:ext cx="304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→</a:t>
            </a:r>
            <a:endParaRPr sz="2100" b="1">
              <a:solidFill>
                <a:srgbClr val="E76F51"/>
              </a:solidFill>
            </a:endParaRPr>
          </a:p>
        </p:txBody>
      </p:sp>
      <p:sp>
        <p:nvSpPr>
          <p:cNvPr id="8" name="disc-1"/>
          <p:cNvSpPr>
            <a:spLocks noGrp="1"/>
          </p:cNvSpPr>
          <p:nvPr/>
        </p:nvSpPr>
        <p:spPr>
          <a:xfrm>
            <a:off x="2781300" y="2000250"/>
            <a:ext cx="2095500" cy="2381250"/>
          </a:xfrm>
          <a:prstGeom prst="roundRect">
            <a:avLst>
              <a:gd name="adj" fmla="val 5455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9" name="disc-h-1"/>
          <p:cNvSpPr>
            <a:spLocks noGrp="1"/>
          </p:cNvSpPr>
          <p:nvPr/>
        </p:nvSpPr>
        <p:spPr>
          <a:xfrm>
            <a:off x="2933700" y="22479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3212B"/>
                </a:solidFill>
              </a:defRPr>
            </a:pPr>
            <a:r>
              <a:rPr sz="2025" b="1">
                <a:solidFill>
                  <a:srgbClr val="13212B"/>
                </a:solidFill>
              </a:rPr>
              <a:t>解释</a:t>
            </a:r>
            <a:endParaRPr sz="2025" b="1">
              <a:solidFill>
                <a:srgbClr val="13212B"/>
              </a:solidFill>
            </a:endParaRPr>
          </a:p>
        </p:txBody>
      </p:sp>
      <p:sp>
        <p:nvSpPr>
          <p:cNvPr id="10" name="disc-b-1"/>
          <p:cNvSpPr>
            <a:spLocks noGrp="1"/>
          </p:cNvSpPr>
          <p:nvPr/>
        </p:nvSpPr>
        <p:spPr>
          <a:xfrm>
            <a:off x="2971800" y="29527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最合理的机制是什么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1" name="arrow-1"/>
          <p:cNvSpPr>
            <a:spLocks noGrp="1"/>
          </p:cNvSpPr>
          <p:nvPr/>
        </p:nvSpPr>
        <p:spPr>
          <a:xfrm>
            <a:off x="4829175" y="2781300"/>
            <a:ext cx="304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→</a:t>
            </a:r>
            <a:endParaRPr sz="2100" b="1">
              <a:solidFill>
                <a:srgbClr val="E76F51"/>
              </a:solidFill>
            </a:endParaRPr>
          </a:p>
        </p:txBody>
      </p:sp>
      <p:sp>
        <p:nvSpPr>
          <p:cNvPr id="12" name="disc-2"/>
          <p:cNvSpPr>
            <a:spLocks noGrp="1"/>
          </p:cNvSpPr>
          <p:nvPr/>
        </p:nvSpPr>
        <p:spPr>
          <a:xfrm>
            <a:off x="5133975" y="2000250"/>
            <a:ext cx="2095500" cy="2381250"/>
          </a:xfrm>
          <a:prstGeom prst="roundRect">
            <a:avLst>
              <a:gd name="adj" fmla="val 5455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13" name="disc-h-2"/>
          <p:cNvSpPr>
            <a:spLocks noGrp="1"/>
          </p:cNvSpPr>
          <p:nvPr/>
        </p:nvSpPr>
        <p:spPr>
          <a:xfrm>
            <a:off x="5286375" y="22479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3212B"/>
                </a:solidFill>
              </a:defRPr>
            </a:pPr>
            <a:r>
              <a:rPr sz="2025" b="1">
                <a:solidFill>
                  <a:srgbClr val="13212B"/>
                </a:solidFill>
              </a:rPr>
              <a:t>对照</a:t>
            </a:r>
            <a:endParaRPr sz="2025" b="1">
              <a:solidFill>
                <a:srgbClr val="13212B"/>
              </a:solidFill>
            </a:endParaRPr>
          </a:p>
        </p:txBody>
      </p:sp>
      <p:sp>
        <p:nvSpPr>
          <p:cNvPr id="14" name="disc-b-2"/>
          <p:cNvSpPr>
            <a:spLocks noGrp="1"/>
          </p:cNvSpPr>
          <p:nvPr/>
        </p:nvSpPr>
        <p:spPr>
          <a:xfrm>
            <a:off x="5324475" y="29527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与既有研究一致或冲突在哪里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5" name="arrow-2"/>
          <p:cNvSpPr>
            <a:spLocks noGrp="1"/>
          </p:cNvSpPr>
          <p:nvPr/>
        </p:nvSpPr>
        <p:spPr>
          <a:xfrm>
            <a:off x="7181850" y="2781300"/>
            <a:ext cx="304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→</a:t>
            </a:r>
            <a:endParaRPr sz="2100" b="1">
              <a:solidFill>
                <a:srgbClr val="E76F51"/>
              </a:solidFill>
            </a:endParaRPr>
          </a:p>
        </p:txBody>
      </p:sp>
      <p:sp>
        <p:nvSpPr>
          <p:cNvPr id="16" name="disc-3"/>
          <p:cNvSpPr>
            <a:spLocks noGrp="1"/>
          </p:cNvSpPr>
          <p:nvPr/>
        </p:nvSpPr>
        <p:spPr>
          <a:xfrm>
            <a:off x="7486650" y="2000250"/>
            <a:ext cx="2095500" cy="2381250"/>
          </a:xfrm>
          <a:prstGeom prst="roundRect">
            <a:avLst>
              <a:gd name="adj" fmla="val 5455"/>
            </a:avLst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7" name="disc-h-3"/>
          <p:cNvSpPr>
            <a:spLocks noGrp="1"/>
          </p:cNvSpPr>
          <p:nvPr/>
        </p:nvSpPr>
        <p:spPr>
          <a:xfrm>
            <a:off x="7639050" y="22479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3212B"/>
                </a:solidFill>
              </a:defRPr>
            </a:pPr>
            <a:r>
              <a:rPr sz="2025" b="1">
                <a:solidFill>
                  <a:srgbClr val="13212B"/>
                </a:solidFill>
              </a:rPr>
              <a:t>边界</a:t>
            </a:r>
            <a:endParaRPr sz="2025" b="1">
              <a:solidFill>
                <a:srgbClr val="13212B"/>
              </a:solidFill>
            </a:endParaRPr>
          </a:p>
        </p:txBody>
      </p:sp>
      <p:sp>
        <p:nvSpPr>
          <p:cNvPr id="18" name="disc-b-3"/>
          <p:cNvSpPr>
            <a:spLocks noGrp="1"/>
          </p:cNvSpPr>
          <p:nvPr/>
        </p:nvSpPr>
        <p:spPr>
          <a:xfrm>
            <a:off x="7677150" y="29527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60717B"/>
                </a:solidFill>
              </a:defRPr>
            </a:pPr>
            <a:r>
              <a:rPr sz="1350" b="0">
                <a:solidFill>
                  <a:srgbClr val="60717B"/>
                </a:solidFill>
              </a:rPr>
              <a:t>限制与适用范围是什么</a:t>
            </a:r>
            <a:endParaRPr sz="1350" b="0">
              <a:solidFill>
                <a:srgbClr val="60717B"/>
              </a:solidFill>
            </a:endParaRPr>
          </a:p>
        </p:txBody>
      </p:sp>
      <p:sp>
        <p:nvSpPr>
          <p:cNvPr id="19" name="arrow-3"/>
          <p:cNvSpPr>
            <a:spLocks noGrp="1"/>
          </p:cNvSpPr>
          <p:nvPr/>
        </p:nvSpPr>
        <p:spPr>
          <a:xfrm>
            <a:off x="9534525" y="2781300"/>
            <a:ext cx="304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76F51"/>
                </a:solidFill>
              </a:defRPr>
            </a:pPr>
            <a:r>
              <a:rPr sz="2100" b="1">
                <a:solidFill>
                  <a:srgbClr val="E76F51"/>
                </a:solidFill>
              </a:rPr>
              <a:t>→</a:t>
            </a:r>
            <a:endParaRPr sz="2100" b="1">
              <a:solidFill>
                <a:srgbClr val="E76F51"/>
              </a:solidFill>
            </a:endParaRPr>
          </a:p>
        </p:txBody>
      </p:sp>
      <p:sp>
        <p:nvSpPr>
          <p:cNvPr id="20" name="disc-4"/>
          <p:cNvSpPr>
            <a:spLocks noGrp="1"/>
          </p:cNvSpPr>
          <p:nvPr/>
        </p:nvSpPr>
        <p:spPr>
          <a:xfrm>
            <a:off x="9839325" y="2000250"/>
            <a:ext cx="2095500" cy="2381250"/>
          </a:xfrm>
          <a:prstGeom prst="roundRect">
            <a:avLst>
              <a:gd name="adj" fmla="val 5455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21" name="disc-h-4"/>
          <p:cNvSpPr>
            <a:spLocks noGrp="1"/>
          </p:cNvSpPr>
          <p:nvPr/>
        </p:nvSpPr>
        <p:spPr>
          <a:xfrm>
            <a:off x="9991725" y="2247900"/>
            <a:ext cx="1790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意义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22" name="disc-b-4"/>
          <p:cNvSpPr>
            <a:spLocks noGrp="1"/>
          </p:cNvSpPr>
          <p:nvPr/>
        </p:nvSpPr>
        <p:spPr>
          <a:xfrm>
            <a:off x="10029825" y="2952750"/>
            <a:ext cx="1714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改变了哪些理解或实践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3" name="warning"/>
          <p:cNvSpPr>
            <a:spLocks noGrp="1"/>
          </p:cNvSpPr>
          <p:nvPr/>
        </p:nvSpPr>
        <p:spPr>
          <a:xfrm>
            <a:off x="1666875" y="4953000"/>
            <a:ext cx="8858250" cy="876300"/>
          </a:xfrm>
          <a:prstGeom prst="roundRect">
            <a:avLst>
              <a:gd name="adj" fmla="val 13043"/>
            </a:avLst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24" name="warning-text"/>
          <p:cNvSpPr>
            <a:spLocks noGrp="1"/>
          </p:cNvSpPr>
          <p:nvPr/>
        </p:nvSpPr>
        <p:spPr>
          <a:xfrm>
            <a:off x="1952625" y="5124450"/>
            <a:ext cx="828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3212B"/>
                </a:solidFill>
              </a:defRPr>
            </a:pPr>
            <a:r>
              <a:rPr sz="1575" b="1">
                <a:solidFill>
                  <a:srgbClr val="13212B"/>
                </a:solidFill>
              </a:rPr>
              <a:t>避免：重述结果、夸大因果、回避反例，或把“未来工作”当成限制说明。</a:t>
            </a:r>
            <a:endParaRPr sz="1575" b="1">
              <a:solidFill>
                <a:srgbClr val="13212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5" name="墨迹 24"/>
              <p14:cNvContentPartPr/>
              <p14:nvPr/>
            </p14:nvContentPartPr>
            <p14:xfrm>
              <a:off x="2653665" y="2114550"/>
              <a:ext cx="2040255" cy="150050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"/>
            </p:blipFill>
            <p:spPr>
              <a:xfrm>
                <a:off x="2653665" y="2114550"/>
                <a:ext cx="2040255" cy="15005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不同读者从不同入口阅读，因此章节标题必须像路标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09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reader-0"/>
          <p:cNvSpPr>
            <a:spLocks noGrp="1"/>
          </p:cNvSpPr>
          <p:nvPr/>
        </p:nvSpPr>
        <p:spPr>
          <a:xfrm>
            <a:off x="666750" y="15240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审稿人</a:t>
            </a:r>
            <a:endParaRPr sz="1800" b="1">
              <a:solidFill>
                <a:srgbClr val="176B87"/>
              </a:solidFill>
            </a:endParaRPr>
          </a:p>
        </p:txBody>
      </p:sp>
      <p:sp>
        <p:nvSpPr>
          <p:cNvPr id="5" name="route-0"/>
          <p:cNvSpPr>
            <a:spLocks noGrp="1"/>
          </p:cNvSpPr>
          <p:nvPr/>
        </p:nvSpPr>
        <p:spPr>
          <a:xfrm>
            <a:off x="2381250" y="1524000"/>
            <a:ext cx="38100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6" name="route-t-0"/>
          <p:cNvSpPr>
            <a:spLocks noGrp="1"/>
          </p:cNvSpPr>
          <p:nvPr/>
        </p:nvSpPr>
        <p:spPr>
          <a:xfrm>
            <a:off x="2552700" y="1524000"/>
            <a:ext cx="3467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3212B"/>
                </a:solidFill>
              </a:defRPr>
            </a:pPr>
            <a:r>
              <a:rPr sz="1500" b="1">
                <a:solidFill>
                  <a:srgbClr val="13212B"/>
                </a:solidFill>
              </a:rPr>
              <a:t>方法 → 结果</a:t>
            </a:r>
            <a:endParaRPr sz="1500" b="1">
              <a:solidFill>
                <a:srgbClr val="13212B"/>
              </a:solidFill>
            </a:endParaRPr>
          </a:p>
        </p:txBody>
      </p:sp>
      <p:sp>
        <p:nvSpPr>
          <p:cNvPr id="7" name="why-0"/>
          <p:cNvSpPr>
            <a:spLocks noGrp="1"/>
          </p:cNvSpPr>
          <p:nvPr/>
        </p:nvSpPr>
        <p:spPr>
          <a:xfrm>
            <a:off x="6667500" y="15240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检查设计与证据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8" name="reader-1"/>
          <p:cNvSpPr>
            <a:spLocks noGrp="1"/>
          </p:cNvSpPr>
          <p:nvPr/>
        </p:nvSpPr>
        <p:spPr>
          <a:xfrm>
            <a:off x="666750" y="25908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复现者</a:t>
            </a:r>
            <a:endParaRPr sz="1800" b="1">
              <a:solidFill>
                <a:srgbClr val="176B87"/>
              </a:solidFill>
            </a:endParaRPr>
          </a:p>
        </p:txBody>
      </p:sp>
      <p:sp>
        <p:nvSpPr>
          <p:cNvPr id="9" name="route-1"/>
          <p:cNvSpPr>
            <a:spLocks noGrp="1"/>
          </p:cNvSpPr>
          <p:nvPr/>
        </p:nvSpPr>
        <p:spPr>
          <a:xfrm>
            <a:off x="2381250" y="2590800"/>
            <a:ext cx="38100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0" name="route-t-1"/>
          <p:cNvSpPr>
            <a:spLocks noGrp="1"/>
          </p:cNvSpPr>
          <p:nvPr/>
        </p:nvSpPr>
        <p:spPr>
          <a:xfrm>
            <a:off x="2552700" y="2590800"/>
            <a:ext cx="3467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3212B"/>
                </a:solidFill>
              </a:defRPr>
            </a:pPr>
            <a:r>
              <a:rPr sz="1500" b="1">
                <a:solidFill>
                  <a:srgbClr val="13212B"/>
                </a:solidFill>
              </a:rPr>
              <a:t>方法 → 附录 → 代码</a:t>
            </a:r>
            <a:endParaRPr sz="1500" b="1">
              <a:solidFill>
                <a:srgbClr val="13212B"/>
              </a:solidFill>
            </a:endParaRPr>
          </a:p>
        </p:txBody>
      </p:sp>
      <p:sp>
        <p:nvSpPr>
          <p:cNvPr id="11" name="why-1"/>
          <p:cNvSpPr>
            <a:spLocks noGrp="1"/>
          </p:cNvSpPr>
          <p:nvPr/>
        </p:nvSpPr>
        <p:spPr>
          <a:xfrm>
            <a:off x="6667500" y="25908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寻找实现条件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2" name="reader-2"/>
          <p:cNvSpPr>
            <a:spLocks noGrp="1"/>
          </p:cNvSpPr>
          <p:nvPr/>
        </p:nvSpPr>
        <p:spPr>
          <a:xfrm>
            <a:off x="666750" y="36576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综述作者</a:t>
            </a:r>
            <a:endParaRPr sz="1800" b="1">
              <a:solidFill>
                <a:srgbClr val="176B87"/>
              </a:solidFill>
            </a:endParaRPr>
          </a:p>
        </p:txBody>
      </p:sp>
      <p:sp>
        <p:nvSpPr>
          <p:cNvPr id="13" name="route-2"/>
          <p:cNvSpPr>
            <a:spLocks noGrp="1"/>
          </p:cNvSpPr>
          <p:nvPr/>
        </p:nvSpPr>
        <p:spPr>
          <a:xfrm>
            <a:off x="2381250" y="3657600"/>
            <a:ext cx="38100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4" name="route-t-2"/>
          <p:cNvSpPr>
            <a:spLocks noGrp="1"/>
          </p:cNvSpPr>
          <p:nvPr/>
        </p:nvSpPr>
        <p:spPr>
          <a:xfrm>
            <a:off x="2552700" y="3657600"/>
            <a:ext cx="3467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3212B"/>
                </a:solidFill>
              </a:defRPr>
            </a:pPr>
            <a:r>
              <a:rPr sz="1500" b="1">
                <a:solidFill>
                  <a:srgbClr val="13212B"/>
                </a:solidFill>
              </a:rPr>
              <a:t>引言 → 讨论</a:t>
            </a:r>
            <a:endParaRPr sz="1500" b="1">
              <a:solidFill>
                <a:srgbClr val="13212B"/>
              </a:solidFill>
            </a:endParaRPr>
          </a:p>
        </p:txBody>
      </p:sp>
      <p:sp>
        <p:nvSpPr>
          <p:cNvPr id="15" name="why-2"/>
          <p:cNvSpPr>
            <a:spLocks noGrp="1"/>
          </p:cNvSpPr>
          <p:nvPr/>
        </p:nvSpPr>
        <p:spPr>
          <a:xfrm>
            <a:off x="6667500" y="36576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定位贡献与边界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6" name="reader-3"/>
          <p:cNvSpPr>
            <a:spLocks noGrp="1"/>
          </p:cNvSpPr>
          <p:nvPr/>
        </p:nvSpPr>
        <p:spPr>
          <a:xfrm>
            <a:off x="666750" y="47244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6B87"/>
                </a:solidFill>
              </a:defRPr>
            </a:pPr>
            <a:r>
              <a:rPr sz="1800" b="1">
                <a:solidFill>
                  <a:srgbClr val="176B87"/>
                </a:solidFill>
              </a:rPr>
              <a:t>实践者</a:t>
            </a:r>
            <a:endParaRPr sz="1800" b="1">
              <a:solidFill>
                <a:srgbClr val="176B87"/>
              </a:solidFill>
            </a:endParaRPr>
          </a:p>
        </p:txBody>
      </p:sp>
      <p:sp>
        <p:nvSpPr>
          <p:cNvPr id="17" name="route-3"/>
          <p:cNvSpPr>
            <a:spLocks noGrp="1"/>
          </p:cNvSpPr>
          <p:nvPr/>
        </p:nvSpPr>
        <p:spPr>
          <a:xfrm>
            <a:off x="2381250" y="4724400"/>
            <a:ext cx="38100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8" name="route-t-3"/>
          <p:cNvSpPr>
            <a:spLocks noGrp="1"/>
          </p:cNvSpPr>
          <p:nvPr/>
        </p:nvSpPr>
        <p:spPr>
          <a:xfrm>
            <a:off x="2552700" y="4724400"/>
            <a:ext cx="3467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3212B"/>
                </a:solidFill>
              </a:defRPr>
            </a:pPr>
            <a:r>
              <a:rPr sz="1500" b="1">
                <a:solidFill>
                  <a:srgbClr val="13212B"/>
                </a:solidFill>
              </a:rPr>
              <a:t>结果 → 实现细节</a:t>
            </a:r>
            <a:endParaRPr sz="1500" b="1">
              <a:solidFill>
                <a:srgbClr val="13212B"/>
              </a:solidFill>
            </a:endParaRPr>
          </a:p>
        </p:txBody>
      </p:sp>
      <p:sp>
        <p:nvSpPr>
          <p:cNvPr id="19" name="why-3"/>
          <p:cNvSpPr>
            <a:spLocks noGrp="1"/>
          </p:cNvSpPr>
          <p:nvPr/>
        </p:nvSpPr>
        <p:spPr>
          <a:xfrm>
            <a:off x="6667500" y="47244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判断是否可用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20" name="nav"/>
          <p:cNvSpPr>
            <a:spLocks noGrp="1"/>
          </p:cNvSpPr>
          <p:nvPr/>
        </p:nvSpPr>
        <p:spPr>
          <a:xfrm>
            <a:off x="2343150" y="5857875"/>
            <a:ext cx="7505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E76F51"/>
                </a:solidFill>
              </a:defRPr>
            </a:pPr>
            <a:r>
              <a:rPr sz="2025" b="1">
                <a:solidFill>
                  <a:srgbClr val="E76F51"/>
                </a:solidFill>
              </a:rPr>
              <a:t>主张 ↔ 方程 ↔ 算法 ↔ 实验 ↔ 消融</a:t>
            </a:r>
            <a:endParaRPr sz="2025" b="1">
              <a:solidFill>
                <a:srgbClr val="E76F5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1" name="墨迹 20"/>
              <p14:cNvContentPartPr/>
              <p14:nvPr/>
            </p14:nvContentPartPr>
            <p14:xfrm>
              <a:off x="2661920" y="1956435"/>
              <a:ext cx="763270" cy="4191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"/>
            </p:blipFill>
            <p:spPr>
              <a:xfrm>
                <a:off x="2661920" y="1956435"/>
                <a:ext cx="76327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2" name="墨迹 21"/>
              <p14:cNvContentPartPr/>
              <p14:nvPr/>
            </p14:nvContentPartPr>
            <p14:xfrm>
              <a:off x="2595880" y="2868930"/>
              <a:ext cx="1849120" cy="19050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"/>
            </p:blipFill>
            <p:spPr>
              <a:xfrm>
                <a:off x="2595880" y="2868930"/>
                <a:ext cx="184912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3" name="墨迹 22"/>
              <p14:cNvContentPartPr/>
              <p14:nvPr/>
            </p14:nvContentPartPr>
            <p14:xfrm>
              <a:off x="2471420" y="3615055"/>
              <a:ext cx="1393190" cy="61404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6"/>
            </p:blipFill>
            <p:spPr>
              <a:xfrm>
                <a:off x="2471420" y="3615055"/>
                <a:ext cx="1393190" cy="61404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ML/CV 可以改变标题，但不能丢失沟通功能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10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row-0"/>
          <p:cNvSpPr>
            <a:spLocks noGrp="1"/>
          </p:cNvSpPr>
          <p:nvPr/>
        </p:nvSpPr>
        <p:spPr>
          <a:xfrm>
            <a:off x="571500" y="1428750"/>
            <a:ext cx="11049000" cy="723900"/>
          </a:xfrm>
          <a:prstGeom prst="rect">
            <a:avLst/>
          </a:prstGeom>
          <a:solidFill>
            <a:srgbClr val="13212B"/>
          </a:solidFill>
          <a:ln w="0">
            <a:noFill/>
            <a:prstDash val="solid"/>
          </a:ln>
        </p:spPr>
      </p:sp>
      <p:sp>
        <p:nvSpPr>
          <p:cNvPr id="5" name="r1-0"/>
          <p:cNvSpPr>
            <a:spLocks noGrp="1"/>
          </p:cNvSpPr>
          <p:nvPr/>
        </p:nvSpPr>
        <p:spPr>
          <a:xfrm>
            <a:off x="781050" y="14287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传统功能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6" name="r2-0"/>
          <p:cNvSpPr>
            <a:spLocks noGrp="1"/>
          </p:cNvSpPr>
          <p:nvPr/>
        </p:nvSpPr>
        <p:spPr>
          <a:xfrm>
            <a:off x="3476625" y="14287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ML/CV 常见写法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r3-0"/>
          <p:cNvSpPr>
            <a:spLocks noGrp="1"/>
          </p:cNvSpPr>
          <p:nvPr/>
        </p:nvSpPr>
        <p:spPr>
          <a:xfrm>
            <a:off x="7000875" y="1428750"/>
            <a:ext cx="4333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必须回答的问题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8" name="row-1"/>
          <p:cNvSpPr>
            <a:spLocks noGrp="1"/>
          </p:cNvSpPr>
          <p:nvPr/>
        </p:nvSpPr>
        <p:spPr>
          <a:xfrm>
            <a:off x="571500" y="2314575"/>
            <a:ext cx="11049000" cy="723900"/>
          </a:xfrm>
          <a:prstGeom prst="rect">
            <a:avLst/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9" name="r1-1"/>
          <p:cNvSpPr>
            <a:spLocks noGrp="1"/>
          </p:cNvSpPr>
          <p:nvPr/>
        </p:nvSpPr>
        <p:spPr>
          <a:xfrm>
            <a:off x="781050" y="2314575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Introduction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0" name="r2-1"/>
          <p:cNvSpPr>
            <a:spLocks noGrp="1"/>
          </p:cNvSpPr>
          <p:nvPr/>
        </p:nvSpPr>
        <p:spPr>
          <a:xfrm>
            <a:off x="3476625" y="2314575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76B87"/>
                </a:solidFill>
              </a:defRPr>
            </a:pPr>
            <a:r>
              <a:rPr sz="1500" b="0">
                <a:solidFill>
                  <a:srgbClr val="176B87"/>
                </a:solidFill>
              </a:rPr>
              <a:t>引言 + 动机</a:t>
            </a:r>
            <a:endParaRPr sz="1500" b="0">
              <a:solidFill>
                <a:srgbClr val="176B87"/>
              </a:solidFill>
            </a:endParaRPr>
          </a:p>
        </p:txBody>
      </p:sp>
      <p:sp>
        <p:nvSpPr>
          <p:cNvPr id="11" name="r3-1"/>
          <p:cNvSpPr>
            <a:spLocks noGrp="1"/>
          </p:cNvSpPr>
          <p:nvPr/>
        </p:nvSpPr>
        <p:spPr>
          <a:xfrm>
            <a:off x="7000875" y="2314575"/>
            <a:ext cx="4333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为什么值得做？贡献是什么？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2" name="row-2"/>
          <p:cNvSpPr>
            <a:spLocks noGrp="1"/>
          </p:cNvSpPr>
          <p:nvPr/>
        </p:nvSpPr>
        <p:spPr>
          <a:xfrm>
            <a:off x="571500" y="3200400"/>
            <a:ext cx="11049000" cy="723900"/>
          </a:xfrm>
          <a:prstGeom prst="rect">
            <a:avLst/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13" name="r1-2"/>
          <p:cNvSpPr>
            <a:spLocks noGrp="1"/>
          </p:cNvSpPr>
          <p:nvPr/>
        </p:nvSpPr>
        <p:spPr>
          <a:xfrm>
            <a:off x="781050" y="320040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Methods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4" name="r2-2"/>
          <p:cNvSpPr>
            <a:spLocks noGrp="1"/>
          </p:cNvSpPr>
          <p:nvPr/>
        </p:nvSpPr>
        <p:spPr>
          <a:xfrm>
            <a:off x="3476625" y="32004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76B87"/>
                </a:solidFill>
              </a:defRPr>
            </a:pPr>
            <a:r>
              <a:rPr sz="1500" b="0">
                <a:solidFill>
                  <a:srgbClr val="176B87"/>
                </a:solidFill>
              </a:rPr>
              <a:t>预备知识 + 方法 + 理论</a:t>
            </a:r>
            <a:endParaRPr sz="1500" b="0">
              <a:solidFill>
                <a:srgbClr val="176B87"/>
              </a:solidFill>
            </a:endParaRPr>
          </a:p>
        </p:txBody>
      </p:sp>
      <p:sp>
        <p:nvSpPr>
          <p:cNvPr id="15" name="r3-2"/>
          <p:cNvSpPr>
            <a:spLocks noGrp="1"/>
          </p:cNvSpPr>
          <p:nvPr/>
        </p:nvSpPr>
        <p:spPr>
          <a:xfrm>
            <a:off x="7000875" y="3200400"/>
            <a:ext cx="4333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方法怎样解决缺口？为何可能有效？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16" name="row-3"/>
          <p:cNvSpPr>
            <a:spLocks noGrp="1"/>
          </p:cNvSpPr>
          <p:nvPr/>
        </p:nvSpPr>
        <p:spPr>
          <a:xfrm>
            <a:off x="571500" y="4086225"/>
            <a:ext cx="11049000" cy="723900"/>
          </a:xfrm>
          <a:prstGeom prst="rect">
            <a:avLst/>
          </a:prstGeom>
          <a:solidFill>
            <a:srgbClr val="F3EFE6"/>
          </a:solidFill>
          <a:ln w="0">
            <a:noFill/>
            <a:prstDash val="solid"/>
          </a:ln>
        </p:spPr>
      </p:sp>
      <p:sp>
        <p:nvSpPr>
          <p:cNvPr id="17" name="r1-3"/>
          <p:cNvSpPr>
            <a:spLocks noGrp="1"/>
          </p:cNvSpPr>
          <p:nvPr/>
        </p:nvSpPr>
        <p:spPr>
          <a:xfrm>
            <a:off x="781050" y="4086225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Results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18" name="r2-3"/>
          <p:cNvSpPr>
            <a:spLocks noGrp="1"/>
          </p:cNvSpPr>
          <p:nvPr/>
        </p:nvSpPr>
        <p:spPr>
          <a:xfrm>
            <a:off x="3476625" y="4086225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76B87"/>
                </a:solidFill>
              </a:defRPr>
            </a:pPr>
            <a:r>
              <a:rPr sz="1500" b="0">
                <a:solidFill>
                  <a:srgbClr val="176B87"/>
                </a:solidFill>
              </a:rPr>
              <a:t>实验 + 对比 + 消融</a:t>
            </a:r>
            <a:endParaRPr sz="1500" b="0">
              <a:solidFill>
                <a:srgbClr val="176B87"/>
              </a:solidFill>
            </a:endParaRPr>
          </a:p>
        </p:txBody>
      </p:sp>
      <p:sp>
        <p:nvSpPr>
          <p:cNvPr id="19" name="r3-3"/>
          <p:cNvSpPr>
            <a:spLocks noGrp="1"/>
          </p:cNvSpPr>
          <p:nvPr/>
        </p:nvSpPr>
        <p:spPr>
          <a:xfrm>
            <a:off x="7000875" y="4086225"/>
            <a:ext cx="4333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哪些证据支持每项主张？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20" name="row-4"/>
          <p:cNvSpPr>
            <a:spLocks noGrp="1"/>
          </p:cNvSpPr>
          <p:nvPr/>
        </p:nvSpPr>
        <p:spPr>
          <a:xfrm>
            <a:off x="571500" y="4972050"/>
            <a:ext cx="11049000" cy="723900"/>
          </a:xfrm>
          <a:prstGeom prst="rect">
            <a:avLst/>
          </a:prstGeom>
          <a:solidFill>
            <a:srgbClr val="EAF4F4"/>
          </a:solidFill>
          <a:ln w="0">
            <a:noFill/>
            <a:prstDash val="solid"/>
          </a:ln>
        </p:spPr>
      </p:sp>
      <p:sp>
        <p:nvSpPr>
          <p:cNvPr id="21" name="r1-4"/>
          <p:cNvSpPr>
            <a:spLocks noGrp="1"/>
          </p:cNvSpPr>
          <p:nvPr/>
        </p:nvSpPr>
        <p:spPr>
          <a:xfrm>
            <a:off x="781050" y="49720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3212B"/>
                </a:solidFill>
              </a:defRPr>
            </a:pPr>
            <a:r>
              <a:rPr sz="1500" b="0">
                <a:solidFill>
                  <a:srgbClr val="13212B"/>
                </a:solidFill>
              </a:rPr>
              <a:t>Discussion</a:t>
            </a:r>
            <a:endParaRPr sz="1500" b="0">
              <a:solidFill>
                <a:srgbClr val="13212B"/>
              </a:solidFill>
            </a:endParaRPr>
          </a:p>
        </p:txBody>
      </p:sp>
      <p:sp>
        <p:nvSpPr>
          <p:cNvPr id="22" name="r2-4"/>
          <p:cNvSpPr>
            <a:spLocks noGrp="1"/>
          </p:cNvSpPr>
          <p:nvPr/>
        </p:nvSpPr>
        <p:spPr>
          <a:xfrm>
            <a:off x="3476625" y="497205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76B87"/>
                </a:solidFill>
              </a:defRPr>
            </a:pPr>
            <a:r>
              <a:rPr sz="1500" b="0">
                <a:solidFill>
                  <a:srgbClr val="176B87"/>
                </a:solidFill>
              </a:rPr>
              <a:t>分析 + 局限 + 结论</a:t>
            </a:r>
            <a:endParaRPr sz="1500" b="0">
              <a:solidFill>
                <a:srgbClr val="176B87"/>
              </a:solidFill>
            </a:endParaRPr>
          </a:p>
        </p:txBody>
      </p:sp>
      <p:sp>
        <p:nvSpPr>
          <p:cNvPr id="23" name="r3-4"/>
          <p:cNvSpPr>
            <a:spLocks noGrp="1"/>
          </p:cNvSpPr>
          <p:nvPr/>
        </p:nvSpPr>
        <p:spPr>
          <a:xfrm>
            <a:off x="7000875" y="4972050"/>
            <a:ext cx="4333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0717B"/>
                </a:solidFill>
              </a:defRPr>
            </a:pPr>
            <a:r>
              <a:rPr sz="1500" b="0">
                <a:solidFill>
                  <a:srgbClr val="60717B"/>
                </a:solidFill>
              </a:rPr>
              <a:t>结果意味着什么？何时不适用？</a:t>
            </a:r>
            <a:endParaRPr sz="1500" b="0">
              <a:solidFill>
                <a:srgbClr val="60717B"/>
              </a:solidFill>
            </a:endParaRPr>
          </a:p>
        </p:txBody>
      </p:sp>
      <p:sp>
        <p:nvSpPr>
          <p:cNvPr id="24" name="ml-note"/>
          <p:cNvSpPr>
            <a:spLocks noGrp="1"/>
          </p:cNvSpPr>
          <p:nvPr/>
        </p:nvSpPr>
        <p:spPr>
          <a:xfrm>
            <a:off x="723900" y="6010275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偏离 IMRaD 可以，但理由必须是让读者更容易理解，而不是让作者更容易写。</a:t>
            </a:r>
            <a:endParaRPr sz="1575" b="1">
              <a:solidFill>
                <a:srgbClr val="E76F5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5" name="墨迹 24"/>
              <p14:cNvContentPartPr/>
              <p14:nvPr/>
            </p14:nvContentPartPr>
            <p14:xfrm>
              <a:off x="887095" y="2811145"/>
              <a:ext cx="1161415" cy="577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"/>
            </p:blipFill>
            <p:spPr>
              <a:xfrm>
                <a:off x="887095" y="2811145"/>
                <a:ext cx="1161415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6" name="墨迹 25"/>
              <p14:cNvContentPartPr/>
              <p14:nvPr/>
            </p14:nvContentPartPr>
            <p14:xfrm>
              <a:off x="812800" y="3723005"/>
              <a:ext cx="936625" cy="9144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"/>
            </p:blipFill>
            <p:spPr>
              <a:xfrm>
                <a:off x="812800" y="3723005"/>
                <a:ext cx="93662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7" name="墨迹 26"/>
              <p14:cNvContentPartPr/>
              <p14:nvPr/>
            </p14:nvContentPartPr>
            <p14:xfrm>
              <a:off x="4038600" y="2454275"/>
              <a:ext cx="539115" cy="52260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6"/>
            </p:blipFill>
            <p:spPr>
              <a:xfrm>
                <a:off x="4038600" y="2454275"/>
                <a:ext cx="539115" cy="522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8" name="墨迹 27"/>
              <p14:cNvContentPartPr/>
              <p14:nvPr/>
            </p14:nvContentPartPr>
            <p14:xfrm>
              <a:off x="3557905" y="3739515"/>
              <a:ext cx="829310" cy="4191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8"/>
            </p:blipFill>
            <p:spPr>
              <a:xfrm>
                <a:off x="3557905" y="3739515"/>
                <a:ext cx="82931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9" name="墨迹 28"/>
              <p14:cNvContentPartPr/>
              <p14:nvPr/>
            </p14:nvContentPartPr>
            <p14:xfrm>
              <a:off x="3590925" y="4610100"/>
              <a:ext cx="1891030" cy="8318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10"/>
            </p:blipFill>
            <p:spPr>
              <a:xfrm>
                <a:off x="3590925" y="4610100"/>
                <a:ext cx="1891030" cy="8318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514350" y="3238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3212B"/>
                </a:solidFill>
              </a:defRPr>
            </a:pPr>
            <a:r>
              <a:rPr sz="2850" b="1">
                <a:solidFill>
                  <a:srgbClr val="13212B"/>
                </a:solidFill>
              </a:rPr>
              <a:t>先设计论证骨架，再开始写句子</a:t>
            </a:r>
            <a:endParaRPr sz="2850" b="1">
              <a:solidFill>
                <a:srgbClr val="13212B"/>
              </a:solidFill>
            </a:endParaRPr>
          </a:p>
        </p:txBody>
      </p:sp>
      <p:sp>
        <p:nvSpPr>
          <p:cNvPr id="3" name="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60717B"/>
                </a:solidFill>
              </a:defRPr>
            </a:pPr>
            <a:r>
              <a:rPr sz="1050" b="0">
                <a:solidFill>
                  <a:srgbClr val="60717B"/>
                </a:solidFill>
              </a:rPr>
              <a:t>11</a:t>
            </a:r>
            <a:endParaRPr sz="1050" b="0">
              <a:solidFill>
                <a:srgbClr val="60717B"/>
              </a:solidFill>
            </a:endParaRPr>
          </a:p>
        </p:txBody>
      </p:sp>
      <p:sp>
        <p:nvSpPr>
          <p:cNvPr id="4" name="wf-0"/>
          <p:cNvSpPr>
            <a:spLocks noGrp="1"/>
          </p:cNvSpPr>
          <p:nvPr/>
        </p:nvSpPr>
        <p:spPr>
          <a:xfrm>
            <a:off x="666750" y="1333500"/>
            <a:ext cx="10858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5" name="wf-n-0"/>
          <p:cNvSpPr>
            <a:spLocks noGrp="1"/>
          </p:cNvSpPr>
          <p:nvPr/>
        </p:nvSpPr>
        <p:spPr>
          <a:xfrm>
            <a:off x="666750" y="1333500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76B87"/>
          </a:solidFill>
          <a:ln w="0">
            <a:noFill/>
            <a:prstDash val="solid"/>
          </a:ln>
        </p:spPr>
      </p:sp>
      <p:sp>
        <p:nvSpPr>
          <p:cNvPr id="6" name="wf-nt-0"/>
          <p:cNvSpPr>
            <a:spLocks noGrp="1"/>
          </p:cNvSpPr>
          <p:nvPr/>
        </p:nvSpPr>
        <p:spPr>
          <a:xfrm>
            <a:off x="666750" y="1333500"/>
            <a:ext cx="74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7" name="wf-h-0"/>
          <p:cNvSpPr>
            <a:spLocks noGrp="1"/>
          </p:cNvSpPr>
          <p:nvPr/>
        </p:nvSpPr>
        <p:spPr>
          <a:xfrm>
            <a:off x="1714500" y="13335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一句话研究问题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8" name="wf-b-0"/>
          <p:cNvSpPr>
            <a:spLocks noGrp="1"/>
          </p:cNvSpPr>
          <p:nvPr/>
        </p:nvSpPr>
        <p:spPr>
          <a:xfrm>
            <a:off x="5143500" y="13335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明确你究竟要回答什么</a:t>
            </a:r>
            <a:endParaRPr sz="1425" b="0">
              <a:solidFill>
                <a:srgbClr val="60717B"/>
              </a:solidFill>
            </a:endParaRPr>
          </a:p>
        </p:txBody>
      </p:sp>
      <p:sp>
        <p:nvSpPr>
          <p:cNvPr id="9" name="wf-1"/>
          <p:cNvSpPr>
            <a:spLocks noGrp="1"/>
          </p:cNvSpPr>
          <p:nvPr/>
        </p:nvSpPr>
        <p:spPr>
          <a:xfrm>
            <a:off x="666750" y="2286000"/>
            <a:ext cx="10858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0" name="wf-n-1"/>
          <p:cNvSpPr>
            <a:spLocks noGrp="1"/>
          </p:cNvSpPr>
          <p:nvPr/>
        </p:nvSpPr>
        <p:spPr>
          <a:xfrm>
            <a:off x="666750" y="2286000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76B87"/>
          </a:solidFill>
          <a:ln w="0">
            <a:noFill/>
            <a:prstDash val="solid"/>
          </a:ln>
        </p:spPr>
      </p:sp>
      <p:sp>
        <p:nvSpPr>
          <p:cNvPr id="11" name="wf-nt-1"/>
          <p:cNvSpPr>
            <a:spLocks noGrp="1"/>
          </p:cNvSpPr>
          <p:nvPr/>
        </p:nvSpPr>
        <p:spPr>
          <a:xfrm>
            <a:off x="666750" y="2286000"/>
            <a:ext cx="74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12" name="wf-h-1"/>
          <p:cNvSpPr>
            <a:spLocks noGrp="1"/>
          </p:cNvSpPr>
          <p:nvPr/>
        </p:nvSpPr>
        <p:spPr>
          <a:xfrm>
            <a:off x="1714500" y="22860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列出 2–4 项主张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13" name="wf-b-1"/>
          <p:cNvSpPr>
            <a:spLocks noGrp="1"/>
          </p:cNvSpPr>
          <p:nvPr/>
        </p:nvSpPr>
        <p:spPr>
          <a:xfrm>
            <a:off x="5143500" y="22860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每项主张都必须可验证</a:t>
            </a:r>
            <a:endParaRPr sz="1425" b="0">
              <a:solidFill>
                <a:srgbClr val="60717B"/>
              </a:solidFill>
            </a:endParaRPr>
          </a:p>
        </p:txBody>
      </p:sp>
      <p:sp>
        <p:nvSpPr>
          <p:cNvPr id="14" name="wf-2"/>
          <p:cNvSpPr>
            <a:spLocks noGrp="1"/>
          </p:cNvSpPr>
          <p:nvPr/>
        </p:nvSpPr>
        <p:spPr>
          <a:xfrm>
            <a:off x="666750" y="3238500"/>
            <a:ext cx="10858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15" name="wf-n-2"/>
          <p:cNvSpPr>
            <a:spLocks noGrp="1"/>
          </p:cNvSpPr>
          <p:nvPr/>
        </p:nvSpPr>
        <p:spPr>
          <a:xfrm>
            <a:off x="666750" y="3238500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76B87"/>
          </a:solidFill>
          <a:ln w="0">
            <a:noFill/>
            <a:prstDash val="solid"/>
          </a:ln>
        </p:spPr>
      </p:sp>
      <p:sp>
        <p:nvSpPr>
          <p:cNvPr id="16" name="wf-nt-2"/>
          <p:cNvSpPr>
            <a:spLocks noGrp="1"/>
          </p:cNvSpPr>
          <p:nvPr/>
        </p:nvSpPr>
        <p:spPr>
          <a:xfrm>
            <a:off x="666750" y="3238500"/>
            <a:ext cx="74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17" name="wf-h-2"/>
          <p:cNvSpPr>
            <a:spLocks noGrp="1"/>
          </p:cNvSpPr>
          <p:nvPr/>
        </p:nvSpPr>
        <p:spPr>
          <a:xfrm>
            <a:off x="1714500" y="32385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为主张匹配证据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18" name="wf-b-2"/>
          <p:cNvSpPr>
            <a:spLocks noGrp="1"/>
          </p:cNvSpPr>
          <p:nvPr/>
        </p:nvSpPr>
        <p:spPr>
          <a:xfrm>
            <a:off x="5143500" y="32385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图、表、定理、案例或分析</a:t>
            </a:r>
            <a:endParaRPr sz="1425" b="0">
              <a:solidFill>
                <a:srgbClr val="60717B"/>
              </a:solidFill>
            </a:endParaRPr>
          </a:p>
        </p:txBody>
      </p:sp>
      <p:sp>
        <p:nvSpPr>
          <p:cNvPr id="19" name="wf-3"/>
          <p:cNvSpPr>
            <a:spLocks noGrp="1"/>
          </p:cNvSpPr>
          <p:nvPr/>
        </p:nvSpPr>
        <p:spPr>
          <a:xfrm>
            <a:off x="666750" y="4191000"/>
            <a:ext cx="10858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0" name="wf-n-3"/>
          <p:cNvSpPr>
            <a:spLocks noGrp="1"/>
          </p:cNvSpPr>
          <p:nvPr/>
        </p:nvSpPr>
        <p:spPr>
          <a:xfrm>
            <a:off x="666750" y="4191000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176B87"/>
          </a:solidFill>
          <a:ln w="0">
            <a:noFill/>
            <a:prstDash val="solid"/>
          </a:ln>
        </p:spPr>
      </p:sp>
      <p:sp>
        <p:nvSpPr>
          <p:cNvPr id="21" name="wf-nt-3"/>
          <p:cNvSpPr>
            <a:spLocks noGrp="1"/>
          </p:cNvSpPr>
          <p:nvPr/>
        </p:nvSpPr>
        <p:spPr>
          <a:xfrm>
            <a:off x="666750" y="4191000"/>
            <a:ext cx="74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4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22" name="wf-h-3"/>
          <p:cNvSpPr>
            <a:spLocks noGrp="1"/>
          </p:cNvSpPr>
          <p:nvPr/>
        </p:nvSpPr>
        <p:spPr>
          <a:xfrm>
            <a:off x="1714500" y="41910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为每节写一句职责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23" name="wf-b-3"/>
          <p:cNvSpPr>
            <a:spLocks noGrp="1"/>
          </p:cNvSpPr>
          <p:nvPr/>
        </p:nvSpPr>
        <p:spPr>
          <a:xfrm>
            <a:off x="5143500" y="41910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避免章节互相抢工作</a:t>
            </a:r>
            <a:endParaRPr sz="1425" b="0">
              <a:solidFill>
                <a:srgbClr val="60717B"/>
              </a:solidFill>
            </a:endParaRPr>
          </a:p>
        </p:txBody>
      </p:sp>
      <p:sp>
        <p:nvSpPr>
          <p:cNvPr id="24" name="wf-4"/>
          <p:cNvSpPr>
            <a:spLocks noGrp="1"/>
          </p:cNvSpPr>
          <p:nvPr/>
        </p:nvSpPr>
        <p:spPr>
          <a:xfrm>
            <a:off x="666750" y="5143500"/>
            <a:ext cx="108585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DD9DD"/>
            </a:solidFill>
            <a:prstDash val="solid"/>
          </a:ln>
        </p:spPr>
      </p:sp>
      <p:sp>
        <p:nvSpPr>
          <p:cNvPr id="25" name="wf-n-4"/>
          <p:cNvSpPr>
            <a:spLocks noGrp="1"/>
          </p:cNvSpPr>
          <p:nvPr/>
        </p:nvSpPr>
        <p:spPr>
          <a:xfrm>
            <a:off x="666750" y="5143500"/>
            <a:ext cx="742950" cy="742950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26" name="wf-nt-4"/>
          <p:cNvSpPr>
            <a:spLocks noGrp="1"/>
          </p:cNvSpPr>
          <p:nvPr/>
        </p:nvSpPr>
        <p:spPr>
          <a:xfrm>
            <a:off x="666750" y="5143500"/>
            <a:ext cx="74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  <a:endParaRPr sz="1950" b="1">
              <a:solidFill>
                <a:srgbClr val="FFFFFF"/>
              </a:solidFill>
            </a:endParaRPr>
          </a:p>
        </p:txBody>
      </p:sp>
      <p:sp>
        <p:nvSpPr>
          <p:cNvPr id="27" name="wf-h-4"/>
          <p:cNvSpPr>
            <a:spLocks noGrp="1"/>
          </p:cNvSpPr>
          <p:nvPr/>
        </p:nvSpPr>
        <p:spPr>
          <a:xfrm>
            <a:off x="1714500" y="51435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3212B"/>
                </a:solidFill>
              </a:defRPr>
            </a:pPr>
            <a:r>
              <a:rPr sz="1725" b="1">
                <a:solidFill>
                  <a:srgbClr val="13212B"/>
                </a:solidFill>
              </a:rPr>
              <a:t>按读者路径修订</a:t>
            </a:r>
            <a:endParaRPr sz="1725" b="1">
              <a:solidFill>
                <a:srgbClr val="13212B"/>
              </a:solidFill>
            </a:endParaRPr>
          </a:p>
        </p:txBody>
      </p:sp>
      <p:sp>
        <p:nvSpPr>
          <p:cNvPr id="28" name="wf-b-4"/>
          <p:cNvSpPr>
            <a:spLocks noGrp="1"/>
          </p:cNvSpPr>
          <p:nvPr/>
        </p:nvSpPr>
        <p:spPr>
          <a:xfrm>
            <a:off x="5143500" y="514350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0717B"/>
                </a:solidFill>
              </a:defRPr>
            </a:pPr>
            <a:r>
              <a:rPr sz="1425" b="0">
                <a:solidFill>
                  <a:srgbClr val="60717B"/>
                </a:solidFill>
              </a:rPr>
              <a:t>检查可找、可懂、可评估</a:t>
            </a:r>
            <a:endParaRPr sz="1425" b="0">
              <a:solidFill>
                <a:srgbClr val="60717B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9" name="墨迹 28"/>
              <p14:cNvContentPartPr/>
              <p14:nvPr/>
            </p14:nvContentPartPr>
            <p14:xfrm>
              <a:off x="1882140" y="1865630"/>
              <a:ext cx="1592580" cy="10795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"/>
            </p:blipFill>
            <p:spPr>
              <a:xfrm>
                <a:off x="1882140" y="1865630"/>
                <a:ext cx="159258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0" name="墨迹 29"/>
              <p14:cNvContentPartPr/>
              <p14:nvPr/>
            </p14:nvContentPartPr>
            <p14:xfrm>
              <a:off x="1857375" y="2910205"/>
              <a:ext cx="1858010" cy="1244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4"/>
            </p:blipFill>
            <p:spPr>
              <a:xfrm>
                <a:off x="1857375" y="2910205"/>
                <a:ext cx="185801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1" name="墨迹 30"/>
              <p14:cNvContentPartPr/>
              <p14:nvPr/>
            </p14:nvContentPartPr>
            <p14:xfrm>
              <a:off x="1981835" y="3839210"/>
              <a:ext cx="1766570" cy="9969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6"/>
            </p:blipFill>
            <p:spPr>
              <a:xfrm>
                <a:off x="1981835" y="3839210"/>
                <a:ext cx="176657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2" name="墨迹 31"/>
              <p14:cNvContentPartPr/>
              <p14:nvPr/>
            </p14:nvContentPartPr>
            <p14:xfrm>
              <a:off x="1575435" y="4370070"/>
              <a:ext cx="2156460" cy="81280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8"/>
            </p:blipFill>
            <p:spPr>
              <a:xfrm>
                <a:off x="1575435" y="4370070"/>
                <a:ext cx="2156460" cy="812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st-title"/>
          <p:cNvSpPr>
            <a:spLocks noGrp="1"/>
          </p:cNvSpPr>
          <p:nvPr/>
        </p:nvSpPr>
        <p:spPr>
          <a:xfrm>
            <a:off x="514350" y="381000"/>
            <a:ext cx="1000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交稿前，用六个问题检验整篇论文</a:t>
            </a:r>
            <a:endParaRPr sz="2925" b="1">
              <a:solidFill>
                <a:srgbClr val="FFFFFF"/>
              </a:solidFill>
            </a:endParaRPr>
          </a:p>
        </p:txBody>
      </p:sp>
      <p:sp>
        <p:nvSpPr>
          <p:cNvPr id="3" name="last-page"/>
          <p:cNvSpPr>
            <a:spLocks noGrp="1"/>
          </p:cNvSpPr>
          <p:nvPr/>
        </p:nvSpPr>
        <p:spPr>
          <a:xfrm>
            <a:off x="11239500" y="62293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B7C8CE"/>
                </a:solidFill>
              </a:defRPr>
            </a:pPr>
            <a:r>
              <a:rPr sz="1050" b="0">
                <a:solidFill>
                  <a:srgbClr val="B7C8CE"/>
                </a:solidFill>
              </a:rPr>
              <a:t>12</a:t>
            </a:r>
            <a:endParaRPr sz="1050" b="0">
              <a:solidFill>
                <a:srgbClr val="B7C8CE"/>
              </a:solidFill>
            </a:endParaRPr>
          </a:p>
        </p:txBody>
      </p:sp>
      <p:sp>
        <p:nvSpPr>
          <p:cNvPr id="4" name="check-0"/>
          <p:cNvSpPr>
            <a:spLocks noGrp="1"/>
          </p:cNvSpPr>
          <p:nvPr/>
        </p:nvSpPr>
        <p:spPr>
          <a:xfrm>
            <a:off x="523875" y="1381125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0343F"/>
          </a:solidFill>
          <a:ln w="9525">
            <a:solidFill>
              <a:srgbClr val="3A515D"/>
            </a:solidFill>
            <a:prstDash val="solid"/>
          </a:ln>
        </p:spPr>
      </p:sp>
      <p:sp>
        <p:nvSpPr>
          <p:cNvPr id="5" name="check-h-0"/>
          <p:cNvSpPr>
            <a:spLocks noGrp="1"/>
          </p:cNvSpPr>
          <p:nvPr/>
        </p:nvSpPr>
        <p:spPr>
          <a:xfrm>
            <a:off x="733425" y="15525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6FD2C6"/>
                </a:solidFill>
              </a:defRPr>
            </a:pPr>
            <a:r>
              <a:rPr sz="1650" b="1">
                <a:solidFill>
                  <a:srgbClr val="6FD2C6"/>
                </a:solidFill>
              </a:rPr>
              <a:t>问题</a:t>
            </a:r>
            <a:endParaRPr sz="1650" b="1">
              <a:solidFill>
                <a:srgbClr val="6FD2C6"/>
              </a:solidFill>
            </a:endParaRPr>
          </a:p>
        </p:txBody>
      </p:sp>
      <p:sp>
        <p:nvSpPr>
          <p:cNvPr id="6" name="check-b-0"/>
          <p:cNvSpPr>
            <a:spLocks noGrp="1"/>
          </p:cNvSpPr>
          <p:nvPr/>
        </p:nvSpPr>
        <p:spPr>
          <a:xfrm>
            <a:off x="1905000" y="151447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研究问题是否清楚且重要？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check-1"/>
          <p:cNvSpPr>
            <a:spLocks noGrp="1"/>
          </p:cNvSpPr>
          <p:nvPr/>
        </p:nvSpPr>
        <p:spPr>
          <a:xfrm>
            <a:off x="6381750" y="1381125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0343F"/>
          </a:solidFill>
          <a:ln w="9525">
            <a:solidFill>
              <a:srgbClr val="3A515D"/>
            </a:solidFill>
            <a:prstDash val="solid"/>
          </a:ln>
        </p:spPr>
      </p:sp>
      <p:sp>
        <p:nvSpPr>
          <p:cNvPr id="8" name="check-h-1"/>
          <p:cNvSpPr>
            <a:spLocks noGrp="1"/>
          </p:cNvSpPr>
          <p:nvPr/>
        </p:nvSpPr>
        <p:spPr>
          <a:xfrm>
            <a:off x="6591300" y="15525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6FD2C6"/>
                </a:solidFill>
              </a:defRPr>
            </a:pPr>
            <a:r>
              <a:rPr sz="1650" b="1">
                <a:solidFill>
                  <a:srgbClr val="6FD2C6"/>
                </a:solidFill>
              </a:rPr>
              <a:t>缺口</a:t>
            </a:r>
            <a:endParaRPr sz="1650" b="1">
              <a:solidFill>
                <a:srgbClr val="6FD2C6"/>
              </a:solidFill>
            </a:endParaRPr>
          </a:p>
        </p:txBody>
      </p:sp>
      <p:sp>
        <p:nvSpPr>
          <p:cNvPr id="9" name="check-b-1"/>
          <p:cNvSpPr>
            <a:spLocks noGrp="1"/>
          </p:cNvSpPr>
          <p:nvPr/>
        </p:nvSpPr>
        <p:spPr>
          <a:xfrm>
            <a:off x="7762875" y="151447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引言是否证明现有工作不够？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0" name="check-2"/>
          <p:cNvSpPr>
            <a:spLocks noGrp="1"/>
          </p:cNvSpPr>
          <p:nvPr/>
        </p:nvSpPr>
        <p:spPr>
          <a:xfrm>
            <a:off x="523875" y="2857500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0343F"/>
          </a:solidFill>
          <a:ln w="9525">
            <a:solidFill>
              <a:srgbClr val="3A515D"/>
            </a:solidFill>
            <a:prstDash val="solid"/>
          </a:ln>
        </p:spPr>
      </p:sp>
      <p:sp>
        <p:nvSpPr>
          <p:cNvPr id="11" name="check-h-2"/>
          <p:cNvSpPr>
            <a:spLocks noGrp="1"/>
          </p:cNvSpPr>
          <p:nvPr/>
        </p:nvSpPr>
        <p:spPr>
          <a:xfrm>
            <a:off x="733425" y="30289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6FD2C6"/>
                </a:solidFill>
              </a:defRPr>
            </a:pPr>
            <a:r>
              <a:rPr sz="1650" b="1">
                <a:solidFill>
                  <a:srgbClr val="6FD2C6"/>
                </a:solidFill>
              </a:rPr>
              <a:t>方法</a:t>
            </a:r>
            <a:endParaRPr sz="1650" b="1">
              <a:solidFill>
                <a:srgbClr val="6FD2C6"/>
              </a:solidFill>
            </a:endParaRPr>
          </a:p>
        </p:txBody>
      </p:sp>
      <p:sp>
        <p:nvSpPr>
          <p:cNvPr id="12" name="check-b-2"/>
          <p:cNvSpPr>
            <a:spLocks noGrp="1"/>
          </p:cNvSpPr>
          <p:nvPr/>
        </p:nvSpPr>
        <p:spPr>
          <a:xfrm>
            <a:off x="1905000" y="299085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读者能否理解、评估与复现？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3" name="check-3"/>
          <p:cNvSpPr>
            <a:spLocks noGrp="1"/>
          </p:cNvSpPr>
          <p:nvPr/>
        </p:nvSpPr>
        <p:spPr>
          <a:xfrm>
            <a:off x="6381750" y="2857500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0343F"/>
          </a:solidFill>
          <a:ln w="9525">
            <a:solidFill>
              <a:srgbClr val="3A515D"/>
            </a:solidFill>
            <a:prstDash val="solid"/>
          </a:ln>
        </p:spPr>
      </p:sp>
      <p:sp>
        <p:nvSpPr>
          <p:cNvPr id="14" name="check-h-3"/>
          <p:cNvSpPr>
            <a:spLocks noGrp="1"/>
          </p:cNvSpPr>
          <p:nvPr/>
        </p:nvSpPr>
        <p:spPr>
          <a:xfrm>
            <a:off x="6591300" y="30289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6FD2C6"/>
                </a:solidFill>
              </a:defRPr>
            </a:pPr>
            <a:r>
              <a:rPr sz="1650" b="1">
                <a:solidFill>
                  <a:srgbClr val="6FD2C6"/>
                </a:solidFill>
              </a:rPr>
              <a:t>证据</a:t>
            </a:r>
            <a:endParaRPr sz="1650" b="1">
              <a:solidFill>
                <a:srgbClr val="6FD2C6"/>
              </a:solidFill>
            </a:endParaRPr>
          </a:p>
        </p:txBody>
      </p:sp>
      <p:sp>
        <p:nvSpPr>
          <p:cNvPr id="15" name="check-b-3"/>
          <p:cNvSpPr>
            <a:spLocks noGrp="1"/>
          </p:cNvSpPr>
          <p:nvPr/>
        </p:nvSpPr>
        <p:spPr>
          <a:xfrm>
            <a:off x="7762875" y="299085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每项主要主张是否有对应证据？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6" name="check-4"/>
          <p:cNvSpPr>
            <a:spLocks noGrp="1"/>
          </p:cNvSpPr>
          <p:nvPr/>
        </p:nvSpPr>
        <p:spPr>
          <a:xfrm>
            <a:off x="523875" y="4333875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0343F"/>
          </a:solidFill>
          <a:ln w="9525">
            <a:solidFill>
              <a:srgbClr val="3A515D"/>
            </a:solidFill>
            <a:prstDash val="solid"/>
          </a:ln>
        </p:spPr>
      </p:sp>
      <p:sp>
        <p:nvSpPr>
          <p:cNvPr id="17" name="check-h-4"/>
          <p:cNvSpPr>
            <a:spLocks noGrp="1"/>
          </p:cNvSpPr>
          <p:nvPr/>
        </p:nvSpPr>
        <p:spPr>
          <a:xfrm>
            <a:off x="733425" y="45053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6FD2C6"/>
                </a:solidFill>
              </a:defRPr>
            </a:pPr>
            <a:r>
              <a:rPr sz="1650" b="1">
                <a:solidFill>
                  <a:srgbClr val="6FD2C6"/>
                </a:solidFill>
              </a:rPr>
              <a:t>边界</a:t>
            </a:r>
            <a:endParaRPr sz="1650" b="1">
              <a:solidFill>
                <a:srgbClr val="6FD2C6"/>
              </a:solidFill>
            </a:endParaRPr>
          </a:p>
        </p:txBody>
      </p:sp>
      <p:sp>
        <p:nvSpPr>
          <p:cNvPr id="18" name="check-b-4"/>
          <p:cNvSpPr>
            <a:spLocks noGrp="1"/>
          </p:cNvSpPr>
          <p:nvPr/>
        </p:nvSpPr>
        <p:spPr>
          <a:xfrm>
            <a:off x="1905000" y="446722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是否诚实说明限制与适用范围？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check-5"/>
          <p:cNvSpPr>
            <a:spLocks noGrp="1"/>
          </p:cNvSpPr>
          <p:nvPr/>
        </p:nvSpPr>
        <p:spPr>
          <a:xfrm>
            <a:off x="6381750" y="4333875"/>
            <a:ext cx="5381625" cy="1162050"/>
          </a:xfrm>
          <a:prstGeom prst="roundRect">
            <a:avLst>
              <a:gd name="adj" fmla="val 9836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0" name="check-h-5"/>
          <p:cNvSpPr>
            <a:spLocks noGrp="1"/>
          </p:cNvSpPr>
          <p:nvPr/>
        </p:nvSpPr>
        <p:spPr>
          <a:xfrm>
            <a:off x="6591300" y="45053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导航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1" name="check-b-5"/>
          <p:cNvSpPr>
            <a:spLocks noGrp="1"/>
          </p:cNvSpPr>
          <p:nvPr/>
        </p:nvSpPr>
        <p:spPr>
          <a:xfrm>
            <a:off x="7762875" y="4467225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读者能否快速找到所需信息？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2" name="last-line"/>
          <p:cNvSpPr>
            <a:spLocks noGrp="1"/>
          </p:cNvSpPr>
          <p:nvPr/>
        </p:nvSpPr>
        <p:spPr>
          <a:xfrm>
            <a:off x="904875" y="603885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BDE8E2"/>
                </a:solidFill>
              </a:defRPr>
            </a:pPr>
            <a:r>
              <a:rPr sz="1725" b="1">
                <a:solidFill>
                  <a:srgbClr val="BDE8E2"/>
                </a:solidFill>
              </a:rPr>
              <a:t>最终标准：结构是否持续帮助读者找到、理解并评估你的科学主张？</a:t>
            </a:r>
            <a:endParaRPr sz="1725" b="1">
              <a:solidFill>
                <a:srgbClr val="BDE8E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3" name="墨迹 22"/>
              <p14:cNvContentPartPr/>
              <p14:nvPr/>
            </p14:nvContentPartPr>
            <p14:xfrm>
              <a:off x="1840865" y="2023110"/>
              <a:ext cx="1384935" cy="9144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"/>
            </p:blipFill>
            <p:spPr>
              <a:xfrm>
                <a:off x="1840865" y="2023110"/>
                <a:ext cx="138493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4" name="墨迹 23"/>
              <p14:cNvContentPartPr/>
              <p14:nvPr/>
            </p14:nvContentPartPr>
            <p14:xfrm>
              <a:off x="7845425" y="2023110"/>
              <a:ext cx="2554605" cy="9969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"/>
            </p:blipFill>
            <p:spPr>
              <a:xfrm>
                <a:off x="7845425" y="2023110"/>
                <a:ext cx="2554605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5" name="墨迹 24"/>
              <p14:cNvContentPartPr/>
              <p14:nvPr/>
            </p14:nvContentPartPr>
            <p14:xfrm>
              <a:off x="2040255" y="3549015"/>
              <a:ext cx="1285240" cy="577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6"/>
            </p:blipFill>
            <p:spPr>
              <a:xfrm>
                <a:off x="2040255" y="3549015"/>
                <a:ext cx="128524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6" name="墨迹 25"/>
              <p14:cNvContentPartPr/>
              <p14:nvPr/>
            </p14:nvContentPartPr>
            <p14:xfrm>
              <a:off x="7887335" y="3557270"/>
              <a:ext cx="2504440" cy="5778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8"/>
            </p:blipFill>
            <p:spPr>
              <a:xfrm>
                <a:off x="7887335" y="3557270"/>
                <a:ext cx="250444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7" name="墨迹 26"/>
              <p14:cNvContentPartPr/>
              <p14:nvPr/>
            </p14:nvContentPartPr>
            <p14:xfrm>
              <a:off x="2288540" y="4999990"/>
              <a:ext cx="2347595" cy="7493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0"/>
            </p:blipFill>
            <p:spPr>
              <a:xfrm>
                <a:off x="2288540" y="4999990"/>
                <a:ext cx="234759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8" name="墨迹 27"/>
              <p14:cNvContentPartPr/>
              <p14:nvPr/>
            </p14:nvContentPartPr>
            <p14:xfrm>
              <a:off x="7828915" y="4975225"/>
              <a:ext cx="2903220" cy="31496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2"/>
            </p:blipFill>
            <p:spPr>
              <a:xfrm>
                <a:off x="7828915" y="4975225"/>
                <a:ext cx="2903220" cy="3149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1612</Words>
  <Application>WPS 演示</Application>
  <PresentationFormat>Converted Presentation</PresentationFormat>
  <Paragraphs>344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mazihan</cp:lastModifiedBy>
  <cp:revision>1</cp:revision>
  <dcterms:created xsi:type="dcterms:W3CDTF">2026-07-07T06:00:02Z</dcterms:created>
  <dcterms:modified xsi:type="dcterms:W3CDTF">2026-07-07T06:00:02Z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2052-12.1.25201.25201</vt:lpwstr>
  </property>
  <property fmtid="{D5CDD505-2E9C-101B-9397-08002B2CF9AE}" pid="3" name="ICV">
    <vt:lpwstr>13A200609B4BC09EE2954C6ACC693507_42</vt:lpwstr>
  </property>
</Properties>
</file>