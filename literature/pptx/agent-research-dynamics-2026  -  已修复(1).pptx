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7"/>
  </p:normalViewPr>
  <p:slideViewPr>
    <p:cSldViewPr snapToGrid="0">
      <p:cViewPr varScale="1">
        <p:scale>
          <a:sx n="92" d="100"/>
          <a:sy n="92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1:46:23.7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3272 6398 7533,'-75'18'-570,"0"0"0,10-3 1,6-1 569,-12 7 0,27-13 0,2-2 0</inkml:trace>
  <inkml:trace contextRef="#ctx0" brushRef="#br0" timeOffset="434">2669 6556 7533,'26'23'90,"16"-13"0,11-7-90,0-5 0,6-4 0,5 0-519,-1 2 0,6 0 0,2 0 1,0 0 473,7-1 0,2 0 0,1-1 0,-1 1-90,-3 0 0,0 0 0,-1-1 0,0 2 67,-1 0 1,1 0 0,-2 0-1,-2 0-316,9-5 1,-2-1-1,-7 1 1,7 2 0,-8-2-1,-18-1 1,-1 0-1</inkml:trace>
  <inkml:trace contextRef="#ctx0" brushRef="#br0" timeOffset="19766">13862 5680 7533,'-12'-41'209,"-1"-1"1,-30 0 0,-10 1-360,15 6 0,-2-3 1,-6 4-304,-19 1 1,-7 4 0,-2 4 392,4 2 0,-2 4 0,-2 8-194,8 9 1,-3 6 0,0 5 0,1 6 230,-2 9 1,-1 7-1,2 6 1,2 7-130,8-1 1,0 5-1,2 5 1,4 3 0,7 3 169,5 4 0,5 4 0,5 3 0,5 1 0,7 1-72,5-1 0,6 2 0,6 0 0,4-2 0,7-2-14,7 8 1,6-2-1,9-5 1,12-8 121,5-17 0,10-4 0,6-6 0,3-7 0,-2-7-54,11-8 0,1-10 0,3-9 0,3-7 64,-19-1 0,4-4 0,1-4 1,2-3-1,0-4 0,-2-2 1,-2-2-306,1-5 1,-1-4 0,0-4-1,-1-2 1,-2-2 0,-1-2 0,-2 0 252,-1-3 1,0-1 0,-2-3 0,-1 0 0,-3-3 0,-4 0 0,-4-1-28,2-8 0,-3-2 0,-3-1 0,-7-1 0,-7 2 0,-12 0-184,-10-1 0,-9-2 0,-8 2 0,-10 4 1,-7 7 162,-9 5 0,-8 4 0,-9 4 0,-7 10 0,-7 10-156,8 15 1,-8 8-1,-6 7 1,-5 5-1,-2 5 1,-2 4-1,-1 1 1,3 2-1,2 1 191,6 0 0,0 3 1,0 3-1,0 2 1,0 2-1,-1 2 0,1 1 1,-1 2-1,-1 1 1,0 1 0,7-2 0,-1 1 0,-1 2 0,-2 2 0,1 1 0,-1 1 0,0 1 0,1 0 0,2 0 0,1-1 0,2 0 0,2-1 0,3-2 0,-7 6 0,2-1 0,2-1 0,2 0 0,2 0 0,2 0 0,1-1 0,1 1 0,1-1 0,-7 12 0,0 0 0,0 0 0,0-1 0,-1 1 0,1 0 0</inkml:trace>
  <inkml:trace contextRef="#ctx0" brushRef="#br0" timeOffset="49049">22817 6383 7533,'-16'-19'-540,"29"8"900,57-16-315,-15 20 0,8 6-105,-1 5 0,6 3 0,0 1-323,-4-2 0,0 0 0,2 1 203,-4 1 0,2 2 0,1 0 1,-4-3 64,6 0 1,-2-3-1,-2 0 1,-4-3 0,-1-1-1,-3-1 1,7-3 0,0 0-1</inkml:trace>
  <inkml:trace contextRef="#ctx0" brushRef="#br0" timeOffset="51382">23219 7430 7533,'28'-6'-270,"27"4"270,-15-2 0,6 2 0,26 13 0,12 3-689,-20-8 1,7-2 0,2 0 0,0 1 710,1 2 1,0 2-1,1-2 1,5-1 37,-16-3 0,2-1 0,3-1 0,0 0 0,1-1 0,0-1-16,4 0 1,2-1 0,1 0 0,-1-1 0,0 0 0,-2 0-45,5 0 0,-2 1 0,0-1 0,1-1 0,6 0-12,-15 0 1,4-1 0,2 0 0,2 0 0,0-1 0,-2 1 0,-2 0 0,-5 0-220,12 0 1,-5 0 0,-3 1 0,2-1 0,4-1 217,-8 1 0,4-1 0,2-1 1,0 1-1,-1 0 0,-3 0 0,-4 1-167,1 0 0,-2 0 0,-4 0 1,0 1-1,0 1 180,15-1 0,0 0 0,-3 1 0,-6-1 0,-10 0 0,-6 0 0,-3-1 0,3 1 0,-1 0 0</inkml:trace>
  <inkml:trace contextRef="#ctx0" brushRef="#br0" timeOffset="53250">23219 8190 7533,'44'0'-630,"36"7"765,-19 1 0,6 4-105,-14 1 0,2 2 0,3 0-580,11 3 0,3 0 1,0-1 519,-5 0 0,-1-2 0,2-2 0,9-4 0,3-4 0,2-5 120,-14-4 0,1-3 0,1-2 0,-3 0-30,15 1 0,-2-1 0,1-1-16,-15 2 1,2-2 0,-2 1 0,-5 3 35,-4 2 1,-5 3 0,2-1-51,10 0 0,2 0 0,-1 0-30,-10 0 0,-1-1 0,-1 0-45,27-1 0,0 0-45,-2-3 0,-3 1 90,-22 5 0,-1 1 31,11-3 1,-2-1-392,-15 1 0,-2 0 360,0 0 0,-2-2 0,15-16 0,-15-1 0</inkml:trace>
  <inkml:trace contextRef="#ctx0" brushRef="#br0" timeOffset="57266">26003 8765 5824,'25'-50'1619,"7"-7"-1574,11 26 0,10 3-135,14-6 0,9 4-366,-8 10 0,6 4 1,1 1 455,3 1 0,0 2 0,2 1-23,-17 4 1,1 1-1,1 2 1,-2 0 22,18 3 0,0 1 0,0 1 0,-21 1 0,1 0 0,0 0 0,2 0 0,12 1 0,3-1 0,0 0 0,0-1-248,-1 1 1,-1 0 0,1 0 0,3-1 247,-6-1 0,3 0 0,1 0 0,-1 0 0,-1 0 0,-5 1 0,-1 0 0,0 0 0,0 1 0,0-1 18,4 1 0,0-1 0,1 1 0,-1 0 0,-1-1-18,-5 1 0,-2-1 0,0 1 0,-1-1 0,2 1-54,1 1 0,1-1 0,0 1 0,-1 0 0,-1-1-104,12 0 1,-1 0 0,-2 0 0,-3 0 157,5 0 0,-4 1 0,-3 0 0,-8 1 0,-3 0 0,-7 1 0,-10-1 0,0 0 0</inkml:trace>
  <inkml:trace contextRef="#ctx0" brushRef="#br0" timeOffset="71632">6257 3457 7533,'70'3'-720,"3"0"765,-20-9 0,6-2-15,1 4 0,6 3 0,2-1-764,9 2 1,2 0 0,5 0 715,-22 1 0,3-1 0,2 0 0,0 0 0,0-1 54,-1 0 0,0-1 0,0-1 0,0 0 0,2 0-18,5-2 0,1 0 0,1-1 0,0 0 0,-2-1 0,-7 0 0,-2-1 0,0 0 0,1 0 0,1 1 0,7-1 0,2 0 0,1 1 0,0 0 0,0 0 18,1 1 0,0-1 0,0 2 0,1 0 0,-1 1-54,0 1 0,1 0 0,-1 2 0,0 0 0,0 1-54,-1 1 0,1 0 0,-1 2 0,-2 0 0,-4 2-261,-1 1 0,-2 1 0,-4 1 0,-4 1 1,24 6-1,-9 2 0,-27 0 0,1-1 1</inkml:trace>
  <inkml:trace contextRef="#ctx0" brushRef="#br0" timeOffset="81950">8524 14101 5092,'-71'-1'102,"-1"0"1,0 1 0,1-1 0,-1 0 0,1 0-1,-1 1 1,3 8 0,0 4 0,-2 2 0,1 1 0,-1 1-1,0-1 1,-1-1 0,1-3-216,-1-4 0,0-3 0,-1-3 1,1 0-1,-1 2 0,-1 2 1,1 4-1,-2 6 113,6 4 0,-5 4 0,-1 3 0,-2 3 0,2 3 0,1 1 0,4 1 0,4 1 0,6 0 0,8 0-54,-4 11 0,11 0 0,5 3 0,2 2 0,-6 3-24,-2-3 1,-5 4 0,-2 2 0,1 2 0,5 0 0,8 0 0,11-1 9,8 23 1,13 1 0,13-2 0,12-7 89,13-9 0,11-4 1,11-8-1,9-10 23,-1-17 0,9-9 0,7-7 0,4-5 0,2-4 0,-2-3-23,-11-2 1,1-4-1,2-3 1,0-2-1,2-4 1,0 0 0,1-3-1,1 0-233,-5 0 0,1-1 1,1-3-1,1 0 1,0-3-1,1 0 1,0-1-1,-1 0 1,1-1-1,-2-1 211,-4 2 0,0 0 0,0-2 0,0 0 0,0-1 0,0 0 0,-1-1 0,0 0 0,0 0 0,-1 0 0,0 0 0,2-2 0,1 0 0,-1 0 0,-1-1 0,0 0 0,0 0 0,-2 0 0,1 0 0,-2 0 0,0 0 0,3-1 0,0-1 0,0 0 0,0-1 0,-2 1 0,-1 0 0,-4 0 0,-2 0 0,-4 1 128,19-14 1,-3 1 0,-6 0 0,-9-1-1,-15-2-248,-2-20 0,-18-3 1,-29 13 6,-35 22 1,-28 10-1,-16 8 1,-3 6-109,23 9 1,-5 4 0,-6 4-1,-2 3 1,-4 2 0,-1 2-1,0 3 1,-1 0 195,14 0 1,-2 1-1,-2 2 1,0 2-1,-1 1 1,-1 1-1,0 2 1,-1 0-1,0 1 1,1 1-1,-1 0-36,7-2 1,0 2 0,-1 0-1,0 1 1,0 0 0,-1 1-1,1 1 1,-1 1 0,1 0-1,0 1 1,1 1 0,1 0 0,0 1 60,-4 3 0,-1 0 0,1 2 0,0 1 0,1 0 0,0 1 0,1 1 0,0 0 0,2 0 0,0 0 0,2 0 0,2 1 0,-5 2 0,2 1 0,0 1 0,2 0 0,0 1 0,3-1 0,0 0 0,2 0 0,2-1 0,2 0 0,-8 6 0,2-1 0,2-1 0,2 1 0,3-1 0,2 0 0,1 1 0,0 8 0,0 0 0,0 0 0,0 1 0,-1-1 0</inkml:trace>
  <inkml:trace contextRef="#ctx0" brushRef="#br0" timeOffset="84365">13920 13914 6851,'-63'-38'209,"0"1"1,1-1 0,4 16 0,-2 4 0,-4 3 0,-6 3-240,-1 3 0,-7 1 0,-5 3 0,-1 3 0,1 3 0,3 3-671,9 3 0,2 3 1,0 2-1,1 4 0,-2 4 1,0 4 666,3 3 0,-2 3 0,-2 5 1,0 2-1,1 3 0,2 2 1,4 1-1,5 2 46,3 1 1,2 2 0,4 3 0,3 1 0,2 1 0,4 2 0,2 1 19,-1 9 1,2 2-1,4 2 1,4 1-1,7-2 1,6-2-33,4 15 0,8-1 0,13-3 0,15-9 90,13-17 0,13-4 0,9-5 0,5-6 0,2-8-31,-3-10 1,4-7 0,3-7 0,3-3 0,2-3 0,1-2-60,-8 0 0,3-3 0,1-2 0,1-2 0,1-2 0,1-3 0,0-1 0,-1-2-132,-2-2 1,1-2 0,1-2 0,0-1-1,0-3 1,0-1 0,0-2 0,0-2-1,0-2 91,-7 2 0,1-2 0,1-3 0,0-1 0,0-2 1,-1-1-1,0 0 0,-2-1 0,-2 1 0,-3 0 1,-2 1-5,6-5 0,-2 0 0,-2 1 0,-2-1 0,-2 0 0,-3-2 0,-3-2 0,-3-2 6,4-10 0,3-4 1,-2-2-1,-6-1 1,-9 1-1,-15 5 1,-16 7-264,-29-14 0,-24 6 0,-18 8 0,-8 7 223,19 22 0,-7 3 1,-7 4-1,-4 4 0,-3 3 1,-4 4-1,-1 2 1,-2 4 43,17 3 0,-3 3 0,-3 2 0,-1 3 1,-2 2-1,-1 2 0,-1 1 0,-1 2 1,-1 2-1,0 0 0,0 2 0,1 0 1,0 1 34,4-1 0,-2 2 0,1 2 0,-1 0 0,-1 1 0,1 2 0,-1 0 0,0 2 0,-1 1 0,1 0 0,0 2 0,-1 1 0,1 0 0,-1 2 0,1 0 0,6-1 0,-1 2 0,0 1 0,-2 1 0,1 2 0,-1 0 0,-1 1 0,2 1 0,-1 1 0,1 0 0,1-1 0,0 1 0,2 0 0,1-1 0,1-1 0,2 0 0,2-2 0,2-1 0,-15 10 0,3-2 0,1-1 0,3 0 0,2-1 0,1 0 0,1 0 0,1 1 0,1 0 0,0 1 0,1 1 0,1 5 0,1 0 0,-1-1 0,0 1 0,1 0 0,-1 0 0,1-1 0,-1 1 0,0 0 0,1 0 0</inkml:trace>
  <inkml:trace contextRef="#ctx0" brushRef="#br0" timeOffset="87002">20865 13885 7533,'-79'-18'-63,"0"0"0,1-1 0,-1 1 0,14 11 0,-4 2 0,-2 1 0,-2 2 0,0 0 0,-1-1 0,1-1 140,0-1 0,0-2 0,0 0 0,0 1 0,-2 0 1,-2 1-1,-2 3-706,5 2 0,-3 1 0,-3 1 0,0 1 0,-1 1 0,0 1 0,1 1 0,1 1 0,3 2 640,1 0 0,1 2 1,1 1-1,2 1 0,-1 1 1,1 1-1,-2 2 0,-1 2-1,-1 0 0,-1 2 0,-2 2 0,0 1 0,0 1 0,1 1 0,1 0 0,2 1 0,3 0-10,-5 3 0,1 0 0,3 0 0,1 1 0,2 2 0,0 2 0,1 2 96,-3 3 1,-2 2-1,1 2 1,2 2 0,5 1-1,7 0 1,10 0-97,1 10 0,7 2 0,13 0 0,14 0 0,16-1 0,13 2 0,12-2 0,11-5 15,9-10 0,12-4 0,10-3 0,6-3 0,4-2 0,1-1-150,-12-5 1,3-2-1,4-1 1,2-1 0,2-1-1,2-1 1,1-1-1,1-1 1,0 0 66,-14-4 1,2 0-1,1-1 1,1 0-1,1-1 1,1-1 0,0 0-1,0-1 1,1 0-1,1-1 1,-1-1-1,1 0 13,-2 0 1,2-1-1,0-1 1,0 0-1,1-1 1,0 0-1,0-1 1,1 0-1,-1-1 1,0 0-1,0-1 1,0-1 0,-2 0 54,5-1 0,0 0 0,0 0 0,-1-1 0,1-1 0,-1 0 0,0-1 0,-1-1 0,0-2 0,0 0 0,0-3 0,-1 0 0,-2-3 0,1-1 0,0-1 0,0-2 0,-1-1 0,0-1 0,-1-1 0,0 0 0,-3-1 0,0 1 0,-2-1 0,-3 0 0,8-1 0,-1 0 0,-2 1 0,-1-1 0,-2-2 0,-2 0 0,-2-4 0,-4-2 0,-2-3 109,9-11 0,-1-3 1,-1-3-1,-6-4 0,-7-1 1,-11-1-1,-13-1 35,-10-10 0,-13-3 0,-12-2 0,-12 1 0,-10 3-100,-6 12 1,-10 1 0,-9 0 0,-7 0 0,-6 3 0,-3 2 0,-3 3 0,0 3-54,9 9 1,-3 2 0,-3 2 0,-2 1 0,-3 3 0,-2 1 0,-1 2 0,-3 1 0,0 2 0,-2 2-1,-1 1-25,13 4 0,-1 2 0,-3 0 1,-1 2-1,-1 1 0,-1 1 1,-2 1-1,0 1 0,0 1 1,-1 1-1,0 1 0,0 1 1,0 1-1,1 1 0,1 0 1,1 2-21,-5 1 0,0 0 0,1 2 0,0 1 0,0 1 0,0 0 0,0 2 0,0 2 0,0 0 0,0 1 0,-1 2 0,0 0 0,0 2 0,-1 1 0,0 1 31,6 0 1,0 1-1,-1 1 1,-1 2-1,0 0 1,0 2-1,0 0 1,-1 2-1,1 0 1,-1 1-1,1 1 1,0 0-1,0 0 1,1 1-1,0 0 1,1 1-1,1-1 1,1 1 22,-2 1 0,1 1 0,0 0 0,0 2 0,0 0 0,1 1 0,0 0 0,1 0 0,0 1 0,1 0 0,0 0 0,1-1 0,1 0 0,1 0 0,1-1 0,1 0 0,1-1 0,-11 5 0,1-1 0,1 1 0,2-2 0,0 1 0,2-1 0,1 0 0,0 0 0,2 0 0,0 0 0,1 1 0,0 0 0,-5 4 0,-1 1 0,0 2 0,0 0 0,2-1 0,2 0 0,4-2 0,4-2 0,5-3 0,6-3 0,-16 14 0,0 1 0,0-1 0</inkml:trace>
  <inkml:trace contextRef="#ctx0" brushRef="#br0" timeOffset="94599">17192 12451 5824,'0'-15'539,"0"1"-269,0 6-180,0-5 0,0 12 180,0 1 180,12 33-271,-4 5 1,0 9-120,5 1 0,1 6 0,1 2 30,-1 10 0,1 4 0,0-1-60,4 1 0,1 0 0,-1-4 15,4 15 0,-2-11-135,8-6 360,22-99-270,-32-17 0,-3-12 30,9 8 0,4-2 0,0-4-420,0-8 1,-1-2-1,1-1 240,4 0 0,1 1 1,1 1-211,4 3 0,1 1 0,-4 5 45,-3-4 1,-2 7-46,-1 16 0,-9 12 360,-21 25 0,0 14 0,0 6 0</inkml:trace>
  <inkml:trace contextRef="#ctx0" brushRef="#br0" timeOffset="95567">18225 12279 7892,'0'40'360,"-10"10"0,-6 10-390,3-1 0,-1 5 0,-3 3-235,-6 6 0,-3 3 0,1-1 355,4 1 0,1 0 0,1-6-45,-7 0 0,10-10 303,29 9 102,32-76-250,6-12 1,9-6-381,-5 5 0,4-1 0,0 1 210,-3 2 0,0 0 0,1 3-210,5 5 0,2 4 1,-9 2-721,22 5 226,-39 7 674,-67-8 0,-2-8 0,-11-6 0</inkml:trace>
  <inkml:trace contextRef="#ctx0" brushRef="#br0" timeOffset="96034">19344 12408 7982,'-13'62'225,"-4"-15"0,-7 5-405,-2-1 0,-3 5 0,-2 1-229,-4 9 0,-1 1 0,2-1 409,3-6 0,1-2 0,1-4 0,-6 13 0,3-9 0,4-4 0</inkml:trace>
  <inkml:trace contextRef="#ctx0" brushRef="#br0" timeOffset="96499">19402 12293 7982,'16'10'1440,"-16"60"-1410,-4-20 0,-2 8 0,0 0-240,0 0 0,0 1 0,2 1 90,2 9 0,3 2 0,0-9-60,-4-9 0,9-13 450,32-13-315,-10-61 0,1-25-15,-1 8 0,1-7 0,4-2-400,2 6 0,4-3 0,2-1 1,-3 3 459,4-12 0,-2 2 0,2 4 269,1 7 1,2 5 0,-5 10 1048,17 2-328,-44 101-631,-13 6 1,-3 13-428,0-18 1,-2 7 0,2 2 0,1-3-78,3-7 0,3-1 1,0 0-1,0 2 145,-2 9 0,1 4 0,0-3 0,5-9-495,12 16 1,1-14 475,-2-4 1,20-66-1,-23-54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1:49:25.2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6027 5264 7533,'-52'-23'-144,"0"0"0,0 1 0,-4-1 0,0 0 0,-4 0 234,1 3 0,-4 0 0,-1 1 0,-2 5-665,-5 4 1,-1 3 0,-2 4 0,-3 5 574,1 6 0,-4 3 0,-2 5 0,1 3 0,2 4-243,13-2 1,1 3-1,1 2 1,1 2 0,0 3-1,1 1 228,-1 4 0,0 2 0,0 2 0,3 3 0,2 1 0,5 1 15,-2 6 0,4 3 0,4 2 0,4 1 0,6-1 155,0 4 1,3 2 0,11-1 0,18-2-134,23 4 1,20 1-1,11-4 1,5-9 67,-3-16 0,5-5 0,5-5 0,5-3 0,3-3-309,-1-4 0,6-2 0,2-2 0,4-4 0,1-2 1,1-4-1,0-2 239,-13-4 0,2-3 0,0-3 0,1-2 0,1-2 0,-1-1 0,1-1 0,0-1 0,0 1-111,3-1 1,0-2-1,1 0 1,0-1 0,-1-1-1,1-1 1,-1-1-1,0-1 1,-1-1 90,-1-2 0,0-1 0,0-1 0,-1-2 0,0 0 0,-1 0 0,0-1 0,-2 1 0,-2 1-12,1-1 1,0 1 0,-1 0 0,-1 0 0,-1-1-1,-4 1 1,-2-1 0,-4 0 154,11-7 1,-2 0 0,-5-1 0,-10-1 0,-12-4-54,-4-20 0,-17-5 0,-26 10-68,-35 17 1,-28 9-1,-17 7 1,-3 4-323,27 10 1,-5 1 0,-4 4 0,-3 2 0,-4 2 0,-1 2 0,-2 2 0,-1 2 246,13 1 1,-1 2-1,-3 2 1,-1 2-1,-1 0 1,-2 2-1,0 1 1,-1 1 0,1 1-1,-1 0 1,1 0-1,0 1 30,4-1 0,-1 1 1,-1 1-1,1 0 0,-1 1 1,1 0-1,-1 1 1,0 1-1,1 1 0,-1 0 1,1 1-1,0 1 1,0 0 22,0 2 0,-1 1 0,0 1 0,-1 0 0,1 2 0,0 0 0,0 1 0,2 0 0,0 0 0,1 1 0,2 0 0,1 0 0,2 0 0,-7 4 0,1 1 0,1 0 0,1 1 0,2 1 0,2-1 0,1 0 0,2 0 0,2-1 0,2-1 0,-7 4 0,1-2 0,3 1 0,3-1 0,2 0 0,2 0 0,4 1 0,0 8 0,1 0 0,0-1 0,0 1 0,0 0 0</inkml:trace>
  <inkml:trace contextRef="#ctx0" brushRef="#br0" timeOffset="2337">2870 6899 0,'54'0'0,"20"-12"686,-14 4 0,7 0-597,-12 1 1,3 1 0,1 3-90,7 2 0,1 2 0,4 5 197,-1 4 1,3 5 0,3 1 0,-1-1-221,0 0 1,1 0 0,1 0-1,4-3 34,-13-3 1,3-2-1,3-1 1,0-1 0,1-1-1,0-3 34,3-1 0,1-3 0,0-1 0,1-1 0,1-2 0,0 1-58,-6-1 0,1 0 0,0-1 0,1-1 1,0 1-1,1-1 0,-1 1-39,3 0 1,0-1 0,1 0-1,0 0 1,-1 1 0,-1 1-1,-2 1 52,5 1 0,-2 2 0,0 1 0,-2 0 0,-2 1 0,-3 0 0,-1 0 0,-3 1 0,-2 0 0,-2 1 0,-3 0 0,14 4 0,1 0 0,-1 0 0</inkml:trace>
  <inkml:trace contextRef="#ctx0" brushRef="#br0" timeOffset="5070">16819 5278 3375,'-74'-26'-8,"0"-1"1,1 1 0,-1-1 0,0 1 0,1 0-1,-1-1 1,0 1 0,1-1 0,-1 1 0,8 33-1,-2 8 1,-1 7 0,-2 6 0,-2 5 0,0 4 0,-1 3-1,-1 3 1,0 1 0,0 0 0,1-1 0,-1-1-1,2-2 1,0-5 0,2-3 0,1-7-31,-8-2 1,-1-6-1,-1-5 1,1-2-1,0-3 1,2 1-1,0 0 1,2 3-1,2 4 1,3 4 0,3 7-1,2 8 58,3 8 1,-5 9 0,-1 8 0,-2 6 0,2 4-1,3 2 1,5 0 0,7-1 0,8-3 0,10-6-1,12-7 1,14-8 0,16-12-6,14-11 1,16-5 0,13-6 0,12-5 0,10-4 0,9-4 0,8-4 0,5-2 0,4-4 0,2-1-1,1-3 1,0-1 0,-3-1 0,-4-1 0,-5-1 0,-7 1 0,-9 0-31,7-2 0,-2-3 0,0 0 0,-2-2 0,-1-2 0,-3-3 0,-2-1 0,-2-3 0,-4-3 0,-3-3 0,-4-3 0,-4-4 39,2-10 1,2-9-1,-1-8 1,-1-5-1,-4-2 1,-7 1 0,-7 2-1,-10 7 1,-12 7-1,-14 12 1,-16 12-25,-8 21 0,-10 7 0,-11 6 0,-9 6 0,-8 5 0,-7 6 0,-7 3 0,-5 4 0,-6 2 0,-3 3 0,-4 2 0,-2 1 0,-1 0 0,-1 1 0,0-2 0,2 0 0,1-3 0,3-2 0,4-3 0,4-4 0,6-4 0,-6-3 0,0-4 0,1-3 0,0-2 0,1-2 0,0-1 0,1-1 0,0 0 0,0 1 0,0 0 0,0 2 0,-1 2 0,1 3 0,-1 2 0,-1 4 0,0 5 0,-1 4 0,10 19 0,-1 0 0,1 0 0,0-1 0,-1 1 0,1 0 0,-1 0 0,1 0 0,-1 0 0,1 0 0,-1 0 0,1-1 0,-1 1 0,1 0 0,-1 0 0,1 0 0,-1 0 0,1 0 0,-1-1 0,1 1 0,-1 0 0,1 0 0,-1 0 0</inkml:trace>
  <inkml:trace contextRef="#ctx0" brushRef="#br0" timeOffset="9402">16589 6813 6633,'13'16'90,"-10"-9"-180,35-15 180,-19-7 0,23 7 270,12-4-360,19 10 90,-5 4 0,5 2-45,-6 6 0,3 3-15,-12-4 0,4 2 0,-1-1-138,0 0 0,1 0 1,0-1 137,10-1 0,1-1 0,-1-2 0,-3-1 0,0-2 0,1 0 0,4 1 0,1-1 0,-1 0-30,-6-1 0,-2-1 0,1-1-30,0-3 0,1-1 0,1 1 60,2 1 0,2 1 0,-4-3-30,-9-1 0,-2-2 0,0 2 0,3 2 0,0 2 0,-1 0-45,15-2 0,-4 1-45,-12 4 0,0-2-180,16-5 0,-3 0-135,-30 4 1,-1 0 262,10-4 1,-3 0 0,6 6 0,-25 0-1</inkml:trace>
  <inkml:trace contextRef="#ctx0" brushRef="#br0" timeOffset="22135">14609 8506 7533,'-47'7'-570,"1"1"0,-8 7 1,3 3 569,-10 14 719,-12-2-89,28-4-90,84-24-361,18 6 1,16 3-135,-6-6 0,9-2 0,6 1 0,3 0-466,-16-1 0,3 1 1,2 0-1,3 0 1,1 0-1,1-1 432,-9-1 0,2 0 0,1 0 1,2 0-1,0-1 0,1-1 1,0 0-1,0-1-254,-5-1 1,1 0-1,0-1 1,0-1 0,1 0-1,0 0 1,0-1 0,-1 0-1,1 0 283,0 0 0,1 0 0,0-1 0,-1 0 0,1 0 0,0 0 0,-1-1 0,0 1 0,-1-1-175,7 0 0,1-1 0,-1 0 0,0-1 0,-1 1 1,-1 1-1,-3 0 0,-1 0 2,6 1 1,-1 0 0,-3 1-1,-1 1 1,-3 0 0,-2 1 0,17 0-1,-2 1 1,-5 1 0,-9 4-1,5 7 1,0 0 0</inkml:trace>
  <inkml:trace contextRef="#ctx0" brushRef="#br0" timeOffset="26763">25256 5179 7350,'-69'-10'-90,"-1"0"0,1 1 0,-1-1 0,0 1 0,1-1 0,-9 9 0,-2 4 0,0 3 0,-2 0 0,0 1 0,-1-2-488,6-3 0,-2-1 0,-1-1 1,-1 1-1,1 2 0,2 2 1,1 3 615,6 3 1,0 3-1,1 2 1,1 2-1,2 0 1,2 2-1,3-1 52,-8 4 0,0 0 0,5 1 0,7 3 0,12 4 503,-10 28 0,32 5-503,46 6 0,36-6-72,-7-39 0,15-8 0,10-6 0,3-1 0,0 0-243,-4 1 0,3-1 0,2 0 0,2-3 0,1-1 1,0-2 224,-5-3 0,2-2 0,1-1 0,0-2 0,0-1 0,-1-1 0,-3-1 30,5-2 0,-1 0 0,-1-2 0,-2-2 0,-1-2 0,-3-2-23,8-3 0,0-1 1,-3-3-1,-7-4 1,-14-5 261,0-12 1,-13-5 0,-27 0-330,-35 2 0,-27 1 0,-12 7-45,4 16 0,-10 4 0,-7 5 0,-6 2 0,-3 4 1,-1 1-55,10 3 0,-4 2 0,-3 3 0,-2 1 0,-2 2 0,-1 2 0,-1 0 0,0 2 0,1 0 36,10 1 0,-2 0 1,0 1-1,0 1 0,-1 1 1,0 1-1,-1 1 1,0 1-1,0 2 0,0 0 1,0 1 101,0 2 0,-1 2 0,-1 1 1,-2 1-1,1 2 0,0 0 1,1 1-1,0 0 0,2 0 1,3 0-1,1-1 0,4 0 1,-11 3-1,4 0 0,2 0 1,2 0-1,1 1 0,2-1 1,1 2-1,0 0 0,2 5 1,-1-1-1,0 1 0,1 0 1,-1-1-1,0 1 0,1-1 1</inkml:trace>
  <inkml:trace contextRef="#ctx0" brushRef="#br0" timeOffset="47720">23534 7890 7533,'7'-13'-450,"66"10"450,-12-10 0,-11 13 0,14 4 0,6 1 0,1-1 72,-6-3 0,1 0 0,3-1 0,3 0 0,3 1-696,-3 0 1,3 0 0,2 0 0,3 0 0,1 0-1,1 0 1,0-1 645,-2 0 1,2 1-1,2-1 1,0-1-1,0 1 1,-2 0 0,-3-1-1,-3 1 8,0-1 0,-4-1 0,-3 0 0,0 1 0,4 0 0,4 1-10,-5 1 0,2 0 0,4 1 0,2 0 0,1 0 0,1 1 0,-1 0 0,-2-1 0,-1 1 31,2 0 1,-2 1-1,-2-1 1,0 0 0,2 1-1,2 0 1,4 1 0,5 0-52,-20-1 0,3 0 0,3 0 0,2 1 0,2 0 0,2 0 0,1 0 0,1 1 0,0-1 0,1 1 0,-1-1 0,-1 1 0,0 0 0,-2-1 0,-2 0-129,-1 1 1,1-1-1,0 0 1,-1 1-1,1-1 1,-1 1-1,-1-1 1,0 1-1,0-1 1,-2 0-1,0 1 1,-2-1-1,0 1 1,-2 0 51,14 0 0,-1 1 0,0 0 0,-2 0 0,-1-1 0,-2 1 0,-1 0 0,-3 0 1,-2-1-1,-3 0 0,21 3 0,0-1 0,-4 0 0,-7-1 0,-11 1 0,-15-2 1,20 9-1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1:51:11.0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1808 11418 7533,'-16'-62'-450,"67"40"540,-14 2 0,6 3 0,10 13 0,10 8 0,3 2-549,-3 0 0,4 3 0,2 0 1,0-1 503,1 1 0,1-1 0,1 0 0,2 1-10,-6 0 1,3 0 0,1 1 0,0-1 0,-1-1-146,-3-2 1,1 1 0,-1-2 0,0 0 0,0-1 109,-1-2 0,-1 0 0,1-1 0,0 0 0,1-1 18,3 1 0,1-1 0,0-1 0,-1 1 0,0 0-18,11 0 0,-2 0 0,0 0 0,-3 0-23,-9 0 1,-2 0-1,-1 0 1,-3 0 128,8 1 0,-4-1 1,-4-1-422,4-5 0,-5-1 315,-2 4 0,-6-3 0,11-15 0,3 7 0</inkml:trace>
  <inkml:trace contextRef="#ctx0" brushRef="#br0" timeOffset="798">4420 10687 7533,'-43'-50'-428,"1"0"1,-1 0 0,-15 6 0,-5 3 427,18 4 0,-2-5 0,-5 1 0,-5 11 0,-4 14 0,-7 7 0,-3 6 0,2 3 0,7 1-471,-5 2 1,7 3-1,-11 7 527,13 1 0,-8 3 0,-6 3 1,-3 2-1,-2 2 0,2 2 1,4-1-1,7 0-281,-11 6 1,6 2 0,4 1 0,-1 2 0,-4 2 275,10-4 0,-4 2 1,-1 2-1,0 1 1,3 0-1,3 0 1,7-1 60,-13 11 1,5-1-1,9 2 1,17 2-47,18 12 0,16 3 0,12-2-36,12 4 0,13-1 0,11-2-30,-6-22 0,7-2 0,4-1 0,3-2 0,-1 0-192,2 1 0,1 0 1,2-2-1,0-2 1,-2-3 191,5 0 0,-2-3 0,2-4 0,5-5-122,7-7 0,7-3 0,2-6 1,-2-5-1,-6-8 189,-4-9 1,-5-9-1,-2-4 1,5-2-9,-8 6 1,3-2 0,2-1 0,-1-2 0,-2-4 0,-5-3-6,5-10 0,-3-6 0,-4-3 0,-4-3 0,-4 0-18,-8 3 0,-3-2 0,-4-1 0,-5 0 0,-5 0 187,-3-4 0,-5 0 0,-7 1 0,-11 2-268,-11 1 0,-9 0 0,-9 4 0,-8 9 0,-15 9 0,-13 9 0,-4 6 0,5 1-14,0-8 1,3 4-1,-16 20-101,29 16 1,-10 9 0,-6 9 0,-5 6 0,-5 6 0,-3 4 0,-1 4 0,-1 1 0,2 2 0,3 0 0,3-2 0,6-3 0,7-3 94,-6 6 1,8 0 0,4 1 0,2-1-1,1 1 1,-2 2 0,-3 1 0,-7 1-1,10-10 1,-4 1 0,-5 2 0,-2 1-1,-2 2 1,-1-1 0,0 1 0,0 0-1,1 0 1,3-1 0,3 0 0,4-3 0,5 0-1,5-3 1,-1 17 0,1-1 0,-1 0-1,0 0 1,0 0 0,1 1 0</inkml:trace>
  <inkml:trace contextRef="#ctx0" brushRef="#br0" timeOffset="3891">7520 11447 6633,'79'-8'54,"0"1"0,0-1 0,1 0 0,-1 0 0,0 1 0,0-1 0,3 4 0,-11 2 0,4 0 0,16-1-67,-31 0 0,8-1 0,7 0 0,6-1 0,5 0 1,2-1-1,1 1 0,1 0 0,-2-1 0,-3 2 0,-5 0 1,-5 0-1,-8 1 0,-8 2-392,27 0 1,-16 1 0,-2 2-1,11 0 1,-6-1 0,12 1 0,7-1-1,2 1 1,-4 1 0,-8 0-1,-15 1 1,-19 1 0,10 9 0</inkml:trace>
  <inkml:trace contextRef="#ctx0" brushRef="#br0" timeOffset="47334">15039 13168 7533,'-48'-41'-162,"0"-1"0,1 1 0,-7 7 0,-2 3 0,-7-1 180,8 2 0,-6-2 0,-3 1 0,-2 3 0,0 7-1150,-4 7 0,-2 7 0,-1 3 0,1 4 0,2 1 1087,-7 0 0,4 3 0,-2 6 0,-3 10 33,19 3 1,-5 6 0,-1 6 0,-2 3 0,1 3-1,2 1 1,5 1 0,5-2 56,-6 10 0,6 2 0,5 1 0,1 3 1,-2 5-21,2-3 1,-3 5 0,-1 3-1,2 2 1,4 1 0,7-2 0,9-1-26,7 5 0,8 1 0,8-2 0,6 0 0,6-1 17,5-1 1,7 0 0,6-1 0,6-4 0,6-6-18,8-6 0,7-4 0,6-4 0,4-6 0,2-6-15,-1-9 0,3-4 0,4-4 0,2-5 0,1-5 1,0-2 26,1-5 1,1-5 0,2-4 0,1-3 0,0-3 0,-1-1-1,-2-3-139,1-1 0,-1-4 1,-1-1-1,0-3 0,-1-2 1,-1 0-1,-1-1 139,-3 0 1,0-1 0,0-1 0,-2-1 0,-1-1 0,-3-2 0,-2-1 92,3-4 0,-2-2 0,-1-1 0,-4-2 0,-5 0 0,-5-2-115,6-16 0,-7-1 1,-8-2-1,-9-3 10,-10-1 0,-8-3 0,-9 0 0,-10 3-45,-10 3 0,-11 1 0,-7 4 0,-6 5 200,-2 4 1,-4 3 0,-9 7 0,-15 9-282,17 18 0,-9 5 0,-7 4 0,-6 2 0,-3 4 0,-3 3 1,-1 2-1,2 2 0,2 3 0,5 0 86,-1 5 0,3 3 1,0 3-1,1 3 1,1 2-1,-2 1 1,-1 1-1,-3-1 1,-2 0 39,10-5 0,-3 1 0,-2 0 0,-3 0 0,-1 0 0,0 1 0,-1 1 0,2 0 0,0 1 0,3 0 0,2 1 0,4 2 0,4 0 0,-15 9 0,4 2 0,3 2 0,2 1 0,4 0 0,1 0 0,3-1 0,1 0 0,3 0 0,0 0 0,-1 1 0,1-1 0,0 1 0,0-1 0</inkml:trace>
  <inkml:trace contextRef="#ctx0" brushRef="#br0" timeOffset="52417">13260 15234 7533,'43'0'179,"0"1"1,-1-1 0,2-1-315,22-6 1,5 0 89,2 1 0,4 4 134,-6 4 1,6 3 0,1 0-349,-15 1 1,1-1 0,1 2 0,2-1 280,6 2 1,3 0 0,0-1-1,2 0-4,-13-2 0,3 0 0,-1-1 0,0 0 0,-3-1-18,6-1 0,-3 0 0,-1-1 0,-1 0-300,14 2 0,-2-1 1,-10 0 299,-11-2 0,-10 1 0,9 12 0,-43-5 0</inkml:trace>
  <inkml:trace contextRef="#ctx0" brushRef="#br0" timeOffset="56845">17450 14187 7533,'-75'-3'-9,"0"0"1,-1 1 0,1-1 0,0 0 0,0 0 0,0 1-1,6 25 1,8 11 0,2 5 0,-1 0 0,-7-4-18,1-11 0,-10-5 1,-3-1-1,1 1 0,5 3 1,11 6-1,15 10-99,9 17 0,12 12 0,11 5 0,11-3 1,10-9 124,25 9 0,20-9 0,10-5 67,-3-10 0,7-2 1,7-7-1,8-11 10,-13-14 0,8-5 0,6-5 0,1-6 1,-1-6-1,-5-5 0,-9-6-59,10-16 0,-2-10 0,-8-8 0,-14-5 0,-19 1-108,-23-6 0,-20-4 0,-11-1 0,-3 2-129,0-6 0,-4-2 0,-13 6 0,-23 14 165,16 34 0,-13 5 0,-9 4 0,-10 4 0,-6 3 0,-6 3 0,-3 3 0,-3 2 0,1 2 0,0 1 1,4 2-1,5 1 0,6 1 0,9 0 0,9 0-576,-24 8 0,16 6 1,5 3-1,-2 1 1,-13-2 629,15-11 0,-9-1 0,-6-2 0,-6 0 0,-1 0 0,0 1 0,4 1 0,5 2 0,8 3 0,11 3 0,13 4 0,-10 31 0,21 7 0,8 1 0,9-12 0,0 1 0,-1-1 0</inkml:trace>
  <inkml:trace contextRef="#ctx0" brushRef="#br0" timeOffset="70400">18081 11447 7533,'-16'32'-810,"4"-13"990,50-27 0,23 0-135,8-1 0,15-1 0,-26 5 0,5 0 0,3 0 0,2-2-441,-4-2 0,2-1 1,2 0-1,2-1 1,0 1 431,6 1 0,3-1 0,0 1 0,1 0 0,-2 0-18,-2 0 0,-1-1 0,0 0 0,-1 2 0,-1 2 0,-6 3 0,-1 2 0,0 1 0,-1 1 0,0 0 49,14 2 0,1 1 1,-2 1-1,-3 1-67,5 3 0,-4 2 0,7-1 30,-18-3 0,6 0 0,3 0 0,2 0 0,-3 0 0,-4-2-8,10 0 1,-5 0 0,1-2-1,6 2-7,-7-1 0,5 1 0,3-1 0,1 1 0,-3 0 0,-3-1 21,-1-1 0,-3 0 0,-2 0 0,0-1 0,-2 1-14,13 0 1,-2 0-1,-1 1 1,-1 0 22,-4 2 0,-1 1 0,0 1 0,4-1-45,-1-1 0,3 0 0,3 0 0,-1 0 0,-1 0-18,-3-1 0,-3 1 0,1-1 0,2-1 0,3 0-166,-9-2 0,2 0 0,3 0 0,0-1 0,1-1 0,-1 0 0,-2-1 184,7-1 0,-2-1 0,0 0 0,-1-2 0,1 1 0,0-1 12,-9 0 1,0 0 0,0 0 0,0-1 0,0 0 0,-1 1 0,0 0 2,9 1 0,0-1 0,0 1 0,-1 1 0,-1-1 0,0 0-167,-5 1 1,-1-1 0,-1 0 0,1 1-1,-1 0 1,-1 1 169,12 1 0,0 1 0,-1 0 0,0 1 0,-1-1-18,-5 0 0,-1 0 0,-1 0 0,1 0 0,0 0 0,3 1 0,0 0 0,0 1 0,-1-1 0,0 0-118,-3 0 0,0-1 1,0 0-1,-2 0 0,-3 1-62,3 0 0,-2 0 0,-2 1 1,-1 0-241,14 4 0,-2 1 0,-10 0 420,-18-3 0,-4 3 0,4 6 0,-3 1 0,-1 0 0</inkml:trace>
  <inkml:trace contextRef="#ctx0" brushRef="#br0" timeOffset="76628">20062 10701 7533,'-13'-65'215,"0"0"1,0 0 0,1 0 0,-3-10 0,-9-1-126,1 23 0,-8-6 0,-4-4 0,-4-2 0,-2 0 0,0 3-373,-2 0 0,-2 1 1,-1 0-1,-3 0 0,-4-1 1,-4-2 291,8 12 0,-3-1 0,-4-2 0,-2 0 0,-2-1 0,0 0 0,-1 1 0,2 0 0,1 1 0,3 1-167,-4-5 1,3 0-1,2 1 1,0 1-1,0 0 1,-3 1-1,-3 1 1,-5 0 107,6 9 1,-2-1 0,-2 1 0,-2 0 0,-2 0 0,-1 2 0,-2 0 0,-2 2 0,-2 1 0,0 1 0,-3 3-22,7 5 0,-3 1 1,-2 2-1,-3 1 0,0 2 1,-2 0-1,-1 1 0,0 0 1,0 2-1,1-1 0,0 1 1,3 1-1,1-1 1,2 0-69,-5-2 0,3 1 0,1 0 0,2 0 0,0 2 0,0-1 0,0 1 0,0 0 0,-2 1 0,-2-1 0,-2 1 151,7 2 1,-3-1 0,-2 0 0,-1 0 0,-1 0 0,-1 0 0,0 1-1,1 0 1,0 2 0,1 0 0,1 2 0,2 1 0,3 1 0,2 3-13,-14-1 0,2 3 0,2 3 0,2 1 0,1 1 0,3 1 0,1 1 0,1 0 0,3 0 20,-10-1 1,6 0 0,4 2-1,-3 1 1,-5 2 0,-9 3 3,23 0 0,-5 1 0,-4 2 0,-5 1 0,-3 1 0,-2 1 0,-1 1 0,-2 1 0,1 0 0,1 0 0,2 1 0,3-1 0,2 0 0,6 1 0,4-2 4,-14 5 1,6-2 0,6 0 0,2 1-1,0 1 1,-2 3 0,-3 1 0,-7 5-11,14-5 0,-3 1 0,-4 2 0,-3 2 0,-2 0 0,-2 3 0,0 0 0,0 1 0,0 2 0,2 0 0,1 2 0,3 0 0,3 1 0,4 1 0,5 0 80,-9 11 1,5 3 0,4 2 0,3 2 0,2 0 0,1 1 0,2 0 0,0-1 0,0-2 0,-1-1-99,-7 3 0,1-2 0,0-2 0,1 0 0,1 1 0,2 0 0,0 2 0,2 3-70,6-2 0,-1 3 0,0 3 0,1 1 0,2-1 0,3 0 0,3-3 0,3-4 0,6-4 70,-5 15 0,8-6 0,3-4 0,1-2 0,-4 4 0,1-3 0,6-2 0,9 15 0,-1 0 0</inkml:trace>
  <inkml:trace contextRef="#ctx0" brushRef="#br0" timeOffset="77094">8983 9453 7533,'-26'72'51,"0"0"0,0-1 1,0 1-1,0 0 1,-10-10-1,1-7 0,29-7 93,40-10 0,28-1 0,16-7 0,5-9 0,-8-14-342,-9-18 0,-2-16 0,2-9 0,2-2 1,6 3-136,-10 10 0,5 0 0,4 0 0,2-1 0,-1 0 0,-2 0 0,-4 0 0,-5-1 0,7-6 0,-5-3 0,-3 1 0,-4 3 0,-4 4 0,0 6 0,0-1 0,1 0 0</inkml:trace>
  <inkml:trace contextRef="#ctx0" brushRef="#br0" timeOffset="113516">3272 6556 7533,'-50'-4'329,"1"1"1,-5 41 0,6 18-105,6 4 0,7 12-545,13-7 0,3 10 0,3 3 0,6-6 260,8 0 0,6-4 0,4-1-150,0 7 0,4-2 1,13-26-231,22-39 0,8-24 140,-7-12 0,1-15 0,-3-7 255,-6-2 0,-3-7 0,-2-4 0,0 0-48,-1 1 0,-2 0 1,0-3-1,1-8 170,-6 7 0,1-8 0,1-6 0,-1 0 1,0 1-1,-3 5 0,-2 10-154,-1 1 1,-3 8 0,-1 1 0,3-4 148,5-19 0,5-15 0,-1 4 0,-8 21 0,-13 42 1401,-23 64 1,-11 33-1632,8-18 1,-2 5 0,-1 6 0,0 2 121,-3 6 0,0 5 0,-2 3 0,1 0 0,1-2 90,1-5 0,0 1 0,0-2 0,3-2 0,2-5-144,-4 20 0,3-6 0,12-18 258,22-8-198,14-83 0,11-38 0,0-1 150,-8 11 0,-1 0 0,1 0 249,7-17 0,0 0 0,-8 40-9,-3 78-180,-21 5 0,-7 10-1050,-8 8 1,-6 7 0,8-6 869,16-4 0,0-8 0,-17 7 0,31-50 0</inkml:trace>
  <inkml:trace contextRef="#ctx0" brushRef="#br0" timeOffset="113898">4276 6599 7533,'29'-15'-900,"-13"1"1350,10 0 539,-36-7-1079,-6 24 45,-28 24 0,-8 13 90,10 3 0,1 9 105,-4 11 0,-2 9 0,15-6-150,18-6 0,19-10 0,55 0 45,-6-71 0,4-25 202,-18 3 1,1-9-1,-2-4 1,-6 4-24,2-18 1,-6 2-315,2-11 0,-11 33-1169,-33 118 989,11-17 0,1 6-210,-5-4 1,0 4-1,5-5-199,10 3 1,7-11 0,16-13 0,26-38-1</inkml:trace>
  <inkml:trace contextRef="#ctx0" brushRef="#br0" timeOffset="114002">4621 6828 7533,'36'-53'404,"1"1"1,-5 1-944,-22 87 89,-27 15 0,-8 8 450,8 2 0,2-1 0,0-7 0,2-5 0,0 13 0</inkml:trace>
  <inkml:trace contextRef="#ctx0" brushRef="#br0" timeOffset="114132">4822 6426 7533,'20'-45'269,"1"-1"1,24-18-1439,12 9 1169,-12 35 0,-16 27 0,-17 1 0</inkml:trace>
  <inkml:trace contextRef="#ctx0" brushRef="#br0" timeOffset="114480">5080 6398 7533,'0'43'90,"0"0"0,-5 6 0,-3 0-135,-5 3 0,-2-2 179,0-4 1,-2-3 135,-25 21 0,77-120-270,-13 4 0,7-5 120,17 3 0,10 0 0,-5 10-120,-13 9 0,-2 21 0,2 43 0,0 27 0,-12 1 0,-20 0 0,-9 5 0,7 4 0,0-1 0,1 0 0</inkml:trace>
  <inkml:trace contextRef="#ctx0" brushRef="#br0" timeOffset="114919">6745 6268 7533,'-20'79'854,"1"-1"1,-35-56-1799,96-13 1,12-12-1,-41-28 1,-21-17 0,0 0-1</inkml:trace>
  <inkml:trace contextRef="#ctx0" brushRef="#br0" timeOffset="115214">7319 5824 7533,'6'52'12,"0"1"1,-13 1 0,-7 11 0,-4 8 0,-4 3 0,1-1 0,1-7-13,1-3 0,0-3 0,0-1 0,-1 1 0,-2 4 0,-1 11 0,-5 14 0,0 2 0,1-11 0,5-24 0,7-35 0,2-60 0</inkml:trace>
  <inkml:trace contextRef="#ctx0" brushRef="#br0" timeOffset="115329">7032 6369 2057,'72'-22'0,"0"0"0,0 0 0,-5-17 0,-8 18 0,-1 1 0,0 0 0,0-1 0</inkml:trace>
  <inkml:trace contextRef="#ctx0" brushRef="#br0" timeOffset="116767">8868 5350 7982,'-9'79'-234,"-1"1"0,1-1 0,-1 1 1,1-1-1,18-1-2956,58-65 0,10-32 3220,-47-19 0,-9-15 0,4-5 794,14-8 1,7-13-1,-6 15 1,-21 38-690,-33 56 0,-14 31-180,7-4 0,-5 18 0,-2 9 0,0 1 0,2-8 0,5-15-45,-3 1 0,4-4 376,-3 19 1,3 8-1,28-25-976,34-41 1,20-18 0,-4-13 689,4-36 0,1-5 809,-3 39 1,6 9-1,-14-4 3123,-7-23-4022,-23 46 45,25-65 0,-17-10-45,-46 47-476,21-58 1,-7 5 0,-68 84 0,24 16-1,-1 0 1</inkml:trace>
  <inkml:trace contextRef="#ctx0" brushRef="#br0" timeOffset="117482">8897 5479 7533,'27'-32'1439,"0"-1"0,-17 38-2320,-16 30 1,-17 32 0,-8 16 0,-2 1 0,8-15 940,7-13 0,3-6 0,-3 11-22,-3 3 1,-6 13-1,-3 9 1,0 2 0,3-5-1,7-10 1,9-16 890,6 5 0,20-22-1949,30-35 1,20-20 0,-6-7 1019,-10-12 0,-3-12 0,3 0 0,7-9 0,-2-1 0,-12 6 0,-15 2 0,0 0 0</inkml:trace>
  <inkml:trace contextRef="#ctx0" brushRef="#br0" timeOffset="117938">9385 5508 7533,'0'-44'494,"0"0"1,-19 70 0,-12 43 0,-7 21-1,2-1 1,7-20-2572,3-11 1,1 2 2114,1-5 1,-8 16 0,-3 10-1,0 0 1,8-6 0,11-13-1,16-21 773,61-8-631,-30-28 369,12-29 1,16-22-1,2 1 1,-13 21-190,9 38-1170,-2 0 0,11 3 1,-8 5 809,-11 10 0,-5 6 0,5 20 0,2-18 0,5-75 0,0 1 0</inkml:trace>
  <inkml:trace contextRef="#ctx0" brushRef="#br0" timeOffset="118415">9988 6053 8792,'-30'53'112,"-1"1"1,1-1-1,0 1 1,-5-10 516,66-9 1,17-18-450,3-68 0,-9-26-180,-18 21 0,-13 8 0,-21 15 0,-42 75 0,0 1 0,0-1 0</inkml:trace>
  <inkml:trace contextRef="#ctx0" brushRef="#br0" timeOffset="118851">10332 6168 7533,'59'33'839,"0"1"1,5-75-1,0-9-839,-7 44 0,-3 4-675,-2-26 1,-18 13-315,-46 75 989,27 4 0,8-5 0,-1-20 0,33-14 0</inkml:trace>
  <inkml:trace contextRef="#ctx0" brushRef="#br0" timeOffset="119195">11165 6010 7533,'-36'53'449,"1"-1"1,0 1 0,61-48-420,-49 42 0,-25 24 0,23-33-90,51-69 0,22-29 0,-7 27 1679,-9 64-1529,9-51-481,-45 43 1,-21 27 0,-13 19 0,-10 13-1,-4 6 1,0-3 0,6-10 0,12-16 90,-2 2 0,5-10 0,-5 6 48,-7 10 0,-12 17 0,0-4 0,11-19 0,21-39 0,33-75 0,17-21 0,0 0 0</inkml:trace>
  <inkml:trace contextRef="#ctx0" brushRef="#br0" timeOffset="119810">11710 5350 7533,'-19'67'179,"1"-1"1,-1 0 0,0 1 0,1-1 0,-1 1 0,39-12 0,5 0 157,-20 9 0,-7 14 1,-1 1-1,6-9-997,5-1 1,4-5-1,10-31-15,30-58 1,10-39 1213,-22 12 1,3-18 0,0-1 0,-5 14 0,-7 31 449,4 47-1109,23-61 0,16-29 0,-24 41-38,-46 62 1,-20 31 0,-4 11 0,13-9-1073,22 8 1,9-3 0,4-32 1229,14-53 0,-1-21 0,4-15 0,-16 6 0,-29 0 0</inkml:trace>
  <inkml:trace contextRef="#ctx0" brushRef="#br0" timeOffset="119984">11882 5924 7533,'67'-15'292,"0"-1"0,0 0 1,-13 0-1,4-4 0,1 0 1,-1 0-1,0 0 0</inkml:trace>
  <inkml:trace contextRef="#ctx0" brushRef="#br0" timeOffset="121261">11767 5321 7982,'-13'29'2789,"-2"25"-2722,-8 3 1,-8 18-1,-3 7 1,4-6-23,6-11 0,2-2 0,1 1 0,-2 3-277,0-2 0,-1 5 1,-1-1-1,2-2 1,3-7 201,-1 7 0,2-7 0,8-14-265,11-11 385,0-78-49,0 28 273,10-52 1,6-8-225,3 35-90,4-9 0,5-13 0,1 11-90,22 0 706,-17 91 0,2 17-616,31-12 0,-50 41 0,1-14 0,36-85 0</inkml:trace>
  <inkml:trace contextRef="#ctx0" brushRef="#br0" timeOffset="122000">8524 6010 7533,'-46'4'1619,"0"0"0,-9 2-1035,93-8 1,30-2-1035,-8 0 0,8-1 1,-2-1-901,-5 1 1,-2 0 0,0-1 1349,28 0 0,-15-2 0,-34-4 0,-22 4 0</inkml:trace>
  <inkml:trace contextRef="#ctx0" brushRef="#br0" timeOffset="161351">5396 7890 7650,'71'-9'-83,"1"0"1,1-4 0,7-2 0,3-2 114,-21 6 0,2-1 0,2-1 0,2 0 1,1 0-655,-2 0 0,2-1 0,2-1 0,0 1 0,1 0 0,-1 1 651,-2 1 0,-1 1 0,1 1 0,0-1 0,2 1 0,0-1-56,-2 0 1,2 0 0,0 0 0,1 0-1,1-1 1,0 1 0,-1-1 25,2 1 1,0-1-1,0 0 1,0-1 0,1 1-1,1-1 1,0 1-176,-5 0 1,1 0 0,1-1 0,0 1-1,1-1 1,-1 0 0,1 0 0,0 0 195,0 0 1,2-1 0,-1 0-1,0-1 1,1 1 0,-1-1-1,1 0 1,-1 1 1,1-1 1,0-1-1,0 1 1,0-1-1,1 1 1,-1-1-1,0 1 1,0 0 10,1 0 1,1 0 0,0 0 0,0 1-1,0-1 1,-2 1 0,0-1 0,-1 1-34,2-1 0,-1 0 0,0 1 0,-2-1 0,0 1 0,-1 0 0,0 1-346,6-1 1,0 2-1,0-1 1,-3 2-1,-2 0 1,-5 0 345,7-1 0,-4 1 0,-4 1 0,-4 0 0,2 0 0,-5 1 0,-9 1 0,15-7 0</inkml:trace>
  <inkml:trace contextRef="#ctx0" brushRef="#br0" timeOffset="163314">13374 5867 5914,'0'-24'-90,"-12"5"629,9 25 1,-10 2 989,0 7-809,10-7-181,-23 4-179,36-10 90,19-2-540,31-8 0,-6 1 0,15-3 0,5-1 0,-6-1-330,1-3 0,-3-1 1,6 1 79,-8 5 1,7 1 0,1 1 0,-4-1 0,-8-1 0,20-11-1,-10 2 1,-18 12 0,1-1 0</inkml:trace>
  <inkml:trace contextRef="#ctx0" brushRef="#br0" timeOffset="163619">14121 5451 9242,'54'6'389,"0"0"1,1 5 0,-1 13-278,-15 15 1,1 13-1,-4 5 1,-8-5-653,-2 13 0,-14 4 540,-9-9 0,-6 9 0,-5-2 0,-6-13 0,-16-7 0,-7-10 0,-3 0 0,0 0 0</inkml:trace>
  <inkml:trace contextRef="#ctx0" brushRef="#br0" timeOffset="170047">15470 5064 9512,'55'-9'-330,"1"0"0,15-7 0,2-6 330,-3-11 0,-3-1 0,-7 7 0,-5 1 0,12-14 0</inkml:trace>
  <inkml:trace contextRef="#ctx0" brushRef="#br0" timeOffset="170282">15900 4920 7533,'-19'64'389,"0"0"1,2-4 0,-1 5-413,2-9 1,-2 5-1,0 3 1,0-2-404,-7 13 0,0-1 0,4 0 156,7 0 0,2-1 0,3-7 335,-1-4 0,8-14 0,21-14 0,22-77 0</inkml:trace>
  <inkml:trace contextRef="#ctx0" brushRef="#br0" timeOffset="170833">15986 5537 7533,'32'-35'479,"0"-1"1,-31 99 0,-15 28-525,6-51 0,0 1 360,-5 46 0,14-27-698,26-87 1,18-45 0,5-14-1,-7 16-696,2 4 0,0 3 1079,-8 6 0,5-8 0,-1 11 0,-8 33 1799,-10 76 0,5 15-1395,44-56 1,9-8-360,-17 35 0,-17-16-2204,-27-78 2429,-40 34 0,-33 39 0,-17 26 0,37-7-270,72-23 0,36-7 0,-17 11 0,-41 27 0,1-3 0,52-47 0,-1-1 0,0 1 0</inkml:trace>
  <inkml:trace contextRef="#ctx0" brushRef="#br0" timeOffset="171190">17048 5436 6183,'54'19'1304,"7"-20"1,3-12-1350,-15-7 0,-9-9-90,-14-24 0,-20 13 270,-39 64 0,-17 14 0,-6-33 0,13 7-360,47 37 0,26 25 0,12 2 0,-3-24 225,-4-32 0,6-8 0,13 10 0,13 6 0,-2-7 0,-15-17 0,8-60 0</inkml:trace>
  <inkml:trace contextRef="#ctx0" brushRef="#br0" timeOffset="171823">18799 5193 7533,'-46'51'494,"0"0"1,1 0 0,14-4 0,14 1-450,16 17 0,18-14 224,34-38-29,13-55 0,9-29 0,-41 17-3388,-105 27 2878,92-24 0,0 8-409,-76 59 1,-1 20 0,55-18-1,-10 9 1</inkml:trace>
  <inkml:trace contextRef="#ctx0" brushRef="#br0" timeOffset="172142">19459 4791 7533,'-16'40'1754,"0"1"0,0 34-1687,-6-26 1,-9 10-1,-4 6 1,2 4-1707,7 1 1,-1 9-1,1 4 1,0-1 0,2-7-1,0-11 1606,-3-5 0,1-10 0,-1 7 1,2 11-1,-3 17 0,1-2 1,5-20-1,9-38 0,13-82 1</inkml:trace>
  <inkml:trace contextRef="#ctx0" brushRef="#br0" timeOffset="172293">18942 5565 7533,'55'-39'206,"0"0"1,0 0 0,0 0 0,-11-8 0,-7-1 0,7 12 0,13 27 0,1-1 0,-1 0 0</inkml:trace>
  <inkml:trace contextRef="#ctx0" brushRef="#br0" timeOffset="173179">20894 4690 7533,'32'-32'539,"0"0"1,-53 80 0,-22 32-301,7-16 1,-4 5 0,-2 8-300,12-16 0,-4 7 0,0 3 0,1 0 0,2-3 1,5-8-181,-8 13 0,5-7 0,15-7-390,21 7 1,18-27 344,4-54 0,13-32 0,6-19 0,3-8 0,-2 3 1,-6 14 189,6-1 0,-4 6 0,4-9 287,-10 9 1,8-11 0,2-6 0,-1 0-1,-5 5 1,-8 11 0,-12 15 417,-7 0 1819,-32 67-3004,-8 16 1,-10 22 0,-6 11 0,0 1 0,6-10 394,-4 2 0,3-5 0,9 4-68,10 0 1,3 9 0,9-10-1,15-30 113,22-44 1,13-13-181,38 13 0,-5 5-405,-31 4 756,16 37 0,-58-41 0,20-16 0</inkml:trace>
  <inkml:trace contextRef="#ctx0" brushRef="#br0" timeOffset="174475">21468 5336 7533,'-6'1'180,"22"-13"-1,-55 31 361,39-27-540,0-7 180,0 7 180,0 2-270,0 6 0,0 6 180,0 2-270,13 7-90,-10-7 360,10-2-630,-13-6 540,0 0-180,13 0 0,-10 0 0,10-6 0,-13 4 0,0-4 0,0 6 359,0 0-179,0 12-180,0-8-180,-26 53 90,7-1 90,-10 0-495,52-99 1,18-22-810,6 28 0,2-3 1483,-12-22 1,-1-8 0,-1 33 629,3 58 1,-9 14-810,-19-11 90,0 42 0,5-16-495,7-83 1,4-12 404,22 29 0,-27-32 0,-17-2 0,-19 29 0</inkml:trace>
  <inkml:trace contextRef="#ctx0" brushRef="#br0" timeOffset="174844">22128 5236 7533,'13'70'270,"28"-105"-1,-18 55-1978,15-64 1709,-38 50 0,0 26 0,0-24 0</inkml:trace>
  <inkml:trace contextRef="#ctx0" brushRef="#br0" timeOffset="175477">22645 5293 6004,'-50'9'1124,"1"1"0,36-4-494,23 37-361,-23 8 1,-15 20 0,-7 10 0,-1-4 0,7-16-900,0-2 1,-2-5 97,-11 23 1,-7 7-1,9-42 1,8-63 0,63-36-1,0-1 1,0 0-1</inkml:trace>
  <inkml:trace contextRef="#ctx0" brushRef="#br0" timeOffset="175901">22932 4949 7533,'45'61'104,"1"0"1,0 0 0,-48 12 0,-21 11 0,4-7 0,28-28-533,41-43 1,26-27 0,-1-1 0,-27 21 247,-39 78 180,38-56 0,21-10 0,-11-11 0,1-29 0,5 40 0,1 0 0</inkml:trace>
  <inkml:trace contextRef="#ctx0" brushRef="#br0" timeOffset="176074">23161 5336 7533,'59'7'-155,"-1"-1"1,1 1 0,1 8 0,15-27 0,-1 0-1,1 1 1</inkml:trace>
  <inkml:trace contextRef="#ctx0" brushRef="#br0" timeOffset="176708">20177 5321 9691,'74'-15'19,"1"0"0,0 0 1,0 0-1,0 0 0,0 0 1,8-1-1,-3 1 0,-4-1 1,-2-1-1,-14-2 0,1 1 1,-1-1-1,1 0 0</inkml:trace>
  <inkml:trace contextRef="#ctx0" brushRef="#br0" timeOffset="191899">27237 2553 7533,'-56'37'209,"0"1"1,18-12 0,-3 5-246,-8 13 0,-12 12 0,-4 7 0,4 0 0,9-8-576,10-4 0,6-3 0,-3 4 612,-5 1 0,-7 7 0,-1 1 0,6-4 0,12-9 0,9-1 0,12-8 0,13 8 0</inkml:trace>
  <inkml:trace contextRef="#ctx0" brushRef="#br0" timeOffset="192184">26376 3184 7533,'-19'53'-90,"0"-1"0,3 18 0,-4 2 150,-5-20 0,-7 0 0,7 1-105,3 25 0,8-4 45,1-21 0,14-11-630,69-16 630,-3-43 0,-18-2 0,-2-5 0,10-19 0</inkml:trace>
  <inkml:trace contextRef="#ctx0" brushRef="#br0" timeOffset="192668">27266 2668 7533,'31'-21'-90,"-5"18"360,-26 30-180,-26 46-61,19-16 1,3 11 0,-4 6-405,-4-7 0,-5 4 1,-2 4-1,2 5 1,3 2 250,6-13 0,2 5 1,2 2-1,0 3 0,1 0 1,-1-2-1,0-2 1,-2-5 93,-2 3 0,-3-5 0,0-1 0,1-1 0,2 0 0,2 3 15,4 9 0,3 8 0,1 1 0,2-7 0,0-12 0,0-20 15,2-2 0,20 12 0,-26-58 0</inkml:trace>
  <inkml:trace contextRef="#ctx0" brushRef="#br0" timeOffset="192987">26979 4289 7533,'-8'46'179,"0"0"1,12 12 0,17-1-630,34-8 1,21-5-1,-6-8 450,-15-8 0,2-10 0,17-10 0,10-10 0,-19-15 0,-36-25 0,-1-1 0</inkml:trace>
  <inkml:trace contextRef="#ctx0" brushRef="#br0" timeOffset="193560">27466 2711 7533,'47'41'-165,"-1"1"0,0-1 0,0 1 0,13-7 0,1-6 0,3 5 111,-11 1 0,2 6 0,2 1 0,-1-4 0,-4-7 54,14-5 0,-3-8 0,-20-3 0,-26-3 0,-3-4 0</inkml:trace>
  <inkml:trace contextRef="#ctx0" brushRef="#br0" timeOffset="194241">28127 3084 6183,'12'64'2609,"4"-25"-2654,39 17 0,8-2 225,-12-9-90,-21 2 0,-2 12 0,-19-7-225,-32-12 0,-14-4 135,-14 23 0,-4-6 0,10-24 0,1-7 0,-23 12 0</inkml:trace>
  <inkml:trace contextRef="#ctx0" brushRef="#br0" timeOffset="195240">26146 4045 7533,'-52'56'80,"0"-1"1,0 1 0,0 0 0,1 0 0,-1 0 0,0-1 0,-2 4 0,-3 1 0,0 1 0,2-1 0,2-2 0,6-4 0,6-4 0,-4 15 0,9-7 0,-1-1 0,-6 2 0,-1-1 0,0 1 0</inkml:trace>
  <inkml:trace contextRef="#ctx0" brushRef="#br0" timeOffset="195525">25113 5006 8162,'-5'65'-57,"-1"0"1,1-1 0,21 8 0,26-32 0,8-19 0,-10-49 0,0 1 0</inkml:trace>
  <inkml:trace contextRef="#ctx0" brushRef="#br0" timeOffset="196069">26232 4131 8342,'-25'72'8,"-1"1"0,1-1 0,-1 0 0,1 1 1,2-2-1,0 4 0,0 3 0,0 1 0,1-1 1,0-4-1,2-5 0,-2-1 0,2-4 0,1-4 1,0 1-1,0 3 0,-2 11 0,0 0 1,0 0-1,-1 0 0,1 0 0</inkml:trace>
  <inkml:trace contextRef="#ctx0" brushRef="#br0" timeOffset="196299">25687 5436 7533,'29'64'0,"-1"0"0,33-45 0,-2 0 0,12 3 0,-6-15 0,-7-26 0,-5-13 0,8-19 0,-1 1 0</inkml:trace>
  <inkml:trace contextRef="#ctx0" brushRef="#br0" timeOffset="196950">27323 4963 6993,'-22'53'164,"-1"-1"1,-3 7 0,-6 13 0,-3 5 0,1-2 0,5-12-165,4-8 0,3-7 0,-1 6 0,-8 21 0,-5 12 0,4-8 0,10-34 0,12-35 0</inkml:trace>
  <inkml:trace contextRef="#ctx0" brushRef="#br0" timeOffset="197336">26950 5609 7533,'67'25'-45,"0"1"0,-26-9 0,25-16 0,0 0 0,0 0 0</inkml:trace>
  <inkml:trace contextRef="#ctx0" brushRef="#br0" timeOffset="198146">27495 4848 7533,'-54'5'359,"44"17"-269,1 17 0,41-3-270,9-9 540,-38-38 180,7 13 90,-10 43-915,10 2 0,8 21 0,6 11 0,1 3 0,-2-4 1,-5-15 14,-4-5 0,-2-9 0,3 8 242,4 9 1,6 19 0,2 4-1,-2-9 1,-5-21 0,-8-36 0,-9-30-1,10-1 1</inkml:trace>
  <inkml:trace contextRef="#ctx0" brushRef="#br0" timeOffset="198462">27524 5810 7892,'52'42'0,"-1"1"0,1-1 0,0 1 0,-9-93 0,-8-38 0,11 25 0,26 66 0,10 23 0,-15-28 0,-48-72 0,1-1 0,0 1 0,0-1 0</inkml:trace>
  <inkml:trace contextRef="#ctx0" brushRef="#br0" timeOffset="224366">18081 11648 7533,'55'-19'-1439,"-20"1"1618,6-10 91,-3 13-90,7 9-90,6 15 0,10 7-90,-7 1 0,5 3 0,0 1-213,0 1 0,0 1 1,5 2 234,-2-1 1,5 1-1,1 0 1,-4-2 7,2-1 0,-3-1 0,6-4-253,1-2 1,5-2 0,4-3 0,0-5 222,-10-4 0,3-4 0,0-3 0,0 0 0,0 1 18,-2 1 0,-2 0 0,1 0 0,2-1 0,2 0-3,0-1 0,5-2 0,1 0 0,-1 0 0,-2 1 0,-4 2-15,7 2 0,-5 1 0,-1 1 0,4 1 54,-5 1 0,3 2 0,0 0 0,1 1 0,-1-1-36,-3 1 0,0-1 0,-1 0 0,0 1 0,0-2-18,-4 1 0,-2-2 0,0 1 0,1-1 0,3 0 0,9 0 0,3-1 0,1-1 0,-1 1 0,-2-1-248,-8-1 0,-2 1 1,-1-1-1,1 0 0,2 1 266,7-1 0,1 1 0,2 0 0,0 0 0,2-1-33,-9 1 0,3 1 0,0-1 0,0 0 0,-1 0 0,-1-1 15,6-1 0,-2 0 0,0-1 0,1-1 0,3-1-26,-14 1 0,2-2 1,2 0-1,0 0 1,0-1-1,-3 0 1,-2 1 7,11-2 0,-4-1 0,-1 1 0,0-1 0,0 0 36,4 0 0,2 0 0,-1-1 0,-3 2 0,-3 0-18,-2 1 0,-5 1 0,0 1 0,2 0-18,-4 2 0,2 1 0,1 1 0,-1 0 0,-3-1-260,1-1 0,-3 0 1,0 0-1,5 1 116,1 3 0,6 1 0,1 0 0,-3 1 1,-6-1 161,10 0 0,-6-1 0,-2 2 0,-5 4 0,-1 2 0,-6-1 0,-5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1:56:08.8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3214 11246 522,'68'-4'120,"0"0"0,-1 0 0,1 1 0,-1-1 0,9 4 0,2 1 123,-14-2 0,12-1 1,8-1-1,0 1 0,-3 0 1,-11 1-155,9 3 1,-8 2 0,5-2 99,-13-2 0,4 0 0,2-1 0,1-1 0,2-1-159,-1-1 0,2-2 0,2 0 0,0 0 0,-2-1 0,-3 1 24,-1-1 0,-3 1 0,-2-1 0,1 0 0,3 0-198,11-1 0,4-1 0,0 0 0,-4 1 0,-8 1-126,4 0 0,-8 3 1,-1 0 269,-2 3 0,-1 1 0,-5 1 0,2 2 0,-6 2 0,-12 3 0,-1-1 0</inkml:trace>
  <inkml:trace contextRef="#ctx0" brushRef="#br0" timeOffset="6536">2813 11777 6993,'-16'-8'-180,"54"33"300,21-11 0,25-5 0,15-5-47,-41-4 1,8-3-1,7-1 1,5-2 0,3-1-1,2-1 1,1 0 0,-3 1-1,-2 0 1,-6 2-1,-6 2-58,11 0 0,-8 3 0,-5 1 0,2-1 0,5 0 0,10-3-15,-18-1 0,10-2 0,6-1 0,5-1 0,4-1 0,2-1 0,0 1 0,-1-1 0,-3 1 0,-6 2 0,-5 0 0,-9 2 0,-10 1 0,-11 3 0,21 6 0,-7 3 0,15-5 0,-1 0 0,1 0 0,0 0 0,-1 0 0</inkml:trace>
  <inkml:trace contextRef="#ctx0" brushRef="#br0" timeOffset="19966">2784 12365 6543,'70'0'540,"3"0"-495,-31 1 0,3-2 45,14-3 0,6-4 0,-14-4 0,2-3 0,2 0-30,16 1 0,3 0 0,-2 1-280,-6-1 0,-2 0 0,1 5 220,1 6 0,0 3 0,-4 5 0,5 5 0,-3 3 204,6-1 0,0-1-69,-4-1 0,-1-1-90,-6-2 0,0 0 119,3 7 1,0 1-210,-5-3 0,1-1 0,13-1 0,2-5-225,1-8 0,-2-2 0,-5 1 1,-3-2 269,-12 0 0,-5 0 0,10 6 0,-15 0 0</inkml:trace>
  <inkml:trace contextRef="#ctx0" brushRef="#br0" timeOffset="58432">12628 11318 7533,'29'8'-540,"0"-8"720,25-8-135,-13-2 0,4-1-45,18 3 0,5 0 0,9-3 0,5 1-240,-18 5 1,2 0 0,2 1 359,7-1 0,1 0 0,2 1-30,-14 0 0,1 0 0,1 0 0,1 1-701,5 1 0,1-1 0,-1 2 0,-2-1 611,4 1 0,-2 1 0,5 1 72,-10 1 0,6 1 0,2 1 0,-1-1 0,-2 0-306,3-2 0,-3 0 0,1 0 0,3-1 252,-2 0 0,3 1 0,2-1 0,0-1 0,1-1-108,-9-1 1,1-1-1,1-2 1,-1 1-1,-1 0 1,-2 0 89,0 0 0,-2 0 0,-2 0 0,1 1 0,1-1-108,7-1 0,2 0 0,0-1 0,-2 2 0,-4 1-207,-1 3 0,-2 1 1,-4 0-1,-3 0 117,1-2 0,-3-1 0,-5 3 0,0 6 1,-7 1-1,8 1 0</inkml:trace>
  <inkml:trace contextRef="#ctx0" brushRef="#br0" timeOffset="60916">12858 11877 7533,'68'-19'166,"-1"1"0,1-1 0,0 0 0,-8 11 0,7 1 0,7 1 0,4 2 0,3 0 0,0 1 0,-1 0 0,-4 1 0,-4-1 0,-8 0-293,14-1 1,-12 1-1,-1 0 1,5-1-1,15 0 115,-26 2 1,7-1 0,8-1 0,4 1 0,5-1-1,4 1 1,1-1 0,2 0 0,-1 0 0,0 0-1,-3 0 1,-4 0 0,-3 0 0,-7 1 0,-5-1-1,-9 1-213,24-1 1,-14 0 0,-6 0-1,2 0 1,11-2 0,-5 0 0,9-2-1,7 0 1,2-1 0,1-1-1,-4 1 1,-7 1 0,-8 0 0,-14 3-1,19-3 1,0 1 0</inkml:trace>
  <inkml:trace contextRef="#ctx0" brushRef="#br0" timeOffset="65497">15125 12279 7533,'-13'10'449,"49"1"-179,-14-11-180,18 1 0,23 2 0,17 0 0,9 1 0,3 0 0,-4-1 0,-11 0-36,0-1 0,-6-1 0,-1 0 0,5 0 0,9-2-123,-19 1 0,7 0 0,5-1 0,5 0 0,2 0 0,0-1 0,-1 0 0,-3-1 0,-4 0 0,-6 0 0,-8-1 159,31-3 0,-9-1 0,-10-3 0,-9-5-165,22-19 0,-44 0 52,-68 22 1,-36 4 0,-18 4-1,-1 0 68,17 2 0,-5 1 0,-6 1 0,-4 1 0,-3 0 0,-2 2 0,-1 0 0,-1 0-218,14 1 1,-3 1-1,-4 0 1,-2 1 0,-2 0-1,1 1 1,-1 0 0,3 0-1,1-1 1,4 0 0,4 0-1,4-1 23,-20 0 0,4 2 0,4-2 0,6 0 1,6-3-1,7-1-84,-42-7 0,49-4 1,80 2-1,40-1 1,21-1-1,-3 0 1,-15 0-1,1 1 1,0 0-1,-1 0 1,1-1-1,-1 1 0,1 0 1</inkml:trace>
  <inkml:trace contextRef="#ctx0" brushRef="#br0" timeOffset="72441">12628 13111 7533,'54'10'-90,"1"0"0,-11-4 0,7-2 165,3-1 0,13 0 0,8-1 0,2 1 0,-4-2 0,-10 0-75,2-2 0,-7-1 0,13-2-224,-9 1 0,10-1 0,8 0 1,7-1-1,2 0 0,1-1 1,-1 0-1,-5 0 0,-7-1 236,-1 0 1,-5 0 0,-1-1 0,-2 0 0,0-1 0,2 1 0,2 0-13,-3-1 0,2 1 0,0 0 0,0-1 0,2 1 0,1-1 0,1 1 0,1 0-45,-5 1 0,2-1 0,2 0 0,1 0 0,1 1 0,-1 0 0,0 0 0,-2 1 0,-2 1 0,-2 1-100,10 1 1,-2 1 0,-2 1 0,-1 1 0,-2 0-1,1 0 1,-1-1 0,9 0 0,0-2 0,0 0-1,-2 1 1,-2 1 0,-3 2 0,-6 5 0,1-1-1,-1 1 1,1 0 0,-1 0 0</inkml:trace>
  <inkml:trace contextRef="#ctx0" brushRef="#br0" timeOffset="1.46527E6">14494 7588 7533,'0'-35'809,"-13"49"-359,-6 27 0,-3 16-360,2-7 0,-1 8 0,-2 5 0,0 3-845,1 3 0,-1 4 0,-1 3 0,0 1 0,-1-2 701,-1 1 0,-1 0 0,0 0 0,0-2 1,4-3-150,1 1 1,3-1-1,1-7 1,0-13 33,-20 14-461,53-116 1,11-38 539,-13 17 0,-4-8 0,4-4-14,1 20 0,1-3 0,2-2 1,0 0-1,0 0 194,-1 1 0,0 0 0,1 0 0,1 1 0,1 0 107,2 3 1,1 0 0,2 0 0,1 4 0,1 3 102,14-21 0,3 7 0,5 19 14,17 25 1,-2 26 793,-28 20 1,-7 16-959,-4 12 0,-6 12 0,-9 1-60,-14 2 0,-11 1 0,-1 0-330,4-4 0,-1 0 0,-7-2-30,-10 5 0,-7-1 1,-4-10 44,-16-8 0,-2-12 180,12-4 0,3-14 405,-9-33-90,83 0 1705,44 6-1166,-11 44 1,4 20-511,-16-5 1,0 8 0,-4 4-291,-2 6 1,-4 6-1,-3 1-144,-7-13 0,-1 2 0,-2-1 0,-4-6-1124,2 13 0,-5-7 1259,-6-10 0,0-16 0,-1-34 0,-13-20 0</inkml:trace>
  <inkml:trace contextRef="#ctx0" brushRef="#br0" timeOffset="1.46601E6">15556 8765 7533,'-26'44'1079,"1"1"0,-1 1 1,-15-51-990,39-49 0,20-23-68,-1 23 1,8-6-1,2-2 1,-1-3-357,-3 4 1,0-4 0,1-1 0,1-1 0,2 3 297,2 2 0,2 0 0,1 1 0,1 1 0,1 2 216,7-10 0,2 0 0,0 5 0,-1 10 229,12-7 1,0 23-140,-3 29 0,-6 24-150,-21 42 0,-14 31 0,-2 2-120,0-23 0,0 1 0,-2 3 0,0 3-246,-1 0 1,0 5 0,-2 2-1,-1-1 1,-1-4 132,-2 3 1,-2-3 0,-1-2-1,-1-6-37,4 2 0,-2-6 1,-12-15-391,-21-16 0,-7-22-180,5-32 1,-1-20 494,1 1 0,-5-9 0,0-3 1,1 3 164,-6-8 0,2 0 0,0 0 779,-4-8 1,-1-1 0,8 9-46,4 13 1,21 14 2382,72 33-3012,-4 6 0,9 0-555,6-6 0,7-6 1,1-6-1162,2-11 1,-1-8-1,-3 0 1671,-12 5 0,-3 0 0,-2-1 0,-1-4 0,-3-2 0,-6 5 0,13-5 0</inkml:trace>
  <inkml:trace contextRef="#ctx0" brushRef="#br0" timeOffset="1.46644E6">17536 7717 7533,'16'-49'719,"-3"-2"181,-26 6-496,-22 47 1,-10 18 15,-3 17 0,-2 17 0,2 9-115,9-5 1,-1 9 0,2 5 0,7 2 0,10-1-486,12-6 0,11 1 0,5 1 0,-1-1 0,-3-2 180,-12 13 0,-7 3 0,9-9 0,23-22 0,37-27 0,26-19 0,1-13 0,-21-7 0,-27-10 0,-6-10 0,21-17 0,1 1 0,0-1 0</inkml:trace>
  <inkml:trace contextRef="#ctx0" brushRef="#br0" timeOffset="1.46669E6">17536 8248 7533,'-61'-24'6026,"23"5"-5277,77 34 1,42 21 0,-13 2-750,-28-4 0,-10 12-216,-9 12 0,-4 19 0,-4 8 0,-4-3 1,-5-13-1494,-8 11 0,-8-3 900,-2-4 0,-6 12 1,5-8-1,13-30 0,18-33 1,13-31-1</inkml:trace>
  <inkml:trace contextRef="#ctx0" brushRef="#br0" timeOffset="1.47169E6">20033 7244 7533,'-67'45'584,"37"5"1,1 18 0,1 10-1,0-2-530,3-11 0,0 1 0,0 2 0,0 3 0,1 5-432,4-9 0,-1 5 0,0 4 0,0 1 0,1 1 1,1-1-1,2-4 0,3-5 126,-1 11 0,4-3 0,1-4 0,2-2 1,1 0-177,-2 10 1,0 2 0,3-9 0,7-18 427,19-3 0,18-74 0,-22-23 0</inkml:trace>
  <inkml:trace contextRef="#ctx0" brushRef="#br0" timeOffset="1.47217E6">20177 7115 7533,'-42'8'270,"74"-2"-181,21-11 1,9-3-45,-12 7 0,8-1-440,-4-1 0,11-1 0,5-1 0,0 1 0,-4 1 350,4 2 0,-4 1 0,2 0 0,6 0 15,-1-2 0,7-2 0,4 1 0,1 0 0,-2 1 0,-3 3 138,1 2 0,-1 2 0,-2 1 0,-1 2 0,-1 0 179,-5 0 1,1 0 0,-2 1 0,-4 3 0,-7 4-78,5 8 0,-8 5 0,-7 7 195,-9 6 0,-7 6 0,-10 7-270,-14-1 0,-10 6 0,-5 5 0,-3 6-84,0-3 0,-4 8 1,-4 4-1,0 3 1,-2 1-1,0 0 0,2-3-325,0-3 0,0-1 0,0 0 0,0 0 1,-1 1-1,1 1 0,-2 2 234,3-8 0,-2 3 0,0 2 0,-1 1 0,0-1 0,1-1 0,2-3 0,1-4 0,1-6 22,1 11 0,2-7 0,1-4 0,0-1 0,0-1 18,-2 13 0,-1 2 0,0-9 0,0-18 0,-9-11 0,-5-5 0,0 0 0</inkml:trace>
  <inkml:trace contextRef="#ctx0" brushRef="#br0" timeOffset="1.47255E6">19602 10113 7533,'50'-16'305,"-1"0"1,1 14 0,13 3 0,11 4 0,7 2 0,5 1-1,0 2 1,-3-2 0,-6 0 0,-10-2-324,3 0 0,-8-1 0,-3 0 0,5-1 0,9 1 18,-7 0 0,10 1 0,8 1 0,5 0 0,2 0 0,0 0 0,-3-2 0,-7-1 0,-9-2 0,-13-2 0,-14-3 0,1-9 0,-9-3 0,17-7 0,1 1 0,-1 0 0</inkml:trace>
  <inkml:trace contextRef="#ctx0" brushRef="#br0" timeOffset="1.47289E6">20607 7832 7533,'-41'4'1844,"-1"0"0,93 2-1889,-7-5 0,11-2-441,2 3 0,14 0 0,5 0 1,1 1-1,-7 1 58,-5 1 0,-2 1 0,-3 0 0,0 0 0,22-1 0,-1 1 0,-23 6 0,-27 16 0</inkml:trace>
  <inkml:trace contextRef="#ctx0" brushRef="#br0" timeOffset="1.47308E6">20636 8248 7533,'69'6'96,"0"1"0,0 0 1,0-1-1,0 1 0,0 0 1,-26 6-1,0 1 1,32-6-1,-1 0 0,1 0 1,-1 0-1,0 0 1,1 0-1</inkml:trace>
  <inkml:trace contextRef="#ctx0" brushRef="#br0" timeOffset="1.47334E6">20751 8722 7533,'59'1'764,"0"-1"1,-44 5-1071,34-3 0,33-4 0,13-1 0,-3 0 1,-24 3-100,-20 2 0,-3 2-404,15-2 0,15-2 1,-6 3-1,-24 6 1,-26 14-1,-10 5 1</inkml:trace>
  <inkml:trace contextRef="#ctx0" brushRef="#br0" timeOffset="1.47349E6">20751 9166 7533,'77'13'186,"1"1"0,-1-1 1,-8-4-1,-1-3 0,6-2 1,-6-4-1,6-2 0,3-2 1,-1 0-1,-8-2 0,8-3 1,-1-1-1,1 1 0</inkml:trace>
  <inkml:trace contextRef="#ctx0" brushRef="#br0" timeOffset="1.47574E6">22760 8664 7533,'72'-5'-37,"1"0"0,-1 0 0,1 0 0,0 0 1,-1-1-1,1 1 0,0 0 0,-1 0 0,-2-1 1,-12 2-1,12-2 0,-10 2 0,15-1 0,10 0 1,4-1-1,0 1 0,-5-1 0,-10 1 1,-14 0-1,-19 1 0,0-4 0</inkml:trace>
  <inkml:trace contextRef="#ctx0" brushRef="#br0" timeOffset="1.476E6">24137 8291 8702,'72'21'218,"0"1"1,0-1-1,0 0 1,1 1-1,-53 42 1,-23 13-1,17-6-758,36-26 0,20-6 1,-6-1-1,-31 4-971,-51 21 0,-31 4 0,5-16 1511,5-12 0,39-33 0,0 2 0</inkml:trace>
  <inkml:trace contextRef="#ctx0" brushRef="#br0" timeOffset="1.477E6">26491 7330 7533,'-6'68'-63,"0"0"0,0 0 0,1 0 0,-1 0 0,3 4 0,3-6 0,0-4 0,1 13 0,1-1 0</inkml:trace>
  <inkml:trace contextRef="#ctx0" brushRef="#br0" timeOffset="1.4775E6">26835 7359 7533,'77'-3'-20,"0"0"1,0 1 0,0-1-1,0 0 1,0 1 0,0-1 0,-4 0-1,1 0 1,0 0 0,1 0 0,0 0-1,1 0 1,0 0 0,0 0-105,-3 0 1,0 0-1,2 0 1,-1 0 0,1 0-1,0 1 1,-1-1 0,0 1-1,0 0 79,8 0 0,2 0 0,1 0 0,-1 1 0,-2 0 0,-3 0 0,-5 2 0,-6 1 90,13 1 0,-8 2 0,-4 1 0,-2 2 45,13 2 0,-4 2 0,-6 2 147,16 3 0,-31 9-57,-81 43-540,-9-13 0,-14 15 0,-5 2 1,7-7 359,10-11 0,4-4 0,-5 4 0,0-5 0,-6 7 0,0 0 0,2-6 0,9-9 0,6-10 0,0 1 0</inkml:trace>
  <inkml:trace contextRef="#ctx0" brushRef="#br0" timeOffset="1.47786E6">27036 8091 7533,'76'-10'25,"1"1"1,0-1 0,-1 0-1,1 1 1,-1-1 0,1 1-1,-1-1 1,1 0 0,-1 1 0,-3-1-1,-12 2 1,-2 0 0,4 0-1,13 0-108,-15 3 0,9 0 0,7 0 0,6 0 0,4 0 0,2 0 0,0 0 0,-2 1 0,-3 0 0,-6 0 0,-6 0 0,-9 1 0,-11 0-625,22-2 1,-17 2-1,0 0 1,15 4-1,-1 1 1,-36-8-1,-51-15 1</inkml:trace>
  <inkml:trace contextRef="#ctx0" brushRef="#br0" timeOffset="1.47829E6">26405 8449 7533,'-5'74'-70,"1"1"0,0-1 0,8-28 0,1 0 0,-8 23 0,-4 8 0,8-20 0,12-30 0</inkml:trace>
  <inkml:trace contextRef="#ctx0" brushRef="#br0" timeOffset="1.47872E6">26864 8463 7533,'77'-9'82,"0"0"0,-1 0 1,1-1-1,0 1 1,0 0-1,0 0 1,0-1-1,0 1 1,-5 0-1,-11 1 1,0 0-1,16 0-45,-16 1 1,11 0-1,9-1 1,6 0-1,5 0 1,1 0-1,-1-1 1,-2 1-1,-6 1 1,-6 1-1,-11 0 1,-11 2-38,16-3 0,-16 2 0,8 4-72,11 2 0,14 2 0,2 4 0,-11 6 0,-23 7 72,-19 18 0,-19 12-420,-9 24 0,-15 14 1,-16-8 419,-21-18 0,-17-7 0,-2 1 0,13-5 0,0 4 0,-2-4 0,1-11 0,-24-10 0,-1-1 0</inkml:trace>
  <inkml:trace contextRef="#ctx0" brushRef="#br0" timeOffset="1.47911E6">26491 9209 7533,'54'-16'119,"0"0"1,-1 8 0,12 0 0,11 1 0,6 0 0,4 0 0,0 0 0,-2 0 0,-7-1-762,0 0 1,-3-1 0,0-1 0,-1 1 0,2 0 0,3-1-1,4 1 601,-12 2 0,4 1 0,3-1 0,3 1 0,0-1 1,1 1-1,0-1 0,-2 1 0,-3-1 0,-4-1 1,-4 0 40,22-4 0,-3-1 0,-4 0 0,-5 0 0,-4 0 0,-7 2 0,11 1 0,-9 0 0,-3-1 0,-7-7 0,-1 1 0,1 0 0</inkml:trace>
  <inkml:trace contextRef="#ctx0" brushRef="#br0" timeOffset="1.47944E6">26232 9553 7533,'-6'80'-180,"0"-1"0,-1 0 0,1 1 0,-1-1 0,1 1 0,14-17 0,0 0 180,-10 4 0,-6 23 0,-1 7 0,2-6 0,5-23 0,11-36 0,32-60 0,-12-2 0</inkml:trace>
  <inkml:trace contextRef="#ctx0" brushRef="#br0" timeOffset="1.47978E6">26778 9797 7533,'72'-17'34,"0"1"1,0-1-1,1 0 1,-1 0 0,0 0-1,1 1 1,-1-1-1,0 0 1,-2-1 0,-9 1-1,-3 2 1,5 1-1,10 1 39,-8 6 1,9 0 0,7 0-1,5 2 1,3 0 0,0 2-1,-2 1 1,-5 1 0,-7 1-1,-9 2 1,-11 1-372,12 4 0,-14 3 1,-1 12 319,7 14 1,4 13-1,-10 5 1,-27 1-83,-38 13 0,-31 2 0,-11-3-273,-1-12 0,-12-5 1,-1 0-1,6-2 1,10 8-1,5-2 1,-7-10-1,-19-21 1,0-1-1,-1 1 1</inkml:trace>
  <inkml:trace contextRef="#ctx0" brushRef="#br0" timeOffset="1.48007E6">26519 10457 7533,'63'-19'122,"0"0"1,0 1 0,0-1-1,-4 8 1,6 2 0,3 2-1,4 0 1,2 0 0,2 0-1,1-1 1,0-1-249,-4-1 0,2 0 0,2-2 0,1 1 0,1-1 0,1 0 0,-1 1 0,0 0 1,-1 1-1,-1 0-146,4 2 0,1 0 0,1 0 0,-1 1 0,0 0 0,-4 1 0,-2 0 1,-5 1-1,-5 0 0,11 0 0,-4 1 0,-5 1 0,-9-1 0,-10-1 0,27-9 1</inkml:trace>
  <inkml:trace contextRef="#ctx0" brushRef="#br0" timeOffset="1.48232E6">30394 8893 7533,'27'64'224,"0"-1"1,0 0 0,0 1 0,-8-1 0,-2 0 0,-3 4 0,-2 7 0,-4 10-39,-4-24 0,-3 8 1,-1 6-1,-2 4 0,-1 5 1,-1 2-1,-1 2 0,0 1 1,-1 0-1,1-2 0,-1-2 1,1-4-1,0-4 0,2-6-386,-1 14 0,2-7 0,0-4 0,0-2 0,-1 0 0,-1 1 0,-2 4 0,-3 5 200,0-11 0,-3 6 0,-1 5 0,-2 3 0,-1 2 0,-1 1 0,0-2 0,0-2 0,1-4 0,0-5 0,2-6 0,1-9 0,3-10 0,-4 18 0,3-15 0,-2-2 0,-13 24 0,1 0 0</inkml:trace>
  <inkml:trace contextRef="#ctx0" brushRef="#br0" timeOffset="1.48262E6">30222 12050 7533,'-32'42'989,"0"0"1,-6-13-847,64-5 1,38 9 0,19 1 0,0-6 0,-17-10-954,-2-13 1,2-13 809,-7-1 0,13-5 0,6-2 0,-1-3 0,-9-1 0,-17-1 0,-5-13 0,-9-2 0,18-11 0,-1 1 0</inkml:trace>
  <inkml:trace contextRef="#ctx0" brushRef="#br0" timeOffset="1.48407E6">29619 13671 7533,'-30'73'-50,"-1"1"1,1-1 0,0 1 0,0-1 0,-1 1 0,9 0 0,2 1 0,2 1 0,1-1 0,-2 1 0,-3-1-93,-4 2 0,-5 2 1,-1-1-1,1-1 1,4-3-1,5-3 1,2 17-1,3 5 1,6-19-1,11-43 1,29-88-1</inkml:trace>
  <inkml:trace contextRef="#ctx0" brushRef="#br0" timeOffset="1.48483E6">29705 13541 5914,'-24'48'509,"0"0"1,-4-1 0,18-3-1836,54-10 1,37-4 0,8-3 0,-22-2 1370,-33 0 0,2-5 172,19-7 1,20-2 0,6-4-1,-9-6 1,-24-10-308,-9-35-165,4-15 0,-3-3 1,-21 8-1,-10-26 1</inkml:trace>
  <inkml:trace contextRef="#ctx0" brushRef="#br0" timeOffset="1.48541E6">29676 13441 6633,'66'-7'270,"-1"1"0,2 9-210,-16-3 0,8-1 0,3 4-30,16 7 0,2 5 0,-8 1-30,-15-1 0,-2 4 30,18 10 0,7 9 0,-26 7 105,-44 7 0,-17 4-1035,-5 2 1,-5-1 899,8-12 0,-4-9 0,-25-17 0,38-19 0</inkml:trace>
  <inkml:trace contextRef="#ctx0" brushRef="#br0" timeOffset="1.48603E6">30595 13813 6633,'-28'72'45,"1"-1"0,-1 0 0,1 0 0,-1 0 0,1 0 0,-1 1 0,1-1 0,-3-8 0,2-10 0,1 0 0,0 9 0,4 2 0,-1 12 0,-1 5 0,1 0 0,1-6 0,3-14 0,3-19 0,-12-2 0</inkml:trace>
  <inkml:trace contextRef="#ctx0" brushRef="#br0" timeOffset="1.48647E6">29102 15220 6183,'79'3'154,"-1"0"0,1 0 1,-1 0-1,1 1 0,-10-2 1,-6 0-1,6 0-253,1-2 0,10 1 1,2 0-1,-8-2 0,-17-2 1,20-10-1,-77 6 1</inkml:trace>
  <inkml:trace contextRef="#ctx0" brushRef="#br0" timeOffset="1.48724E6">29734 13455 7353,'-3'66'1259,"-7"-3"-1169,23 14 0,11-11 0,3 0-90,-2 9-158,32-50 1,30-7 0,5-7-1,-18-6 68,-23-7 0,0-6-248,22-5 1,19-5 0,-5-3 0,-27 2 337,-22-8 0,26-14 0,-48 20 0</inkml:trace>
  <inkml:trace contextRef="#ctx0" brushRef="#br0" timeOffset="1.48972E6">29963 7890 7533,'51'-49'119,"0"1"1,0-1 0,4 22-98,-5-9 1,15-16 0,-4 9-1,-20 31-112,-24 57 1,-25 17-541,-28-30 0,-18-5 1,7 4 674,12 32 0,3-19 629,-15-56 1,17-9-1125,89 30 0,32 1 450,-42-28 0,1 1 0,7 26 0,6 11 0,-11-3 0,6-2 0</inkml:trace>
  <inkml:trace contextRef="#ctx0" brushRef="#br0" timeOffset="1.49031E6">29877 8478 7533,'-31'51'134,"1"1"1,-1-1 0,1 3 0,2-3-135,-4 10 0,7-8 0,19-25 0,47-57 0</inkml:trace>
  <inkml:trace contextRef="#ctx0" brushRef="#br0" timeOffset="1.49079E6">29877 8334 7533,'45'52'-360,"0"0"0,-17 21 360,-51-33 0,-8-3 900,6 9 44,49-11 1,-1 5-945,-60 24 0,-18 2-630,34-13 0,-6-5 64,-23-8 1,-12-5 0,8-12 0,0-16-1,41-15 1</inkml:trace>
  <inkml:trace contextRef="#ctx0" brushRef="#br0" timeOffset="1.49147E6">29590 9625 7713,'-31'55'494,"0"-1"1,0 1 0,0-1-1,25 18-1544,26 0 1,16 12 0,10-26 1049,8-47 0,10-16 0,2 5 0,6-2 0,-13-4 0,-1-8 0</inkml:trace>
  <inkml:trace contextRef="#ctx0" brushRef="#br0" timeOffset="1.49272E6">28471 13885 7083,'50'-49'154,"-1"-1"0,1 0 0,0 0 1,0 1-1,7-1 0,-3 5 0,1 0-94,11-18 0,1 0 0,-22 42 0,-35 65 0,-19 35 0,-1-8-240,4-25 0,-4 1 90,-9 16 0,-7 15 0,-4-10 1,-1-35-136,-7-54 0,3-17 764,10 10-539,48-10 0,26-9 0,0 11 0,-11 19 0,3 8 0,20 3 0,0 0 0,-1 1 0</inkml:trace>
  <inkml:trace contextRef="#ctx0" brushRef="#br0" timeOffset="1.49364E6">28614 14129 7713,'-8'51'0,"1"-1"0,22-72 584,29 28 1,5 2-45,-8-34-1485,-55 66 1,-16 19 809,9-20 0,3 0 1259,8 9 1,8-6-676,11-15-314,20 5 0,-7 4-135,-57 36-1169,-13-17 1169,-28-32 0,18-30 0,33-34 0</inkml:trace>
  <inkml:trace contextRef="#ctx0" brushRef="#br0" timeOffset="1.49408E6">28500 14990 7533,'-61'34'1109,"0"0"0,1 0 1,18 6-2280,23 39 1,29-4 1169,55-60 0,23-20 0,-20 4 0,2-2 0,-4-6 0,1-16 0,0 1 0</inkml:trace>
  <inkml:trace contextRef="#ctx0" brushRef="#br0" timeOffset="1.49453E6">28528 14287 6903,'-30'69'75,"-1"0"0,0 0 0,-2-2 0,12-10 0,24-1 0</inkml:trace>
  <inkml:trace contextRef="#ctx0" brushRef="#br0" timeOffset="1.49992E6">21038 13699 4110,'-57'32'479,"1"-1"1,0 0 0,68-82-480,-85 86 0,9 8 2528,115-63-2331,-61 51 1,-30 35 0,-15 17 0,-2 2 0,12-13-333,14-16 0,3-4 0,1 1 0,-2 3-213,-5 9 1,-5 8 0,0 1-1,7-9 1,10-15 0,9 7 0,55-82-1,-1 1 1</inkml:trace>
  <inkml:trace contextRef="#ctx0" brushRef="#br0" timeOffset="1.50065E6">20751 13742 7173,'-39'-44'1169,"-21"47"-1169,14 15 0,2 10 0,10 8 0,8 4-90,0 25 90,84-49 0,15-17 0,-28-10 0,18-7 0,1 1 0</inkml:trace>
  <inkml:trace contextRef="#ctx0" brushRef="#br0" timeOffset="1.50147E6">21267 13656 7083,'-38'64'247,"0"1"0,-1-1 1,10-15-1,20-17-607,60-38 1,19-21 224,-24-1 0,1-8 315,14-20 0,5-10 0,-21 24 89,-32 34 451,-55 62-945,12 5 0,0 5-45,2-14 1,8 0 269,15 6 0,10-12 0,4-31 0,30-21 0</inkml:trace>
  <inkml:trace contextRef="#ctx0" brushRef="#br0" timeOffset="1.50255E6">21755 13785 7533,'59'15'90,"0"-1"0,-85-46 0,-9 8-2246,55 96 0,-4 6 2156,-55-96 0,-2 1-130,25 70 0,16 34 0,19-34-380,31-73 1,22-40-1,1 6 510,-13 28 0,0 5 0,-2-5 676,6-26 1,-3-5-1,-26 35-47,-41 60 1,-14 18-495,3-8 0,-4-1-270,-14 20 0,12-27 3527,62-105-3302,-15 22 0,6-3-90,10-8 0,8-3 0,1 20-1080,4 34 1,-1 9 630,25-27 449,-26 67 0,-38-39 0,2-7 0</inkml:trace>
  <inkml:trace contextRef="#ctx0" brushRef="#br0" timeOffset="1.50322E6">22760 13828 6183,'-5'53'1439,"0"-1"1,37-28-1710,46-21 0,3-17 720,-36-13-360,23-3 0,-15 22 209,-57 35 1,-23 24 0,-16 15 0,-9 6 0,-2-3 0,5-12-527,-6-4 1,-4-7 0,-2-2 0,1 1 0,4 6 0,12 3 0,2 7 0,2 2-1,-1-3 1,0-8 0,-3-13 0,-25-21 0,0 1 0,0 0 0</inkml:trace>
  <inkml:trace contextRef="#ctx0" brushRef="#br0" timeOffset="1.50547E6">23506 14072 7533,'-29'32'270,"0"-7"-630,39-37 360,-4 2 359,48-1 1,23 8-390,-23 9 0,3 4 0,-2-1-375,19-5 1,-1 0-136,-1 12 0,-14 0 540,-32-9 0,-23-6 0,10 6 0</inkml:trace>
  <inkml:trace contextRef="#ctx0" brushRef="#br0" timeOffset="1.50606E6">23793 14129 8072,'28'8'90,"19"3"0,18 1 0,5-3-113,5-5 1,6-3 0,4-1-1,-4 2-22,-6 3 0,-1 3 0,-1-1 0,2-2-45,10-3 0,4-2 0,-6-1 1,-18 0-1,8 1 90,-34 0 0,-39 0 0,0 0 0</inkml:trace>
  <inkml:trace contextRef="#ctx0" brushRef="#br0" timeOffset="1.50633E6">24855 14072 7982,'9'29'989,"3"24"1,-5 5-2339,-13-2 809,6 1 1,-10-7-877,-47-23 1,28-12 0,17-1 0</inkml:trace>
  <inkml:trace contextRef="#ctx0" brushRef="#br0" timeOffset="1.5075E6">23908 13369 7533,'-26'34'359,"1"-1"1,-1 24-270,-17-13 0,6 3 45,37-3 0,7-3 45,-14 8-90,62-2-180,-11-35 90,9-12 0,3-4 0,1 2 0,-11-5 0,0 0 0</inkml:trace>
  <inkml:trace contextRef="#ctx0" brushRef="#br0" timeOffset="1.50809E6">24281 13426 5824,'0'23'809,"0"-9"-539,0-7 450,0-1-630,0-4-45,-28 56 0,-8 18-45,20-38-180,52 33 0,17-13 0,-14-58 180,19 1 0,16-2 0,-28-7 0,-40-6 0,20-1 0</inkml:trace>
  <inkml:trace contextRef="#ctx0" brushRef="#br0" timeOffset="1.50885E6">24740 13426 6183,'-18'43'-120,"1"-1"0,-13 28 1,-4 0 119,-2-22 0,5-10 0,18-11 179,40-87 1,23-22 585,-11 64 0,2 5-676,-5-20 1,-5 15-405,-9 79 1,-6 13 134,3-54 90,30-39 0,7-20 180,-20-5 0,-2-1 359,18-1 1,-5 25-540,-18 96 90,-22-35 0,-5 3 0,-7 17 0,-2-9 0,7-30 0</inkml:trace>
  <inkml:trace contextRef="#ctx0" brushRef="#br0" timeOffset="1.51474E6">25716 13971 6183,'-11'43'607,"-1"1"0,-8 5 1,-7 5-1,1 3-607,-1 11 0,-1 4 0,0-4-60,-4-7 0,0-2 0,13-18-30,19-26 0,19-56 0,24-15 0,7-3 90,-24 23 0,2 4 405,21 2 0,-2 11-405,-15 19-900,-37 47 1,-16 10 899,-4-26 0,-8 1 0,-1-3 0,5-9 0</inkml:trace>
  <inkml:trace contextRef="#ctx0" brushRef="#br0" timeOffset="1.51557E6">26003 14273 7892,'-19'56'180,"-1"0"0,11 4-405,-18-17 1,3-8 134,21-26 90,-10 4 0,13-19-90,0-2 90,13 0 90,-10-5-90,22-1 0,-21-2 269,34-23-269,-32 26 270,45-38-180,-32 44 270,23-18-270,-13 25-90,-14 6 0,11 15 0,-23-4 0,10 11 0</inkml:trace>
  <inkml:trace contextRef="#ctx0" brushRef="#br0" timeOffset="1.51575E6">26347 14431 6183,'-32'29'510,"7"-7"0,25-1 0</inkml:trace>
  <inkml:trace contextRef="#ctx0" brushRef="#br0" timeOffset="1.51589E6">26347 14373 7533,'38'-51'-72,"1"0"0,-9-5 0,-6 23 0,-11 67 0</inkml:trace>
  <inkml:trace contextRef="#ctx0" brushRef="#br0" timeOffset="1.51632E6">26491 14488 7533,'63'49'-270,"-34"-23"674,43-30 1,0-18-495,-41-16-360,-4-2 1,-15 4 539,-60 25 764,-11 45 1,19 13-2744,78-4 1619,-48 5 0,4-7 270,61-39 0,8-19 0,-31 2 0,10-6 0</inkml:trace>
  <inkml:trace contextRef="#ctx0" brushRef="#br0" timeOffset="1.51666E6">27409 14029 7533,'-38'59'70,"0"1"1,1 0 0,-1-1-1,0 1 1,0 0 0,0 0-1,-12 3 1,3-9 0,7 2-1,7 16 1,5 2 0,19-40-1,51-102 1</inkml:trace>
  <inkml:trace contextRef="#ctx0" brushRef="#br0" timeOffset="1.51679E6">26979 14445 7533,'64'-1'247,"1"0"0,0 0 1,-24-14-1,1 3 0,28 27 1,0 0-1,0 0 1</inkml:trace>
  <inkml:trace contextRef="#ctx0" brushRef="#br0" timeOffset="1.51773E6">27667 14201 7533,'48'-27'90,"-6"8"-585,12-18 0,3-3-920,4 4 0,-7 2 0,-25 12 0</inkml:trace>
  <inkml:trace contextRef="#ctx0" brushRef="#br0" timeOffset="1.51812E6">27954 13785 7713,'74'1'299,"-1"0"1,-25 3 0,-3 3-615,4 5 0,-12 9 315,-47 53 0,-17-41 0,-7-1 0,7 5 0,0-1 0</inkml:trace>
  <inkml:trace contextRef="#ctx0" brushRef="#br0" timeOffset="1.51869E6">27753 14488 6363,'-54'0'135,"115"-13"0,22-6-1079,-55 5 1,27 1 0,18-1-1,-16 1 1,-15-1 0</inkml:trace>
  <inkml:trace contextRef="#ctx0" brushRef="#br0" timeOffset="1.51893E6">27983 14287 7533,'38'44'989,"1"0"1,-33-20-990,18 42 0,-13-3 0,-46-49 0,-19 18 0</inkml:trace>
  <inkml:trace contextRef="#ctx0" brushRef="#br0" timeOffset="1.51942E6">27610 14875 6183,'24'37'1484,"0"0"1,4-9-2618,30 24 1,6-3 0,-13-28 0,16-15 0</inkml:trace>
  <inkml:trace contextRef="#ctx0" brushRef="#br0" timeOffset="1.51972E6">27667 15048 6094,'71'15'429,"-1"0"1,-9-43 0,2-6 0,-5 25-1,4 4 1,-7-8 0,-2-37 0,0 1-1</inkml:trace>
  <inkml:trace contextRef="#ctx0" brushRef="#br0" timeOffset="1.52057E6">27495 15019 7533,'-41'-27'1889,"22"16"-1889,19 4 0,19 17 0,22 11 0</inkml:trace>
  <inkml:trace contextRef="#ctx0" brushRef="#br0" timeOffset="1.52111E6">27696 14933 7623,'-45'-7'2158,"78"27"1,21 10-2204,-22-5 0,2 1 45,36 6 0,1-2 0,-4 8 0,-39-45 0</inkml:trace>
  <inkml:trace contextRef="#ctx0" brushRef="#br0" timeOffset="1.52168E6">27954 14976 5824,'-32'0'6206,"83"57"-5666,-19-17-1260,-53 32 1,-18 3-2160,4-23 2879,-9-19 0,-12-1 0,12-13 0,19-19 0,9-8 0</inkml:trace>
  <inkml:trace contextRef="#ctx0" brushRef="#br0" timeOffset="1.52254E6">27868 14962 7533,'-13'-67'4497,"23"73"-4407,-20-43-90,24 69 0,13 34 0,-4-9 0,3-8 0,2 18 0,-2-9 0,-13-45 0</inkml:trace>
  <inkml:trace contextRef="#ctx0" brushRef="#br0" timeOffset="1.52608E6">27696 13541 7623,'3'-9'3148,"7"10"-2968,-23 41 269,64 4-718,26-65-1216,-5-12 1,-1-10 1484,-28 1 0,-3-4 0,14-9 0,-6 8 0,-16 23 0</inkml:trace>
  <inkml:trace contextRef="#ctx0" brushRef="#br0" timeOffset="1.53372E6">28844 13340 6004,'0'16'30,"-13"3"0,-3-11 0</inkml:trace>
  <inkml:trace contextRef="#ctx0" brushRef="#br0" timeOffset="1.53434E6">28844 13326 7713,'0'16'1439,"-13"-10"90,-3-26-675,-20-10 1,-7-3-495,3 2 0,0-1-226,-8-9 1,-6-3 15,-6 6 0,-7-2 0,-4-3-173,8 0 1,-3-4-1,-1 0 1,-2 4 112,4 4 0,0 3 0,-5 2 0,-10 1 29,18 12 1,-7-1 0,-6 1 0,-4 0 0,-2 2 0,0 1 0,2 1 0,3 3 0,5 1-150,-9 1 0,4 4 0,3 2 0,-1 2 0,-1 0 0,-3 0-2,8 0 1,-2 0-1,-1 1 1,-2 0-1,0 1 1,0 1-1,1 2 1,1 1 31,-8 1 0,0 0 0,1 2 0,-1 2 0,2 2 0,2 3 0,1 3-60,-3 7 0,3 5 0,1 3 0,1 1 0,0-1 0,-1-3 180,1-4 0,-2-4 0,-1 0 0,3 0 0,5 2 0,6 3-534,-4 9 0,5 5 1,8-2-1,14-8 1,1 1-1,98-35 1,0-1-1</inkml:trace>
  <inkml:trace contextRef="#ctx0" brushRef="#br0" timeOffset="1.53478E6">24539 12709 6183,'-16'-64'1289,"0"-1"1,-9 24-1,-1 18-839,7 36-270,-23 52 239,22-6 1,3 11 0,13-12-420,36 4-225,-14 4 0,15-12 225,18-50 0,19-20 0,3-9 0,-9 4 0,5 0 0,-1-1 0,7 5 0,-1-1 0,1 1 0</inkml:trace>
  <inkml:trace contextRef="#ctx0" brushRef="#br0" timeOffset="1.53712E6">28270 13914 8432,'80'1'-23,"0"-1"1,-23 2 0,3-1-1,7 1-382,-5 1 1,8 0 0,5 1-1,-1-1 1,-3 1 0,-8-2 0,9 0-1,-7 0 1,2 1 0,1 3 0,0 1-1,-1-1 1,1 0 0</inkml:trace>
  <inkml:trace contextRef="#ctx0" brushRef="#br0" timeOffset="1.55242E6">23678 14703 7713,'-16'45'1709,"4"-9"0,-1 9-1470,-2 16 1,1 10 0,1-1-525,6-9 1,1 0 0,-3-1-376,-10 7 1,-4 1-1,1-5-869,2 4 0,-5-10 1214,-10-23 1,-3-7 314,-10 14 0,-3-41 0,35-16 0</inkml:trace>
  <inkml:trace contextRef="#ctx0" brushRef="#br0" timeOffset="1.55266E6">23247 15348 9242,'8'49'689,"0"0"1,-2-1 0,1 1-286,0 18 1,12-6-90,22-27 0,13-16-540,18-19 0,6-20-158,-25 0 1,2-7 0,1-4 0,-3-2-1043,13-14 0,-2-3 0,-3 2 1425,-6 8 0,-1 2 0,-6 4 0,-3 1 0,-4 6 0,13 1 0</inkml:trace>
  <inkml:trace contextRef="#ctx0" brushRef="#br0" timeOffset="1.5542E6">19488 17027 7533,'48'-61'488,"-1"0"0,1 0 0,0 0 1,0 0-1,0-1 0,3 55 1,3 3-489,-5-27 0,12-22 0,4-8 0,-2 4 0,-9 17 0,-14 31 30,-10 43 0,-15 29 0,-9 5-390,-14 1 0,-12 7 0,-6-2 1,3-17-226,4-16 0,-7-10 2024,-36 0 1,16-19-1440,90-43 0,20-23 0,-49-22 0,6 7 0,36 60 0,0 0 0,1 0 0</inkml:trace>
  <inkml:trace contextRef="#ctx0" brushRef="#br0" timeOffset="1.55453E6">20751 16654 9602,'79'-8'-514,"1"0"0,-45 7 0,29-10 0,18-6 0,-21-1 0,-32-5 0</inkml:trace>
  <inkml:trace contextRef="#ctx0" brushRef="#br0" timeOffset="1.55473E6">21066 16396 7533,'-30'58'-72,"0"0"0,-1 0 0,1 1 0,-1 3 0,1 0 72,-3 12 0,-1 8 0,9-20 0,12-20 0,13-71 0</inkml:trace>
  <inkml:trace contextRef="#ctx0" brushRef="#br0" timeOffset="1.55517E6">19832 16769 7533,'-67'0'-90,"54"-13"1349,-34 3 1350,59-17-1890,1 18-539,16 2 90,33 12 0,23 7 0,-9-2-270,-25-3 0,0-1-390,27 4 0,12 1 0,-22-6-3118,-23-12 2660,-17 6 0,-28-12 0,-16 5 0</inkml:trace>
  <inkml:trace contextRef="#ctx0" brushRef="#br0" timeOffset="1.55642E6">21870 16597 7533,'-54'41'449,"1"1"1,0-1 0,-1 1 0,13-22-1,2 1-419,-22 36 0,-4 13 0,38-31-53,60-54 1,36-28 0,7-7-1,-21 17 923,-10 17 629,-6 65 0,-21 28-1331,-33-28 0,-20 5 0,-10 4 0,-1 0 0,5-1-198,0 12 0,-1 1 0,4-2 0,3-4 0,-2 6 0,4-4 0,23-33 0,46-60 0,-1 0 0</inkml:trace>
  <inkml:trace contextRef="#ctx0" brushRef="#br0" timeOffset="1.55731E6">22042 16769 7353,'16'6'1664,"-32"56"0,6 5-1934,56-54 0,14-13-45,-15 10 1,2-7 194,8-25 0,5-13 0,-9 1 794,-8-2 1,-16 18 224,-36 65-1578,-3 27 1,4 4 0,15-3 0,50-21-1</inkml:trace>
  <inkml:trace contextRef="#ctx0" brushRef="#br0" timeOffset="1.55799E6">22731 16884 6813,'64'31'2789,"-36"-5"-2819,24-29 0,18-16 0,-10-4-60,-6-7 0,-28 4 1979,-106 28-1260,55 25-569,-44 2 0,-23 5 0,45 0-1769,88 11 0,33-13 315,-10-36 0,6-14 970,-7 6 0,4-2 0,-6-5 0,8-19 0,-13-5 0,-29 8 0,0 1 0</inkml:trace>
  <inkml:trace contextRef="#ctx0" brushRef="#br0" timeOffset="1.55837E6">23563 16668 7533,'-40'67'989,"-1"0"0,1 0 1,9-21-1,14-9-2877,30-3 1888,25-77 149,18-8 1,15-10 0,-16 15-150,-23 18-90,12 9 0,1 13 90,-3 59 0,-7-28 0,19 34 0</inkml:trace>
  <inkml:trace contextRef="#ctx0" brushRef="#br0" timeOffset="1.55878E6">24022 16812 7533,'-8'55'719,"0"1"1,8-6-585,14 10 0,14-15-345,16-62 0,12-28 0,-6 7 210,20 9 1259,-51 78 1,-25 28-955,-20-25 1,-18 6 0,-11 2 0,-6 1 0,1-2-1142,10-13 1,-4 0 0,-3 0 0,-1 0 0,0-2-1,2 0 1,3-2 835,-4 10 0,3 2 0,1-3 0,1-9 0,-3-14 0,-31-15 0,-1-18 0,31-13 0,40-19 0</inkml:trace>
  <inkml:trace contextRef="#ctx0" brushRef="#br0" timeOffset="1.55941E6">24682 17128 6633,'64'-7'1259,"-25"-1"-809,-43 0 1529,-8 2-1260,53 11 1,32 9-1140,0 1 1,9 3-1,-4-1 150,-17-7 0,-3-1 0,2 2 60,18 4 0,2 2 1,-18-4 209,-21-7 0,-22 2 0,7 6 0</inkml:trace>
  <inkml:trace contextRef="#ctx0" brushRef="#br0" timeOffset="1.55987E6">25515 16998 7533,'32'13'3688,"22"35"-3733,-38 10 0,-3 4-90,11-24 0,-10-1-1035,-50 20 1,-21-5 1169,13-25 0,2-6 0,1 8 0,-7 17 0</inkml:trace>
  <inkml:trace contextRef="#ctx0" brushRef="#br0" timeOffset="1.56087E6">26376 16941 9062,'-47'60'575,"0"-1"1,0 1 0,0 0-1,-4 2 1,3 2-509,6-3 1,-5 10-1,8-2 1,20-14 22,45 14-270,50-48 180,-25-17 0,3-2-45,8-1 0,1-2-806,-4 1 1,-3 0 0,11 0 0,-4 0 0</inkml:trace>
  <inkml:trace contextRef="#ctx0" brushRef="#br0" timeOffset="1.56132E6">26950 17228 7533,'41'-24'1529,"-58"60"0,-27 30 0,10-9-1529,18 1-120,-12 5 0,-4 13 0,25-27 30,70-48-360,-10-4 0,13-2 1,2-2-1,-9 0 450,2-3 0,-1 1 0,8 0 0,5 1 0,-19 6 0,-26 10 0</inkml:trace>
  <inkml:trace contextRef="#ctx0" brushRef="#br0" timeOffset="1.56208E6">27840 17156 7533,'-42'55'557,"1"0"1,-1 0 0,1 0-1,7-10 1,1-1-896,-16 20 1,-13 16 0,9-12 0,32-37-2811,56-68 3148,-6 26 427,9-39 0,14-32 0,1 4 1,-11 39 2090,-1 60-2068,12-33 0,-7 8-585,-54 62 0,0 6-270,48-36 0,9-24 180,-11-42 1,1-19 403,13 4 1,8-4 0,-6 9 90,-13 6 0,-6 24-1071,-10 63 0,-8 39 0,-5-11 532,1 5-110,-6 8 1,1 14 0,3-44 0,-5-54 0,19 4 0</inkml:trace>
  <inkml:trace contextRef="#ctx0" brushRef="#br0" timeOffset="1.57646E6">30049 12838 876,'-68'-15'0,"0"-1"0,-1 0 0,1 0 0,0 0 0,-1 0 0,1 0 0,-4 26 0,3 10 0,0 7 0,0 7 0,-4 5 0,-5 6 0,24-13 0,-4 3 0,-3 5 0,-3 3 0,-2 2 0,-1 3 0,0 2 0,-1 1 0,1 1 0,1 0 0,1 1 0,4-1 0,2-1 0,4-2 0,5-1 0,-11 11 0,4-4 0,3 0 0,4 0 0,2 0 0,3 4 0,2 3 0,4 5 0,2 7 0,9-9 0,2 7 0,2 6 0,1 5 0,2 4 0,2 2 0,1 1 0,3 0 0,1-1 0,2-2 0,2-4 0,3-4 0,2-7 0,1-6 0,4-9 0,0 30 0,5-17 0,12-4 0,21 8 0,-9-32 0,7 6 0,7 5 0,7 3 0,5 4 0,4 1 0,5 1 0,4 0 0,2-1 0,1-2 0,2-2 0,0-5 0,0-4 0,-1-6 0,-2-7 0,-3-8 0,-3-8 0,-4-9 0,10-13 0,-3-14 0,-1-13 0,-1-9 0,-1-7 0,0-5 0,1-2 0,1 0 0,1 2 0,2 5 0,3 8 0,3 9 159,-4 13 1,4 7-1,4 6 1,3 5 0,1 3-1,1 3 1,2 0-1,-2-1 1,0-2 0,-2-3-1,-2-5 1,-4-6-1,-4-8 1,-5-8 0,-5-11-48,-10-5 0,1-9 1,0-7-1,-1-6 1,-1-7-1,-1-5 1,-1-4-1,-3-4 0,-2-2 1,-3-2-1,-4-1 1,-3 0-1,-4 1 1,-5 1-1,-5 3 1,-6 3-1,-5 4 0,-6 6 1,-7 5-1,-7 7-254,-15-4 1,-13 7 0,-13 4-1,-9 5 1,-9 3 0,-5 2-1,-4 2 1,-2 0 0,0 0 0,3-1-1,5-2 1,6-3 0,9-3-1,11-5 34,5-18 0,13-9 0,9-5 0,6-3 0,2-1 0,-2 4 1,-3 5-1,-9 8 0,-10 12 0,-15 13 108,0 22 0,-11 6 0,-8 6 0,-8 6 0,-6 5 0,-5 4 0,-3 5 0,-3 3 0,1 3 0,0 3 0,2 1 0,5 2 0,4 1 0,7 1 0,8-1 0,10-1 0,10 0 0,-15 16 0,19 5 0,6 3 0,-8 3 0,-7 2 0,0 0 0,0-1 0,-1 1 0,1 0 0,0 0 0</inkml:trace>
  <inkml:trace contextRef="#ctx0" brushRef="#br0" timeOffset="1.58679E6">5310 10099 4030,'-67'25'179,"0"0"1,0 0 0,0 0 0,0 0 0,0 0 0,0 0 0,0 0 0,1-1 0,8-4 0,0 0 0,-2 1 0,-7 4-210,1 1 0,-6 1 0,-6 4 0,-3 1 0,-1 1 0,1 0 0,3 1 0,7-1 0,7-1-611,-8 8 1,7 1-1,6 0 1,2-1-1,0-3 641,-3-3 0,0-3 0,5 2 0,7 9 336,1 23 0,5 13 0,11 0 0,17-12-516,24-6 0,18-5 225,0-6 0,8 6 0,7-5 0,7-13 67,18-15 0,11-15 1,6-8-1,-2-1 9,-14 2 1,-1-2 0,2-3 0,4-5 0,6-7-41,-20 0 1,4-5 0,5-5 0,2-2 0,3-4-1,0-1 1,-1 0 0,-1-2 0,-2 2 0,-3 0 0,-5 3-44,9-5 1,-3 2-1,-4 0 1,-1 0-1,-1-3 1,1-5-1,2-4-6,-10 3 1,3-6 0,2-3 0,1-4-1,0-1 1,-1-1 0,-2 0 0,-4 2 0,-3 2-1,-6 5 1,-6 4-33,21-19 0,-5 5 0,-18 6 0,-32 6-126,-30 19 0,-21 4 0,-19 1 0,-13 4 0,-10 2 0,-4 3 0,-1 3 1,5 3-1,8 2 0,14 4-364,-6 5 0,11 6 0,3 4 0,-7 6 0,-14 2 490,27-6 0,-8 1 0,-6 3 0,-5 3 0,-5 1 0,-3 1 0,-4 2 0,-1 1 0,-2 1 0,0 0 0,0 1 0,2 0 0,2-1 0,3 0 0,4 0 0,5-2 0,5 0 0,6-3 0,8 0 0,-28 15 0,15-3 0,8 0 0,-2 3 0,-10 3 0,1-1 0,1 0 0,-1 0 0,1 0 0,-1 0 0,0 0 0,1 0 0,-1 0 0,0 0 0,1 0 0</inkml:trace>
  <inkml:trace contextRef="#ctx0" brushRef="#br0" timeOffset="1.63212E6">27897 13182 7533,'-34'-44'-135,"1"-1"0,7 6 270,-27 25 0,-8 28-153,25 26 0,4 26 0,2 15 0,1 6 0,-1-3-714,4-14 1,0 2-1,1 2 1,-1 3-1,1 1 1,1 2-1,1 1 742,2-8 0,-3 2 0,0 3 0,0 0 0,2 1 0,3 0 0,4-1 0,6-2 0,8-2 91,7 3 0,7 2 0,6-1 1,4-1-1,3-3 0,1-4 0,-1-7 1,-1-8 395,11 26 0,1-14 1,15-32-524,-1-39 0,15-21 1,8-17-1,3-10 0,-3-6 1,-7 0-1,-14 5-64,-10 2 0,-9 1 0,-7-4 0,-2-7 0,-1-11 60,-6 13 1,-1-9 0,0-9 0,-1-5 0,-1-5 0,-1-3 0,-1 0 0,-2 0 0,-1 3 0,-2 4 0,-2 6 0,-2 8 0,-3 9-16,-1-22 0,-5 13 0,-7 5 0,-12-6-203,-5 10 1,-9-9 0,-7-5-1,-5 1 1,-2 5 0,0 10-1,2 15 1,5 20 110,-16 25 1,2 28 0,-6 6 0,1-4 0,-8 7-1,-2 4 1,7-1 0,13-2 0,4 15 0,1 0-1</inkml:trace>
  <inkml:trace contextRef="#ctx0" brushRef="#br0" timeOffset="1.63825E6">11193 3442 6723,'80'-6'9,"0"1"1,0-1-1,0 0 1,0 0 0,0 0-1,0 0 1,0 0 0,0 1-1,0-1 1,0 0 0,0 0-1,0 0 1,0 0 0,0 0-1,0 0 1,0 1 0,0-1-1,0 0 1,0 0-1,0 0 1,0 0 0,0 0-1,0 0 1,0 1 0,5-3-1,-2 0 1,-1 0 0,-1 0-1,-2 0 1,-1-1 0,-1 1-1,-1-1 1,-1 1 0,-1 1-1,-1 0 1,0 0 0,0 2-1,-1 0 1,0 1-1,-1 1 1,15 1 0,2 1-1,1 1 1,0 1 0,0 0-1,-2 2 1,-3 0 0,-5 0-1,-5 0 1,-6 1 0,-8 0-1,-9-1 1,4 4 0,1 0-1,-1 0 1</inkml:trace>
  <inkml:trace contextRef="#ctx0" brushRef="#br0" timeOffset="1.6426E6">10705 5465 7533,'-75'15'77,"0"0"0,0-1 0,1 1 0,-1 0 0,0 0 0,0 0 0,0 0 0,0 0 1,0-1-1,-10 8 0,2-4 0,8 4 0,14 9 0,17 15 231,24 15 0,15 19 1,12 11-1,11 4 1,6-4-1,6-11 1,2-20-152,10-13 0,8-14 1,9-9-1,10-1-76,-8-9 1,16-4 0,13-4 0,8-1 0,2-2 0,-1 0 0,-7 1-1,-12 1 1,-16 2 0,-21 4 0,-27 4-82,-23 0 0,-16 3 0,-15 3 0,-12 3 0,-13 2 0,-9 1 0,-10 2 0,-7 1 0,-5 1 0,-6-1 0,-2 1 0,-2-1 0,-1 0 0,2-3 0,2 0 0,4-3 0,6-2 0,6-3 0,9-3 0,9-4 0,12-4 0,-29-5 0,18-12 0,6-3 0,-6 5 0,-18 13 0,9 25 0,0-1 0,0 1 0,0-1 0,1 1 0,-1 0 0,0-1 0,0 1 0,0-1 0,1 1 0,-1-1 0,0 1 0,0-1 0,0 1 0,1 0 0,-1-1 0,0 1 0,0-1 0,0 1 0,0-1 0,1 1 0,-1-1 0,0 1 0,0 0 0</inkml:trace>
  <inkml:trace contextRef="#ctx0" brushRef="#br0" timeOffset="1.64406E6">10045 5364 96,'-79'18'49,"0"-1"0,-1 1 0,1 0 0,0-1 0,0 1 0,-1-1 0,7 23 0,-1 7 1,10 4-1,20 1 0,31-3 130,30-13 1,21 1 0,18 2 0,13 0 0,10 0 0,6-3 0,1-2 0,-2-5 0,-7-4 0,-11-7-270,7-3 0,-6-7 0,-2-6 0,2-4 0,5-4 0,9-1 322,-15-1 1,13-3 0,11-3 0,6-3 0,5-1 0,1-2 0,-1-1 0,-4 0 0,-8 0 0,-9 1 0,-14 2 0,-15 1 0,-18 3 0,-23 3-383,-23-1 0,-23-2 0,-19 0 0,-17-1 0,-13 2 0,-10 2 1,-7 4-1,-4 3 0,-1 6 0,3 6 0,6 8 0,8 8 99,31-1 1,0 5-1,-1 5 1,0 6 0,-1 3-1,0 4 1,-1 4 0,0 4-1,0 1 1,0 3 0,-1 2-1,0 2 1,0 0 0,-1 2-1,1-1 1,-1 1 0,0-2-1,1 0 1,-1-1 0,0-2-1,0-3 1,0-1 0,0-4-1,0-4 1,1-3 20,-9 1 1,0-3-1,-1-3 1,-1-3-1,0-2 1,-1-1-1,0-2 1,0-1-1,0 0 1,0 0-1,1 0 1,1 1-1,0 1 1,1 2-1,1 2 1,1 2-1,2 3 1,2 4-1,1 3 1,2 4-1,7-1 1,-1 5-1,-1 5 1,-1 3-1,0 5 1,0 2-1,0 3 1,0 2-1,1 2 1,1 1-1,1 0 1,2 0-1,1 0 1,3-1-1,2-2 1,2-2-1,4-2 1,2-4-1,4-3 1,3-4-1,5-5 1,4-5-1,4-5 1,5-7-1,5-6 1,18 30-1,0 1 1</inkml:trace>
  <inkml:trace contextRef="#ctx0" brushRef="#br0" timeOffset="1.64967E6">16905 5709 8072,'-78'-5'0,"-1"0"0,1 1 0,0-1 0,0 0 0,0 0 0,0 1 0,0-1 0,-1 0 0,1 0 0,3 15 0,6 4 0,4 4 0,1 2 0,-2 1 0,-6 1 0,3-4 0,-12-2 0,-5 1 0,-2 0 0,3 3 0,8 2 0,12 5 0,17 4 0,22 5-693,26 18 0,28 11 0,20 7 0,12 2 0,2-2 0,-4-6 1,-14-11 781,-6 7 1,-4-9 0,21-9 22,-8-23 1,11 0-1,10-2 1,8-2-1,7-2 1,3-3-1,3-3 1,0-4-1,-1-3 1,-4-6-1,-5-4 1,-7-5-347,0-10 0,-3-9 1,-2-6-1,-2-6 0,-2-4 1,-1-2-1,0 0 0,0 1 1,0 2-1,1 5 224,6 4 0,2 2 0,2 3 0,0 0 0,-3 0 0,-2-2 0,-6-3 0,-6-5 0,-8-5 166,2-20 0,-3-11 0,-6-7 0,-9 0 0,-11 5 0,-15 11 0,-18 15-174,-26 15 0,-22 13 0,-15 10 0,-8 4 1,1-3 7,19 1 0,-4-1 0,-3 0 0,-3 1 0,-3 2 0,-1 3 0,-1 5 0,0 5 0,0 7-198,11 5 0,-2 5 1,-2 6-1,-1 3 1,-2 4-1,1 2 1,-1 2-1,2 2 0,0 0 1,2-1-1,2 0 1,3-2-1,3-3 208,-13 7 0,4-2 0,3 0 0,2 0 0,1 1 0,1 2 0,-2 1 0,-1 3 0,3-2 0,-4 3 0,-3 2 0,0 1 0,0 2 0,4-1 0,4 0 0,6 0 0,9-3 0,9-2 0,8 30 0,1-1 0,-1 0 0</inkml:trace>
  <inkml:trace contextRef="#ctx0" brushRef="#br0" timeOffset="1.7014E6">22874 6240 7533,'-53'-58'146,"0"1"0,-1 0 0,1-1 0,-3 27 0,-3 7 1,-4 4-1,-2 4 0,-2 2-56,-8 0 0,-4 2 0,-2 5 0,2 7 0,4 11-445,5 9 0,1 10 1,2 7-1,6 6 0,6 4 337,7 4 0,4 6 0,6 5 0,9 2 0,10 1-90,12 3 0,10 2 0,10 2 0,5-2 1,6-2-19,4-3 0,7-1 0,5-3 0,7-1 0,7-1-246,-7-13 1,6 1 0,5-1 0,3-1-1,3-2 1,1-3 0,0-2 0,0-5 332,7-1 0,1-3 1,1-3-1,2-4 1,1-3-1,1-4 1,1-3 71,-2-5 1,1-2 0,3-4 0,0-2-1,0-4 1,-1-3 0,-3-4 0,-3-3 94,0-4 1,-2-4-1,-1-3 1,-3-4-1,-1-4 1,-3-3-1,-2-4-29,0-7 0,-2-5 0,-2-4 0,-3-3 0,-3-2 0,-2-1 0,-4 1 96,0-3 0,-1 0 0,-4-2 0,-5-1 0,-6-1 0,-8-2-71,-9-3 1,-5-3 0,-8-2 0,-6 1-1,-6 3 1,-7 4-50,-6 6 0,-6 2 0,-6 3 0,-7 2 0,-4 5 0,-6 6-143,1 9 1,-7 4-1,-5 3 1,-3 3-1,-3 4 1,-2 3 0,1 3-1,1 5-281,-1 2 0,-1 4 0,-1 4 0,-1 4 1,-1 3-1,-1 4 0,-2 4 0,-1 3 349,12 1 0,-3 5 0,-3 4 0,-1 3 0,-1 3 0,0 1 0,0 2 0,2 0 0,2 0 0,2 0 0,4-1 0,3-3 0,-13 8 0,6-1 0,3 0 0,3 0 0,0 2 0,0 2 0,-3 3 0,6 4 0,-1-1 0,0 1 0,1 0 0,-1-1 0,0 1 0,1 0 0,-1-1 0,0 1 0</inkml:trace>
  <inkml:trace contextRef="#ctx0" brushRef="#br0" timeOffset="1.71993E6">30021 13068 2222,'-54'57'12,"-1"-1"0,1 0 0,0 1 1,0-1-1,0 1 0,-1-1 1,1 0-1,0 1 0,0-1 1,35 9-1,10 5 0,7 4 0,7 3 1,4 3-1,3 1 0,2 2 1,0-1-1,-1 0 0,-4-1 1,-4-2-1,-6-3 0,-8-4 177,-12 5 1,-12 1-1,-8 2 1,-5-2 0,-2-1-1,1-2 1,6-5 0,8-4-1,12-6 1,15-8 0,18-7-68,23-6 1,21-4-1,16-6 1,14-4 0,8-7-1,5-5 1,1-7 0,-3-7-1,-8-7 1,-10-8 0,-16-8-34,-9-14 1,-11-13 0,-7-10 0,-5-9 0,-4-5 0,1-4 0,1-2 0,5 2 0,7 4-44,-1 15 0,8-2 0,6-1 0,5-1 0,1-2 0,1 0 0,0 0 0,-3-1 0,-5 1 0,-6 0 0,-7 1 0,-9 1 0,-12 1 0,-13 2-243,-15-9 1,-15-3 0,-12-1 0,-11 0 0,-7 0-1,-6 4 1,-2 3 0,1 5 0,1 8 0,6 7-1,8 10 174,-9-3 1,5 15 0,-5 9-1,-15 7 23,17 7 0,-10 5 0,-9 3 0,-7 4 0,-6 2 0,-4 3 0,-2 3 0,-1 1 0,1 2 0,2 1 0,5 1 0,5-1 0,8 1 0,9 0 0,11-2 0,-18 17 0,20 1 0,3 5 0,-10 7 0,1-1 0,-1 0 0,1 0 0,-1 0 0,1 0 0,-1-1 0,1 1 0,-1 0 0,1 0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2:15:28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6113 8363 7533,'-59'33'1056,"-1"0"1,1 0 0,53 32 0,8 8-1027,-27-12 0,-11 2 0,2 8-210,14-7 0,3 9 0,0 1 0,0-7 1,-2-17-316,-5-15 0,-6-5 495,-23 26 0,-9 6 0,34-31 0,60-54 0,4-8 0,1 0 0</inkml:trace>
  <inkml:trace contextRef="#ctx0" brushRef="#br0" timeOffset="386">6773 8406 6183,'-51'47'674,"0"1"1,0 0 0,0 0 0,26 8-795,-8-16 0,-8 8 0,6 10 767,15 8 1,4 14 0,5 4 0,5-5-1,5-13-782,15-1 0,-2 1-165,-23-2 0,-11 15 0,-7 8 1,-2 0-1,5-9 0,7-16 300,7 5 0,5-17 0,1-17 0,47-76 0</inkml:trace>
  <inkml:trace contextRef="#ctx0" brushRef="#br0" timeOffset="1137">6085 8406 6633,'-58'-26'2699,"10"52"-2819,-6 3 0,-14 7 0,12 2 120,10 1 0,22 4-1721,52 24 0,20-8 1811,-10-34-207,-47 15 1,-23 20-1,-12 8 1,-1-3 0,10-16 116,3-9 0,-3-3 0,-20 15 0,-22 15 0,-1 3 0,18-14 0,39-27 0,66-37 0</inkml:trace>
  <inkml:trace contextRef="#ctx0" brushRef="#br0" timeOffset="2107">6142 8434 6633,'-57'2'749,"-1"0"1,19 10 0,-2 4-750,-16 4 0,-9 1 0,11 1-90,-9 14 0,61 26 0,19-2 270,12-35 269,27 30 1,-4 8 0,-29 4-495,-23 8 0,-23-1 45,-24-36 0,-16-8 0,7-2 0,12 9 0,0-7 0,-23-23 0,-1 0 0</inkml:trace>
  <inkml:trace contextRef="#ctx0" brushRef="#br0" timeOffset="3187">6802 8564 6633,'-62'29'479,"0"1"1,0 0 0,1-1 0,-1 1 0,-1-20 0,5 5-413,-9 34 0,-12 22 1,16-2-1,42-30-187,63-39 0,37-23 1,-9-7 164,-20-16 0,-1-3 344,15 17 1,7 2 0,-15-2-525,-24-15 0,-16 19 292,-23 60 1,-18 40-1,-6 15 1,5-12-9,6-13 1,2-3 0,-1 5-286,2-2 0,-1 7 1,0 3-1,1-4 1,0-7 45,-4 10 0,0-5 0,12-38-4539,19-53 4629,-7-36 0,15-4 0,6-7 0,-2 12 0,0-1 0</inkml:trace>
  <inkml:trace contextRef="#ctx0" brushRef="#br0" timeOffset="4134">7405 8118 8162,'-4'68'54,"0"0"0,1 0 0,-1-1 0,0 1 0,0 0 0,5 6 0,-1 6 0,4-6 0,5-13 0,9-25-504,62-36-682,-36 0 0,-2 0 0,12 0 0,-25 0 0</inkml:trace>
  <inkml:trace contextRef="#ctx0" brushRef="#br0" timeOffset="7635">15728 3987 9242,'-13'56'1079,"11"0"0,1 6-899,-14 15 0,17-12 764,47-29 1,17-27-1822,-23-32 0,2-21 0,1-8 0,2 5 877,5 6 0,4 2 0,-2-1 0,-3-4 0,-5-10 0,-3-6 0,-3 3 0,-4 14 0,26-3 0</inkml:trace>
  <inkml:trace contextRef="#ctx0" brushRef="#br0" timeOffset="8218">16675 3916 9152,'-30'65'239,"1"-1"1,-1 1 0,63-85 0,28-36 0,1 0 0,-24 35 300,-35 90-495,73-85 0,-2-2-495,-67 54-45,-18 14 0,-12 22 1,4 0-1,18-19 495,58-4 0,-3-19 0,-14-41 0,0 0 0</inkml:trace>
  <inkml:trace contextRef="#ctx0" brushRef="#br0" timeOffset="8672">17163 4189 7533,'59'5'1214,"0"1"0,-8-3-854,2-39 0,7-24 0,-30 6-270,-46 19 0,-9-2-180,27-35 0,-7 16 60,-35 60 0,-18 26 0,9 10 329,15 19 1,9 14 0,1-3-180,-9-10 0,-1-2 0,28-7-429,40-10 1,27-5 0,7-7-1,-11-12 1,-13-14 0,1-12-1,23-12 1,0 1 0,-1-1-1,1 0 1</inkml:trace>
  <inkml:trace contextRef="#ctx0" brushRef="#br0" timeOffset="9498">16819 3672 7533,'-26'-22'2338,"7"27"-2068,-35 50-158,26 0 1,-1 18-1,1 3 1,4-10 22,-10 3 0,20-9-720,56 10 0,18-29 585,-25-55 0,4-23 180,2-2 0,10-16 0,5-7 0,-1-1 0,-7 6 0,-12 13 45,-9 7 0,-6 2-166,5-22 1,0-7 0,-15 34-186,-22 54 0,-16 36 0,-8 18 1,1 0-1,7-17-639,4-3 1,2 1 173,-8 13 0,-8 16 0,9-7 0,23-32 591,37-37 0,9-18 0,-12-2 0</inkml:trace>
  <inkml:trace contextRef="#ctx0" brushRef="#br0" timeOffset="11023">23879 4877 9691,'81'-10'40,"-1"1"1,1-1 0,-11 0 0,3-2 0,-5-1 0,-11 0 0,-10-3 0,-5-1 0,17-7 0,0 0 0</inkml:trace>
  <inkml:trace contextRef="#ctx0" brushRef="#br0" timeOffset="11260">24395 4733 7533,'-53'49'123,"0"0"1,0 0 0,0 0-1,0 0 1,0 0 0,0 0-1,0 1 1,-8 7 0,8-8-1,-5 2 1,5-6 0,0 0-1,0 0 1,0 0 0,0 0 0</inkml:trace>
  <inkml:trace contextRef="#ctx0" brushRef="#br0" timeOffset="11754">25027 5236 8792,'-59'29'382,"-1"0"0,1 1 1,0-1-1,-1 0 0,101-49 1,49-23-1,0-2 0,-49 24-322,-93 38 0,-42 20 0,45-5-60,90-19 0,49-6 0,4 0 0,-38 6 0,-47 14 0,-19 41 0,-1-1 0,1 1 0</inkml:trace>
  <inkml:trace contextRef="#ctx0" brushRef="#br0" timeOffset="12132">25486 5249 9422,'-23'62'411,"0"-1"0,0 1 0,0-1 0,56-79 1,24-35-1,4-1 0,-15 34-2525,-18 95 0,2-1 2114,12-87 0,16-33 0,5-15 0,-2-1 0,-11 17 0,3 6 0,-10 12 0,-2 14 0</inkml:trace>
  <inkml:trace contextRef="#ctx0" brushRef="#br0" timeOffset="12592">26462 5379 7533,'-75'19'869,"0"0"1,53 31-1,3 5-509,-52 0 0,24-22 89,87-44 1,40-20 0,-9 9-360,2 26-1529,6-20 0,-11 17-136,-52 41 1,-16 17 1574,-10-4 0,-5 6 0,14-13 0,32-16 0,2-11 0,-17-7 0</inkml:trace>
  <inkml:trace contextRef="#ctx0" brushRef="#br0" timeOffset="14403">14092 9869 7533,'-41'63'-50,"1"0"1,-1 0 0,0 0 0,9-14 0,1 3 0,-14 23 0,-2 3 0,9-17 0,21-37 0,17-27 0</inkml:trace>
  <inkml:trace contextRef="#ctx0" brushRef="#br0" timeOffset="14801">14063 9898 0,'23'65'491,"1"0"1,-1 0 0,0-1 0,3-84 0,4-38-1,3-22 1,1-9 0,3 5 0,1 19 0,0 33 681,24 54 1,4 33 0,-3-33-1187,-24-55 0,-1-31 0,-2-20 0,-1-8 0,-1 4 0,-2 15 1,0 27-723,12 17 0,-5 23 735,2 49 0,-25 13 0,-3-29 0</inkml:trace>
  <inkml:trace contextRef="#ctx0" brushRef="#br0" timeOffset="16273">14264 9410 7533,'-35'62'591,"0"1"0,0-1 0,0 0 0,0 0 0,1-9 0,3-6 0,0 9-471,4 5 0,-5 15 0,1 5 0,3-3 0,8-11 0,11-20 150,19-5-180,12-18-113,4-41 1,13-27-1,9-20 1,6-12-1,2-6 1,-3 3-1,-4 9 1,-10 16 22,3 3 0,-7 9 0,6-8-39,0-4 0,11-14 1,4-8-1,0 1 1,-5 9-1,-10 15 1,-16 25 128,-12 21-1439,-39 18 899,20-11 450,-20 4 0,26-6 0,0 0 0</inkml:trace>
  <inkml:trace contextRef="#ctx0" brushRef="#br0" timeOffset="18747">14695 9439 6538,'16'-40'709,"-32"53"1,-19 28-1,-16 20 1,-9 14 0,-7 8-1,-1 1 1,4-5 0,8-11-1,13-19-1842,2-7 1,6-10 0,-7 10 872,-1 8 0,-15 18 0,-8 12 0,-3 6 1,1-2-1,6-7 0,13-13 0,16-21 1,22-26 259,53-55 0,6 1 0,-13-1 0,0 0 0</inkml:trace>
  <inkml:trace contextRef="#ctx0" brushRef="#br0" timeOffset="19378">14609 9496 7533,'31'10'3957,"-8"27"1,-7 15-3808,-12-4 0,-5 6 0,1 8-450,3-2 0,0 11 0,1 4 0,1 1 1,0-4-1,0-8 180,0 12 0,1-8 0,12-5 150,23 8 0,13-4 0,-2-35-30,-6-50 0,4-28-376,-3 0 0,8-16 0,3-7 0,-2 1 0,-8 7 316,-1 2 0,-6 4 0,5-6-263,-6 9 1,5-7 0,2-3 0,0 0-1,-4 6 1,-7 8 277,13-16 0,-5 7-525,2-1 1,2-2-1,-27 31 570,-34 37 0,10 7 0,-10-1 0</inkml:trace>
  <inkml:trace contextRef="#ctx0" brushRef="#br0" timeOffset="20280">16015 10084 8792,'-59'25'413,"0"0"1,0 0 0,0 1 0,12-2 0,5 4-324,-13 21 0,0 9 0,34-23-450,54-42 0,30-21 0,0-1 330,-7 8 0,0-1 0,-2-5 90,12-22 0,-2-7 0,-28 35 1469,-57 80 0,-22 27-1214,24-36 0,-3 6-171,-4 2 0,-7 11 0,-4 7 0,-1 1 0,3-5 197,5-9 1,3 1 0,-2-2 0,-2-4 0,-5-7-522,-12-4 0,-4-8 0,-3-4 0,-1-1-1754,0 3 0,-1 0 0,0-7 1,4-18 1933,-26-36 0,14-26 0,25-7 0,17-2 0,23 3 0</inkml:trace>
  <inkml:trace contextRef="#ctx0" brushRef="#br0" timeOffset="20958">16474 10156 7173,'32'53'1139,"0"1"0,-14-10 1,-11 4-2084,-15 4 1,-11 5 0,2-8-1,-6 15 1,1-55 0</inkml:trace>
  <inkml:trace contextRef="#ctx0" brushRef="#br0" timeOffset="21164">16790 9840 7533,'70'-16'-180,"-57"-3"0,46 15 0,0 0 0</inkml:trace>
  <inkml:trace contextRef="#ctx0" brushRef="#br0" timeOffset="22068">17077 10228 8252,'16'7'1259,"-22"36"1,-14 10-1170,-15 1-150,11 2 0,-1 10 0,17-33 172,27-62 1,19-39-1,6-5 1,-8 28 426,5 37-179,7-39 0,14-31 0,-3 7 0,-20 44 539,-30 67 0,-9 25-5815,12 10 1,-1 1 4654,-12-18 0,-2-4 0,1-5 0,8-17 0,22-46 0</inkml:trace>
  <inkml:trace contextRef="#ctx0" brushRef="#br0" timeOffset="22595">18196 10142 7533,'-40'65'-144,"0"0"0,1 1 0,-1-1 0,10-16 0,-1-1 144,-11 11 0,-11 12 0,0-5 0,13-24 0,5-25 0,48-57 0</inkml:trace>
  <inkml:trace contextRef="#ctx0" brushRef="#br0" timeOffset="22924">17938 10171 7533,'25'39'1859,"18"16"0,13 15 0,-8-7-3119,-18-13 1,1-1 1259,19 20 0,7 5 0,-24-42 0,-33-54 0,0 1 0</inkml:trace>
  <inkml:trace contextRef="#ctx0" brushRef="#br0" timeOffset="26326">25859 10543 7533,'-34'65'15,"0"0"0,-1 0 0,1 0 0,3-2 0,2-3 0,0 7-15,3-6 0,-3 8 0,1 1 0,1-3 0,6-11 0,-10 23 0,21-33 0,64-83 0</inkml:trace>
  <inkml:trace contextRef="#ctx0" brushRef="#br0" timeOffset="26841">25744 11131 9691,'75'-14'50,"0"-1"0,0 1 0,0 0 0,-3 1 0,-4-1 0,6-11 0,-1 1 0,1-1 0</inkml:trace>
  <inkml:trace contextRef="#ctx0" brushRef="#br0" timeOffset="27078">26491 10701 6813,'-26'68'19,"0"0"0,0 0 0,0 0 1,0 1-1,0-1 0,0 0 1,-9 16-1,-4 7 0,3-7 1,13-18-1,22-33 0,46-44 1,-4-24-1</inkml:trace>
  <inkml:trace contextRef="#ctx0" brushRef="#br0" timeOffset="27725">27237 10816 8162,'-50'60'359,"1"1"1,11 0 0,-2 10 0,4 2 0,10-7-495,12 10 0,5-1 75,-15 10 0,-3 4 1,27-38 59,43-60 0,20-29 0,-9 2 0,-3 1 0,0-17 0,0-1 0</inkml:trace>
  <inkml:trace contextRef="#ctx0" brushRef="#br0" timeOffset="27956">26950 11160 7533,'70'5'260,"0"-1"1,0 1 0,0 0 0,-28 4 0,-1-2 0,34-12 0,-1 0-1,0-1 1,0 1 0</inkml:trace>
  <inkml:trace contextRef="#ctx0" brushRef="#br0" timeOffset="29032">28127 11318 7533,'-60'41'764,"1"0"1,-1 0-1,-7 4 1,3 2-765,6 7 0,0 4 0,34-28-240,60-55 0,37-32 0,-7 8 645,-25 20 0,1 10 359,44 11 1,-9 19-1215,-45 26 210,15-29 0,16-8 1,-4-2 733,-10 1 1,1-1-465,10 0 0,6 1 0,-20 15-525,-34 30 1,-18 11-646,-8 7 1,-6 3 0,16-31 1139,39-61 0,-1-1 0,2-2 0,22-19 0</inkml:trace>
  <inkml:trace contextRef="#ctx0" brushRef="#br0" timeOffset="29408">29389 11088 8252,'-40'64'719,"0"1"1,0-1 0,0 1-1,-1-1 1,6-4 0,19 0-720,28-1 0,17 14 0,9 2 0,4-10 0,-3-22 0,8-25 0,8-14 0,21 6 0,1 0 0,0-1 0,-1 1 0</inkml:trace>
  <inkml:trace contextRef="#ctx0" brushRef="#br0" timeOffset="34716">30968 6799 7533,'-30'71'114,"0"0"1,0 0 0,0 0 0,0 0 0,0-1 0,0 1 0,0 0 0,0 0 0,0 0 0,-2 1 0,0-4 0,0-1 0,1-1 0,-2 1 0,0 2 0,-1 4 0,-1 4 0,-3 7-115,13-25 0,-3 5 0,0 3 0,-1 4 0,-1 2 0,-1 3 0,-1 2 0,0 1 0,0 2 0,-1 0 0,1 0 0,-1 0 0,1-1 0,-1-1 0,2-1 0,0-3 0,0-2 0,2-3 0,0-3 0,2-4 0,1-4 0,-12 22 0,2-6 0,0-5 0,2-4 0,1-1 0,0-2 0,2 0 0,-1 3 0,2 2 0,3 3 0,0 1 0,0-1 0,0 0 0,0 1 0,0-1 0,0 0 0,0 1 0,0-1 0</inkml:trace>
  <inkml:trace contextRef="#ctx0" brushRef="#br0" timeOffset="34999">29102 9826 7533,'11'76'372,"0"1"1,-1 0 0,1-1-1,0 1 1,-1-1 0,11-20-1,16-11-705,8-14 0,18 5 0,13 0 0,5-3 0,-1-6 0,-7-11 0,-13-12 0,3-24 0,-12-19 0,7-6 0,0 3 0,0 0 1,0 0-1,0 0 0,0 1 0,0-1 0</inkml:trace>
  <inkml:trace contextRef="#ctx0" brushRef="#br0" timeOffset="36427">30337 5451 8162,'-64'26'30,"0"1"0,0-1 0,0 1 0,1-1 0,-26-32 0,40-6 285,81 20 0,41 7 0,13-1 0,-18-11-271,-19-20 1,1-2-68,15 12 1,17 4 0,-9 9 0,-32 12-563,-51 30 0,-25 14 75,-3 9 1,-6 7-1,31-23 240,70-28-135,4-49 1,-4-18 404,-9-20 0,-19 30 0,-1 1 0,14-19 0</inkml:trace>
  <inkml:trace contextRef="#ctx0" brushRef="#br0" timeOffset="37185">31111 5637 6183,'-60'-10'225,"-1"-1"0,1 0 0,19 18 0,2 6-165,-22 1 0,-6 3 0,35-5 239,68-9 1,37-5 0,-13 2-120,-12 7-90,30-17 0,-19 16 11,-65 23 0,-26 17 0,-18 13 1,-14 8-1,-6 5 0,0-1 0,6-5 1,12-10-66,6-1 0,5-6 0,2-1 0,-5 1 0,-9 6-61,5-8 0,-7 7 1,-7 5-1,-4 3 1,-3 1-1,0-1 1,0-4-1,3-4 1,5-7-1,5-9 1,7-11-1098,-16-5 1,9-16 0,-4-1 1121,-10 10 0,-7 2 0,7-7 0,22-20 0,25-40 0,24-10 0,27-4 0</inkml:trace>
  <inkml:trace contextRef="#ctx0" brushRef="#br0" timeOffset="37881">30968 6168 6633,'67'-15'809,"0"0"1,0 0 0,-38-48-1,-7 7-1618,22 48 899,-97 33 0,-21 23-270,59 19 0,11 9 90,-15-15 0,-2 1 0,23-22-405,59-35 1,8-32 494,-42-18 0,-9-7 0,4 7 0,1 2 0,-3 0 0,1 0 0</inkml:trace>
  <inkml:trace contextRef="#ctx0" brushRef="#br0" timeOffset="38583">31743 6053 7533,'-56'38'337,"0"0"0,0 0 1,1 0-1,118-80-315,-98 69 1,-45 30-1,0 1 1,46-29 67,70-48 0,44-29 0,9-3 0,-26 20 180,-22 28-136,42-26 1,-13 20-225,-74 47 0,-28 26 0,-5 7 1,18-10-1216,26 6 1,14-8 880,2-9 0,9-15 0,24-35 0,9-24 0,-12-27 0,0 0 0,0 0 0</inkml:trace>
  <inkml:trace contextRef="#ctx0" brushRef="#br0" timeOffset="38943">32489 5996 6183,'-44'43'60,"1"0"0,-1 0 0,33 17 0,13 11 0,4-1 0,-3-14-60,-9 15 0,27-8 0,12 6 0,-4-36 0,-4-81 0</inkml:trace>
  <inkml:trace contextRef="#ctx0" brushRef="#br0" timeOffset="39160">31944 6254 7982,'70'7'122,"0"1"1,0-1 0,0 0-1,1 1 1,-9-10 0,-6-3 0,1 4-1,7 10 1,-1 1 0,1-1 0</inkml:trace>
  <inkml:trace contextRef="#ctx0" brushRef="#br0" timeOffset="82594">29504 7043 7533,'72'5'41,"0"0"1,1 1-1,-1-1 1,0 0-1,0 0 1,0 0-1,0 1 1,8-2-1,-4 0 1,-2-1-1,2 2 1,5 2-1,8 3-62,-23 0 0,5 2 0,6 2 1,2 1-1,4 2 0,0 0 1,2 1-1,-2 0 0,-1-1 1,-3 0-1,-4-1 0,-5-1 1,-5-2-716,17 3 1,-8-2-1,-6-1 1,0-1-1,1 2 1,7 2 735,1 0 0,8 3 0,5 1 0,0 1 0,-3-1 0,-7-1 0,-12-3 0,-14-3 0,3 3 0,-15-4 0,12 2 0</inkml:trace>
  <inkml:trace contextRef="#ctx0" brushRef="#br0" timeOffset="94133">26634 10557 7533,'-45'-55'461,"1"0"0,-1 1 0,1-1 0,4-2 0,1-2 0,0-3 0,1-1 0,-1-1-342,5 7 1,-1 1 0,2-1 0,-2-3 0,1-5 0,-2-8-487,9 15 1,0-7 0,-2-6 0,0-3 0,-1-4-1,0-2 1,1 0 0,0 1 0,0 1 0,2 4 0,0 4-1,2 6 1,2 7 420,-9-18 0,4 13 0,1 4 0,-1-5 0,-3-12-34,8 17 1,-1-9 0,-2-7 0,-1-5 0,-1-4-1,-1-1 1,1 0 0,0 2 0,2 4 0,1 6-1,2 7 1,2 10 0,3 12-208,-14-21 1,4 8 96,4-9 0,-2-13 0,2 1 1,5 15 231,5 15 0,3 11 0,-5-1 0,-13-7 0</inkml:trace>
  <inkml:trace contextRef="#ctx0" brushRef="#br0" timeOffset="94469">25056 6971 0,'-42'15'55,"1"1"0,17 34 0,7 27 0,4 11 0,2-1 0,-1-16 851,-8 4 0,5-1-906,8-4 0,-1 17 0,4 0 0,6-17 0,9-34 0,21-43 0,-7-42 0</inkml:trace>
  <inkml:trace contextRef="#ctx0" brushRef="#br0" timeOffset="94711">24855 6986 7533,'57'-23'115,"0"1"1,1 0 0,-4 36-1,4 16 1,3 10 0,-1 3-1,-3-5-408,8 0 1,-2-1 0,-2 3 0,-1 6-416,-7 7 1,0 10-1,-2 1 1,-5-9-1,-7-17 1,25-11-1,-48-13 1</inkml:trace>
  <inkml:trace contextRef="#ctx0" brushRef="#br0" timeOffset="95460">25544 10128 7533,'-75'-6'170,"1"0"1,0 1 0,0-1 0,0 1 0,0-1 0,0 0 0,-1 1 0,4 3 0,-5 1 0,-2 1 0,-4 0-1,-1 1 1,-2 1 0,0-1 0,-1 2 0,1-1 0,2 1 0,1-1 0,2 1 0,4 0-365,-4 1 0,3-1 1,4 0-1,1 1 1,1 0-1,-1 0 1,-3 1-1,-2 1 1,-4 1-1,-6 1 180,19-1 1,-5 0-1,-3 2 1,-5 0-1,-2 1 1,-3 1-1,-1-1 1,-2 2-1,0-1 1,-1 1-1,1 0 1,2-1-1,1 1 1,2-1-1,3 0 1,4 0 0,4-2-1,4 1 1,6-2-1,6 0-1,-29 3 0,14-2 0,8-1 0,1 0 0,-4 2 0,-9 3-67,8-1 0,-10 2 0,-6 1 1,-4 1-1,-1 1 0,0 1 1,5-1-1,5 1 0,10-1 0,10-1 1,14-1 196,-10 12 0,17 0 0,-16 20 0,93-16 0</inkml:trace>
  <inkml:trace contextRef="#ctx0" brushRef="#br0" timeOffset="95801">20090 10471 7533,'-73'23'557,"0"-1"1,-1 0 0,1 1-1,-8 13 1,28 14-738,47 9 0,23 12 0,17-7 180,16-17 0,18-7 0,10-4 0,0-3 0,-8-5 0,4-3 0,1-2 0,0-1 0,-5 0 0,-5-1 0,0 1 0,1-1 0,-1 1 0</inkml:trace>
  <inkml:trace contextRef="#ctx0" brushRef="#br0" timeOffset="96943">25716 10328 7533,'-65'-49'214,"1"0"1,0 0-1,-1 0 1,1 0-1,0 0 1,-1 0-1,1 0 1,0 0-1,-1 0 1,1 0-1,0 1 1,-1-1-1,1 0 1,0 0-1,-1 0 1,1 0-1,-6 2 1,6 6-1,2 3 1,3 2-1,0 1 1,-1 1-1,-3-3 1,-4-3-1,-6-4 1,-7-6-221,30 19 0,-3-3 1,-3-3-1,-3-1 0,-2-2 1,-3-2-1,-3-2 1,-1-1-1,-2-2 0,-1 0 1,-2-2-1,-1 0 0,-1-1 1,-1 0-1,0-1 1,0 0-1,-1 0 0,1 1 1,0-1-1,1 2 0,0 0 1,2 0-1,0 2 1,2 1-1,2 1 0,1 2 1,3 1-1,2 3 0,2 1 1,3 2-1,3 3 1,3 2-261,-27-15 0,6 6 0,5 4 0,4 3 0,3 2 0,1 1 0,-1 0 0,-1-1 0,-4-3 0,-4-3 0,-6-5 246,18 9 0,-3-2 1,-3-1-1,-3-3 1,-2-1-1,-2-1 1,-2-1-1,-1-2 1,-1 0-1,0-1 1,-2 0-1,1 0 1,1 0-1,-1-1 1,2 2-1,1-1 1,2 2-1,1 0 1,3 1-1,2 2 1,3 1-1,3 2 1,3 1 81,-22-14 1,6 1 0,4 3 0,3 1 0,3 2 0,1-1 0,0 1 0,0 0 0,-2-2 0,-3-1-181,1 1 0,-2-1 0,-1-2 0,-1 1 0,0-1 0,1 0 0,0 1 0,2 1 0,2 1 0,3 1 0,2 3 0,-9-9 0,0 0 0,1 1 0,4 2 0,6 5 0,6 5 0,8 8 0,-2 2 0,0 1 0</inkml:trace>
  <inkml:trace contextRef="#ctx0" brushRef="#br0" timeOffset="97235">17565 5207 7533,'32'72'62,"1"0"0,-1-1 0,1 1 1,-1 0-1,-10-22 0,1 1 1,9 18-1,1 1 0,-1-1 0,1 0 1,-1 0-1,1 0 0</inkml:trace>
  <inkml:trace contextRef="#ctx0" brushRef="#br0" timeOffset="97489">17852 4992 8342,'69'-10'72,"0"0"0,0 0 0,1 0 0,-1 0 0,0 0 0,0 0 0,8-7 0,-11 0 0,8 4 0,4 14 0,0-1 0,0 0 0,0 1 0,-1-1 0</inkml:trace>
  <inkml:trace contextRef="#ctx0" brushRef="#br0" timeOffset="98696">25256 10356 7533,'-72'-34'258,"0"0"1,0 0-1,-1-1 1,1 1 0,0 0-1,5-4 1,9 2 0,-15-2-251,22 15 1,-6-3 0,-5-1 0,-5-1 0,-4-1 0,-3 1 0,-2 0 0,-3 1 0,-1 2 0,-1 2-279,13 6 1,-4 1-1,-3 1 1,-2 2 0,-2 0-1,-3 0 1,0 1-1,-1 1 1,0 0 0,0 0-1,1 0 1,1 0-1,2 0 1,2 0 0,3-1-1,4-1 306,-15-4 0,5 1 0,4-2 0,2 1 0,0 0 0,1 0 0,-2 0 0,-3 0 0,-4 0 0,-6 1-85,22 5 0,-3-1 0,-3 1 0,-2 0 0,-2 0 0,-2 1 0,-1-1 0,-1 0 0,-1 1 0,0-1 0,0 1 0,-1-1 0,2 1 0,0 0 0,1-1 0,1 1 0,2 0 0,3-1 0,1 1 28,-13-3 0,3-1 0,2 0 1,2 1-1,2-1 0,0 0 1,0 1-1,-1-1 0,0 2 1,-3-1-1,-2 2 0,-3 0 1,-4 1 48,20 3 0,-2 1 0,-1 0 0,-1 1 1,-2 0-1,0 0 0,-1 1 0,-1 0 1,-1 1-1,-1 0 0,-1-1 0,-1 1 1,0 0-1,-1 0 0,-1 0 0,0 0 1,-1 0-1,0-1 0,-1 0 0,0 0 1,0 0-1,-1-1-49,13 0 1,-1 1 0,-1-1-1,-1 0 1,-1-1 0,-1 1-1,0-1 1,-1 0 0,-1 0 0,0 0-1,-1 0 1,0 0 0,0 0-1,-1-1 1,0 1 0,0 0-1,1 0 1,-1 0 0,0 0 0,0 0-1,1 1 1,0-1 0,1 1-1,0 0 1,0 0 0,1 1-1,1 0 1,1 0 0,0 0 0,1 1-1,2 0 47,-10 1 0,1-1 0,1 1 1,2 0-1,0 1 0,1-1 0,0 1 1,1 1-1,0-1 0,1 1 0,0-1 1,0 1-1,0 1 0,0-1 0,-1 0 1,0 1-1,0 0 0,-1-1 1,-1 1-1,0 0 0,-2 0 0,0 0 1,-2 0-1,-1 0 27,10 0 0,-3 0 1,-1 0-1,-2 0 1,-1 0-1,-2 0 0,-1 0 1,-1 0-1,-1 1 1,-1-1-1,1 0 1,-2 1-1,1-1 0,0 1 1,-1 0-1,2 0 1,-1 0-1,2 0 0,0 0 1,1 0-1,2 1 1,1-1-1,1 1 1,3 0-1,1 0 0,2 0 1,2 0-1,3 1 1,3 0-1,2-1 0,3 2 1,3-1-504,-38 4 0,9 0 0,7 1 1,6 1-1,2 0 0,3 0 1,-2 1-1,-1-1 0,-5 1 0,-6 1 450,9-3 0,-4 1 0,-5 0 0,-3 1 0,-2-1 0,-1 1 0,0 0 0,0 1 0,3-1 0,2 0 0,3 0 0,5 0 0,6-1 0,6 1 0,8-1 0,-36 8 0,14 0 0,12 0 0,6 0 0,-1 6 0,-1-1 0</inkml:trace>
  <inkml:trace contextRef="#ctx0" brushRef="#br0" timeOffset="99119">8524 8808 7533,'-64'42'259,"1"0"1,-1 1 0,0-1 0,0 0 0,0 0 0,74 12 0,29 3-1,5 1 1,-22 2-283,-41 12 1,-27 5 0,7-3-1,35-10-146,36-26 1,24-4 0,16-5 0,8-3-1,1-4 1,-8-4 0,-14-2 0,20 4-1,-5-8 1,-7 0 0,0-1 0,0 0-1</inkml:trace>
  <inkml:trace contextRef="#ctx0" brushRef="#br0" timeOffset="109129">25256 11978 7173,'67'7'89,"-1"0"1,0 0 0,1 0 0,-1 0 0,4-3 0,1 0 0,3-2 0,3 1 0,5-1 0,5 2 0,7 1-55,-31-2 0,4 2 0,5-1 0,3 1 0,4 1 0,2-1 0,2 1 0,1 0 0,1 0 0,1 1 0,-1-1 0,0 0 0,-2 0 0,-2 0 0,-1-1 0,-4 1 0,-3-1 0,-5-1-583,19 1 0,-6 0 0,-3-1 0,-3-1 0,-1 1 0,-1 0 0,1 0 0,1 0 0,2 2 0,4 0 541,-4 0 0,6-1 0,4 1 0,3 0 0,1 1 0,-1-1 0,0 2 0,-3 0 0,-5 1 0,-5 0 0,-7 2 0,-9 1 1,-9 2 6,23 16 0,-18 4 0,-8-3 0,-2-4 0,-4 2 0,8 14 0,0 0 0</inkml:trace>
  <inkml:trace contextRef="#ctx0" brushRef="#br0" timeOffset="114956">25027 7086 6633,'-73'-19'169,"1"-1"0,-1 1 1,1-1-1,-1 1 0,1-1 1,-1 1-1,1-1 0,-1 0 1,0 1-1,1-1 0,-1 1 1,8 10-1,-4 2 0,-2 0 1,-2 2-1,-3 0 0,-1 1 1,-2 1-1,-2 1 0,-1 0 1,-1 1-1,0 0 0,-1 1 1,0 0-1,-1 0 0,2 0 1,-1 0-1,2 1 0,0-1 1,2 0-1,1 0 0,1 0 1,3-1-1,2 0-512,-13 0 0,3-1 1,1 0-1,2-1 1,1 1-1,0 0 1,2 0-1,0 0 1,0 1-1,0 0 1,-1 0-1,0 1 1,-1 0-1,-2 1 1,-1 1-1,-2 0 343,10 1 0,-2 0 0,-2 1 0,0 0 0,-2 0 0,-1 1 0,0 0 0,-1 0 0,0 1 0,0 0 0,0 0 0,1 1 0,-1 0 0,2 0 0,0 1 0,2 0 0,0 0 0,2 1 0,2 0 0,1 0 0,3 0-7,-14 3 1,1 1 0,2 1 0,0 0-1,1 1 1,2 0 0,1 1 0,1 0 0,3-1-1,1 1 1,2-1 0,2 0 0,2 0-1,2-1 71,-18 4 0,9-2 1,5 0-1,1 0 0,-4 1 1,-8 3-1,-13 4-27,37-10 1,-4 1 0,-4 2 0,-3 0 0,-4 1 0,-3 2 0,-2 0 0,-2 0 0,-3 2 0,-2-1 0,-1 2 0,-1 0 0,-1 0 0,-1 0 0,-1 1 0,1 0 0,-1 0 0,1 0 0,1 0 0,1 0 0,1 0 0,1 0 0,3-1 0,1 0 0,3-1 0,3 0-62,-9 3 0,1 0 1,3-1-1,1 1 0,1-1 1,1 1-1,1-1 0,1 0 1,0 1-1,0 0 0,0-1 1,-1 1-1,0 1 0,-1-1 1,-2 1-1,0 0 0,-3 1 1,-2 0-1,-1 0 20,13-4 1,-2 1 0,-1-1 0,-2 2 0,-1-1 0,-1 1 0,-2 0 0,0 1 0,-1 0 0,0 0 0,-2 0 0,1 0-1,-1 1 1,0-1 0,0 0 0,0 1 0,1-1 0,0 1 0,0-1 0,1 0 0,1 0 0,1-1 0,1 0 0,1 0-1,1 0 1,2-1 0,1 0 0,3 0 0,1-2-29,-19 8 0,2-1 0,1 0 1,1-1-1,2 0 0,1 0 1,1-1-1,1 1 0,2-2 0,0 1 1,2 0-1,0-1 0,2 0 1,1 0-1,0-1 0,2 1 0,0-1 32,-16 7 0,0 0 0,0 1 0,1 0 0,1-1 0,4-1 0,3-1 0,4-1 0,5-2 0,6-3 0,8-2 0,-35 11 0,15-6 0,30 1 0,35 17 0</inkml:trace>
  <inkml:trace contextRef="#ctx0" brushRef="#br0" timeOffset="115679">10361 9066 7533,'-10'69'109,"1"1"1,-1 0 0,1-1 0,-1 1 0,1 0 0,-1-1 0,-35-1 0,-15-10 0,8-4 0,34 3 0,38-6 0,26 7 0,16 0 0,5-6 0,-7-10 0,-16-17 0,14-17 0</inkml:trace>
  <inkml:trace contextRef="#ctx0" brushRef="#br0" timeOffset="121055">8754 10070 8342,'54'-51'16,"0"0"0,0 0 1,1 0-1,-1 0 1,0 0-1,-5 5 0,-4 2 1,1 1-1,2-1 1,8-2-1,9-2 36,-16 15 1,6-2 0,5-1 0,5-3 0,4 0 0,3-1 0,3 0 0,1-1 0,1 0 0,1 0 0,-2 2 0,0 0 0,-3 1 0,-3 1 0,-3 3 0,-4 1 0,-6 3-836,24-12 0,-9 4 0,-4 4 0,-3 1 0,2-1 0,6-2 0,8-5 777,-22 12 0,4-3 1,4-2-1,3-2 1,3-1-1,2-1 0,1-1 1,1 0-1,0 1 1,0 0-1,-2 2 1,-1 1-1,-3 2 0,-2 3 1,-4 2-1,-4 4-20,27-9 0,-5 6 1,-3 3-1,-3 3 1,-3 1-1,-2 1 0,-1 0-74,5-2 1,-6 2 0,-1 1 0,2-1 0,7-1 155,-11 1 0,2-1 0,3-1 1,2 0-1,3-1 0,5 0 1,4 0-1,5 1-16,-28 8 0,3-1 1,4 0-1,4 1 1,1-1-1,3 0 1,2 0-1,2 0 1,0 1-1,1-1 0,1 0 1,-1 1-1,0-1 1,-1 1-1,-1 0 1,-2 0-1,-2 0 1,-3 1-1,-3-1-27,11-1 1,-3 0 0,-4 0 0,-1 1 0,-2-1 0,-1 1 0,0 0-1,2 0 1,1 0 0,2 0 0,4 0 0,3 0 0,5-1-14,-21 5 0,3-1 0,4 0 0,2-1 0,3 1 0,3-1 0,1 0 0,2 1 0,1-1 0,1 0 0,1 0 0,0 0 0,1 1 0,-1-1 0,-1 1 0,-1 0 0,-1 0 0,-1 0 0,-2 1 0,-3-1 0,-2 2 0,-3-1 0,-3 1 0,-4 0 0,-3 1 0,-5 0 0,31-3 0,-9 0 0,-5 1 0,-5 0 0,-3 2 0,-1-1 0,0 2 0,1 0 0,4 1 0,4 3 0,0 0 0,0 0 0,0 0 0,-1 0 0,1 0 0,0 0 0,0 0 0,0 0 0</inkml:trace>
  <inkml:trace contextRef="#ctx0" brushRef="#br0" timeOffset="121899">18942 6627 7533,'79'16'232,"-1"-1"0,0 0 1,1 0-1,-1 0 0,1 1 1,-1-1-1,1 3 1,5 0-1,-2 1 0,-8 1 1,-15-1-1,-19 0 308,-15 16-226,-47-2 1,-23 6-702,-9-1 1,-15 5-1,-3-1 1,9-4-1,-4 2 1,0 1 0,6 0-1,-1 0 1,1-1-1,-1 1 1</inkml:trace>
  <inkml:trace contextRef="#ctx0" brushRef="#br0" timeOffset="136718">31714 4662 7533,'-76'-10'4,"1"1"1,-1 0-1,0 0 1,0 0-1,1 0 1,-1 0-1,0-1 1,13 29-1,-1 8 1,-1 8-1,0 6 1,-2 5-1,0 3 1,1 1-1,-1 1 1,0-2-1,0-3 1,1-3-1,0-7 1,2-6-624,-14-5 0,-1-9 0,0-6 0,1-4 0,0 0 0,2 3 0,1 5 0,2 9 0,3 11 605,10 5 0,-3 6 0,-2 6 0,0 6 1,0 3-1,1 4 0,5 2 0,4 2 0,6 0 1,7-1-1,9-1 0,11-2 0,10-4-36,13 11 0,12 2 0,12 0 0,11-1 0,8 0 0,8-2 0,5-4 0,6-2 1,3-5 34,-16-22 1,5-3 0,6-1 0,4-3 0,5-2 0,4-2 0,2 0 0,4-2 0,1-1 0,1 0-1,1-1 1,0 0 0,-1 1 0,0-1 0,-2 2 0,-3 0 0,-2 2 0,-4 0 0,-4 3 7,5 6 1,-3 2-1,-2 2 1,-3 2-1,-1 0 1,-2 0 0,0 0-1,1-1 1,0-1-1,2-1 1,1-3 0,3-3-1,4-3 1,3-4-10,-4-6 1,5-1 0,4-3 0,3-1 0,3-2 0,3-1-1,1-2 1,0-2 0,1-1 0,0-1 0,-2-2 0,-2 0 0,-3-2-1,-2-1 1,-5 0 0,-4-2 0,-5 0 0,-6 0 0,-7-2 0,32-5-1,-14-5 1,-8-2 0,-4-2 0,1 0 0,3-3 0,0 0 0,1 0-1,-1 0 1</inkml:trace>
  <inkml:trace contextRef="#ctx0" brushRef="#br0" timeOffset="136894">33694 5723 3413,'-80'-11'1,"0"0"0,-1 0 0,1 0 1,-1 0-1,1-1 0,-1 1 1,1 0-1,-1 0 0,1 0 0,-1 0 1,1 0-1,0-1 0,-1 1 1,1 0-1,-1 0 0,1 0 1,-1 0-1,1-1 0,-1 1 0,1 0 1,0 0-1,-1 0 0,1 0 1,-1-1-1,1 1 0,-1 0 1,1 0-1,-1 0 0,1 0 0,-1 0 1,1-1-1,0 1 0,-1 0 1,1 0-1,-5-3 0,-1-2 0,0-1 1,-1-2-1,0 0 0,1-1 1,-1 0-1,1-1 0,0 0 1,1 1-1,0-1 0,1 1 0,1 0 1,1 1-1,2 1 0,1 0 1,1 3-1,3 0 0,1 3 1,2 1-1,2 2 0,2 2 0,3 3 1,3 2-1,2 3 0,3 3 1,-13 23-1,0 1 0,0-1 0,-1 1 1,1-1-1,0 1 0,0-1 1,0 1-1,0-1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2:00:37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6630 6756 7533,'-77'8'-12,"-1"0"1,1 0 0,0 0 0,0 0-1,-3 8 1,3 2 0,3 3 0,5 3-19,-4 6 0,5 3 0,8 15-42,22 2 0,4 11 0,4 6 0,7 0 0,8-6-262,11 7 0,12-3 0,1 3 311,-9-2 1,-2 5 0,5-4-1,15-12 23,23-6 0,14-11 0,5-19 90,10-27 0,5-22 0,0-7-251,-13 5 0,0-4 0,0-5 0,1-5 221,-10 2 0,2-4 0,1-4 0,-1-2 0,-3-2 0,-4 1-24,2-9 0,-4-1 0,-3-1 0,-2-2 0,-1 1-108,0-1 0,0-2 0,-3-1 0,-5 3 0,-9 4-228,-4-14 0,-11 4 0,-13 9-15,-19-1 1,-15 17 314,-3 30 0,-3 11 0,4 6 0,0 4 0,-33 6 0</inkml:trace>
  <inkml:trace contextRef="#ctx0" brushRef="#br0" timeOffset="884">2382 8118 7353,'-3'-33'-1170,"44"-5"1395,6 19 0,8 7-90,15 5 0,7 7-1116,-1 4 1,6 3-1,-4 0 951,-20-2 0,-3-1 0,8-4 12,5-4 0,11-5 0,3-3 0,0 0 0,-8 1 39,-6 2 0,-6-1 0,1 0 1,6 0-8,-1 0 1,6 0 0,3-1 0,1 2 0,-3 0 0,-4 3-15,10 3 0,-4 2 0,-1 1 0,3-1 0,-8 1 0,2 0 0,1 0 0,0-1 0,-3-2-23,11-4 1,-3-1 0,0-2 0,0 0-23,-1-1 0,0-1 0,-2 0 0,-2-1-18,-10 0 1,-1-1 0,-2 1 0,-3 2 62,7-1 0,-3 3 0,-7 3 0,-8 4 0,-5 4 0,25 6 0</inkml:trace>
  <inkml:trace contextRef="#ctx0" brushRef="#br0" timeOffset="80501">13030 7703 7443,'43'-16'-120,"0"0"0,11 1 0,4 4 120,17 7 0,6 2-738,-19 0 0,2 0 0,1-2 768,5-2 0,2-1 0,3-1 60,-4 3 0,3-1 0,0 1 0,-3-1-66,8-2 0,-3 1 0,2 0 21,-11 2 0,1 2 0,1 0 0,-5-1-15,4 0 0,-3 0 0,0-1 0,3 2 0,2-1 0,2-3 60,-4-3 0,4-2 0,0-1 0,0 0-23,-3 3 0,-2 0 1,2 0-1,0-1-67,8-1 0,2-1 0,-1 0 0,-2 2-30,7 0 0,-3 2 0,-1 2-180,-1 3 0,0 3 1,-4-2 149,-18-1 0,-3-1 0,3 1-300,21 1 0,3 0 0,-10 1 360,-22 1 0,-4 1 0,27-2 0,-8 5 0,-21 12 0</inkml:trace>
  <inkml:trace contextRef="#ctx0" brushRef="#br0" timeOffset="85844">18598 7588 7533,'75'-6'202,"1"-1"0,-1 1 1,-33 6-1,2 1-184,16-1 0,15-3 0,10 1 0,3 1 0,-3 3-18,-9 2 0,4 3 0,0 1 0,0 0 0,-2 0 0,-3-2-389,-5-2 0,-4 0 1,-1-2-1,2 1 0,6-2 350,-1 1 1,6 0-1,4 0 1,1-1-1,-3-1 1,-6 0-1,-8-2 39,21-2 0,-10-3 0,-8-1 0,5-3 0,-7 1 0,-16 11 0,0 0 0</inkml:trace>
  <inkml:trace contextRef="#ctx0" brushRef="#br0" timeOffset="86596">13087 8319 7533,'76'0'5,"0"-1"1,0 0-1,0 0 1,0 1 0,0-1-1,-13 6 1,-9 1 0,8-1-1,4-5 1,13-2-1,5-1 1,-2 0 0,-12 3-1,-20 5 1,4 15 0</inkml:trace>
  <inkml:trace contextRef="#ctx0" brushRef="#br0" timeOffset="127837">23018 7086 7533,'70'-14'0,"0"-1"0,-13 9 0,8 1 0,5 1 0,-1 1 0,-5-1-45,2 0 0,-4 0 0,1 1 0,2 0-94,9 0 1,2 2-1,2 0 1,3-1 212,-15 1 1,5-1 0,1 0 0,-1 0 0,-2-1 0,-4 1-394,6-2 1,-6 0 0,2 0-1,8 0 341,-12 0 1,8 1-1,4-1 1,3 1 0,0-1-1,-1 0 1,-5 1-1,-6-1-40,4-1 0,-8 1 0,-2-1 0,4 1 0,9-1 36,-8 2 0,8 0 0,6 1 0,4-1 0,1 0 0,1 0 0,-1 1 0,-4-1 0,-6 1 0,-6-1-54,11 0 0,-11 0 0,-2-1 0,5 1 0,15 0 36,-28 2 0,8-1 0,5 1 0,7-1 0,3 0 0,4 1 0,1-1 0,2 1 0,-1 0 0,0-1 0,-3 1 0,-3 0 0,-4 0 0,-5 0 0,-7 0 0,-7 1 0,25-1 0,-14 0 0,-6 1 0,3 0 0,13 0-23,-14 0 1,8 0-1,8-1 1,4 1-1,3-1 1,2 1 0,-2 0-1,-3 0 1,-4 0-1,-7 1 1,-10 0 0,-10 1-158,17 2 0,-16 1 0,8 0 180,7-1 0,10 1 0,3-1 0,-4 0 0,-12 0 0,15 1 0,-8-1 0,-19 1 0,-1-1 0,0 0 0</inkml:trace>
  <inkml:trace contextRef="#ctx0" brushRef="#br0" timeOffset="131787">25142 8607 7533,'-31'41'449,"1"-1"1,4 2 0,-5 8-1874,-2-2 1,-10 12 0,-4 7 0,-2 0 0,4-4 0,7-10 1423,0-2 0,5-7 0,-2 5 0,-9 18 0,-6 10 0,5-7 0,15-27 0,18-29 0</inkml:trace>
  <inkml:trace contextRef="#ctx0" brushRef="#br0" timeOffset="132231">24998 8908 7533,'21'-50'517,"0"-1"0,-22 97 0,-10 46 1,4-11-339,8-38 1,1 2-450,-8 22 0,-4 25 0,0 3 1,8-19-1,14-40 135,21-55 0,15-38 0,6-12 0,-4 16 270,17 15 0,3 0 170,-22-3 1,5-12 0,1-1 0,-4 9 0,-10 19 144,21 28-306,-47 36 0,-10 28 0,-6 14 0,-2-1 0,2-14-2213,0 17 0,-3-4 2069,-6 6 0,-2 5 0,15-30 0,23-41 0,-9-48 0</inkml:trace>
  <inkml:trace contextRef="#ctx0" brushRef="#br0" timeOffset="132551">26720 9137 7533,'-67'29'66,"0"0"0,0 0 0,0-1 1,0 1-1,86 15 0,37 8 1,13 3-1,-9-1 0,-34-4 0,-64 9 1,-32-3-1,38-4 0,97-19 1,-1-1-1,1 1 0,0-1 0,0 0 1,0 1-1</inkml:trace>
  <inkml:trace contextRef="#ctx0" brushRef="#br0" timeOffset="132915">27208 9468 7533,'16'-2'1169,"-16"29"-719,-26 25 0,-15 19-361,12-16 1,-4 10 0,-3 4 0,0 3 0,1-1-720,5-7 0,1 1 1,0 2-1,-1-1 1,1-2-1,1-2 540,-3 1 0,0-2 0,0-1 0,2-3 1,4-3-855,-8 24 1,5-5-1,16-41 1,37-94 0,-9 11-1</inkml:trace>
  <inkml:trace contextRef="#ctx0" brushRef="#br0" timeOffset="133153">27093 9567 7533,'63'-15'629,"-1"0"1,0 0 0,0 0-1,12 42 1,-4 15-540,-8-15 0,2 2 0,-21 10-210,-29 17 0,-20 9 0,-18-9-446,-32-17 0,-25-11 0,-7-5 0,16-1 0,12 6 0,2-3 0,-14-6 0,0 0 0,-1 0 0</inkml:trace>
  <inkml:trace contextRef="#ctx0" brushRef="#br0" timeOffset="134917">26921 9123 7173,'-72'16'284,"-1"0"1,0 0 0,1 0 0,11 6 0,5 2 0,-2 5-285,-13 1 0,-10 4 0,11 5 0,30 5-210,39 11 0,24 6 0,6-10-150,2-16 1,8-5 359,16 6 0,9-1 0,-7-7 0,16-6 0,-3-1 0</inkml:trace>
  <inkml:trace contextRef="#ctx0" brushRef="#br0" timeOffset="135532">27007 9166 6633,'-62'20'162,"0"-1"0,0 1 0,-1-1 0,-15 1 0,3 3-102,10 8 0,-2 5 0,11-2-15,14-10 0,14 3-450,27 20 0,9 1-315,-12 0-412,33-8 0,9-8 0,-6-24 0,10-2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2:04:50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8639 6971 7533,'6'15'899,"29"-1"-584,30-3 0,23-1-196,-30-5 1,9 0 0,5-1 0,2 1 0,-2 0 0,-6-1-75,2 3 0,-6-1 0,3 0 0,14-1 74,-20-2 1,8-1 0,7-1 0,5 0 0,4 0 0,3 0 0,1-1 0,-1 0 0,0 0 0,-4 0 0,-3 0 0,-6-1-53,8 1 1,-3-1-1,-3 0 1,-2 0-1,0-1 1,0 1 0,2-1-1,2 1-152,2-1 0,3 1 0,1 0 1,2-1-1,-1 1 0,-1-1 0,-2 0 1,-2 0-1,-4-1-125,16-2 0,1-1 0,-2 0 0,-8 0 1,-10 1-1,-15 1 210,-8 1 0,-8 1 0,22-6 0,-8 3 0,-27 13 0</inkml:trace>
  <inkml:trace contextRef="#ctx0" brushRef="#br0" timeOffset="12868">11825 10385 7533,'-13'-35'0,"10"56"-180,3 52 180,24-24 0,6 0 90,-12 1 0,2-21-622,12-66 1,3-40-1,-9 10 1,-17 6-1,-1-8 1,-1-1 0,1 1-1</inkml:trace>
  <inkml:trace contextRef="#ctx0" brushRef="#br0" timeOffset="13328">11308 12724 0,'11'50'0,"0"0"0,-1-20 654,25-45 0,17-29 0,-8-5-654,-20 0 0,-7-5 0,2-1 0,13-3 0,4-1 0,-8 6 0,-3-43 0,-25 96 0</inkml:trace>
  <inkml:trace contextRef="#ctx0" brushRef="#br0" timeOffset="13685">13633 11834 7533,'-3'78'539,"-1"0"1,36-106-1248,6 6 1,1-7-1,-11-25 1,-8-12-1,-13 9 1,1 0-1,-1-1 1</inkml:trace>
  <inkml:trace contextRef="#ctx0" brushRef="#br0" timeOffset="14490">12973 14760 7533,'25'61'427,"1"0"0,-1-1 0,-10 30 1,2-34-428,25-101 0,-4-27 0,-25 21 0,-13-8 0</inkml:trace>
  <inkml:trace contextRef="#ctx0" brushRef="#br0" timeOffset="15026">16589 13225 6813,'72'-30'128,"-1"-1"1,-51 72-1,18-78 1,12-35-1,-30 28 1,-61 60 0</inkml:trace>
  <inkml:trace contextRef="#ctx0" brushRef="#br0" timeOffset="15652">12083 10371 7533,'-12'62'237,"0"-1"0,0 1 0,0 0 0,5-2 0,0 6 0,1 4 1,0 4-1,0 1 0,0 1 0,-2-1 0,0-4-186,-3 8 1,-2-1-1,-1 0 1,0 0-1,0 0 1,2 0-1,1 2-29,1-3 1,1 6-1,1 3 1,0 0-1,1-5 1,1-8-1,2-11 1,1-14-23,3 27 0,4-101 0,2-52 0,0-1 0</inkml:trace>
  <inkml:trace contextRef="#ctx0" brushRef="#br0" timeOffset="15960">12399 10514 7533,'56'58'322,"1"-1"0,-1 1 0,1-1 1,0 0-1,-1 1 0,1-1 1,-1 1-1,2 3 0,-5-4 1,-3-2-1,4 3 0,6 4-774,-8-10 1,6 5 0,5 4 0,1 0 0,2 1 0,-3-2 0,-3-4 0,-5-5 0,-7-8 451,30 28 0,-10-11 0,-35-38 0,-46-47 0,-3-25 0</inkml:trace>
  <inkml:trace contextRef="#ctx0" brushRef="#br0" timeOffset="16516">11882 12982 7533,'39'67'121,"0"1"0,0-1 1,0 0-1,0 1 1,0-1-1,0 0 1,0 0-1,0 1 0,0-1 1,0 0-1,0 1 1,0-1-1,4 3 1,-1-3-1,0-3 1,-2-2-1,-1-1 0,0-1 1,0-1-1,-1 2-121,4 8 0,1 7 0,-1 1 0,0-4 0,-4-9 0,-3-15 0,-6-19 0,19-21 0,-62-69 0,-1 1 0</inkml:trace>
  <inkml:trace contextRef="#ctx0" brushRef="#br0" timeOffset="17409">12255 12422 6813,'35'37'424,"0"-1"0,3-15 0,13 1 0,11 1 0,9 2 0,7 1 0,5 0 0,4 1 0,1-2 0,-2 1 0,-2-2 1,-5-2-1,-8-1 0,-8-3-713,11 4 1,-10-4-1,-4-2 1,0 0-1,8 1 1,11 4 367,-22-5 1,6 1 0,5 3 0,5 0 0,4 2 0,3 1 0,3 0 0,2 1 0,0 0 0,1 0 0,-1-1 0,-1 0 0,-2-1 0,-3-1 0,-3-2 0,-5-1 0,-4-2 0,-6-2 157,24 3 0,-7-3 0,-6-2 0,-3-2 0,-1-1 0,1 1 0,3 1-586,-1 0 1,3 1-1,2 1 1,0-1-1,-3-1 1,-2-2-1,-6-1 1,-6-5 348,31 1 0,-10-6 0,-27-14 0,-31-40 0,-78 26 0,1 0 0</inkml:trace>
  <inkml:trace contextRef="#ctx0" brushRef="#br0" timeOffset="18093">13948 12006 7892,'72'27'253,"1"0"0,-1 0 0,0 0 0,0 0 0,0-1 0,0 1 0,0 0 0,0 0 0,0 0 0,0-1 0,0 1 0,4 3 0,-11-4 0,-4-1 0,4 0 0,12 3-253,-14-6 0,10 3 0,7 2 0,5 1 0,4 2 0,0-2 0,-2 1 0,-2-3 0,-7-1 0,-8-4 0,-10-3 0,-13-5 0,21 8 0,-18-17 0,14-45 0</inkml:trace>
  <inkml:trace contextRef="#ctx0" brushRef="#br0" timeOffset="18616">13231 14962 7533,'68'-43'127,"0"1"1,1 0 0,-1 0 0,0 0 0,0-1-1,0 1 1,1 0 0,-1 0 0,0 0 0,0 0 0,0-1-1,0 1 1,8-1 0,-6 4 0,-5 4 0,-1 0 0,4-1-1,5-4 1,9-4-138,-27 13 1,4-2-1,5-3 1,3-2-1,4-2 1,2-1 0,1-1-1,2-1 1,1-1-1,0 1 1,-1 0-1,0 1 1,-2 1 0,-2 1-1,-3 2 1,-3 2-1,-4 3 1,-5 3-1,-4 3-160,30-14 0,-7 4 1,-7 5-1,-4 4 0,-1 1 1,0 1-1,22-7 0,2 4 1,-10 3-1,-24 8 1,-19 6-1</inkml:trace>
  <inkml:trace contextRef="#ctx0" brushRef="#br0" timeOffset="20891">12399 10299 7533,'32'37'614,"5"-6"1,18 10 0,10 6-1,4 3 1,-4-2 0,-9-4-571,-7 1 1,-9-2 0,4 0 0,14 3 37,-8-13 1,8 2-1,8 2 1,5 1-1,6 1 1,1 1-1,2 0 1,-1-1-1,-1-1 1,-5-1-1,-5-3 1,-7-2-395,12 7 1,-7-4-1,-5-1 1,0-1 0,4 1-1,8 3 393,-11-7 1,6 1 0,4 0 0,3 2 0,2 0 0,0 1-1,1 0 1,-1 1 0,-2 0 0,-3 0 0,-5 0 17,2 4 1,-1 1 0,-3 0 0,0 1 0,-2 0 0,-2 0 0,-2 0 0,-1-1 0,-1-1 20,9 8 0,-3-1 0,-3-1 0,-1 0 0,1 0 0,2 1-198,-1-1 1,5 2 0,2 1 0,-2-1 0,-4-2 0,-9-4 0,-12-6 14,-2 13 0,-1-10 63,30-6 0,14-8 0,-28-22 0,-41-36 0,12-7 0,1 1 0</inkml:trace>
  <inkml:trace contextRef="#ctx0" brushRef="#br0" timeOffset="25553">11767 12265 7533,'29'29'-428,"-13"-14"1,-3-2 0,-13-13 0</inkml:trace>
  <inkml:trace contextRef="#ctx0" brushRef="#br0" timeOffset="25876">11853 12207 7533,'0'16'1529,"-51"-22"-1619,13 20-45,-5 31 0,-11 26 0,8 7 0,30-12 525,42-5 0,26-7 0,-3-30 419,9-74 1,-20 4-1053,-55 106 1,-26 43 0,14-49-1,37-96 1,16-48 0,-3-2 0,-23 43-1,-55 102 1,1 0 0,0 0-1,-1 0 1,1 0 0,0-1 0</inkml:trace>
  <inkml:trace contextRef="#ctx0" brushRef="#br0" timeOffset="27473">12083 11188 7533,'-43'-1'1484,"0"-1"0,-8 44-1544,1 6 0,-4 12 0,33-15 779,68-20 1,18-24 584,-17-49 1,-7-15-1980,3 22 1,-21 14 391,-59 32 0,-36 20 1,2 7-1,12 2 0,3 8 1,-1 8-1,9 8 0,1 0 1,-1 0-1,0 0 0,1 0 1</inkml:trace>
  <inkml:trace contextRef="#ctx0" brushRef="#br0" timeOffset="28709">14752 12236 7533,'-40'-40'1574,"0"0"0,12 0-1574,-49 29-90,113 55 0,27-6 450,-20-64 0,-9 5-1260,-35 94 1,-8-7 629,28-107 270,-57 70 0,-30 38 0,18-12 0,31-22 0,-7 24 0</inkml:trace>
  <inkml:trace contextRef="#ctx0" brushRef="#br0" timeOffset="30036">13145 11217 7533,'-13'46'1529,"0"-1"0,71-67-1349,-30-12-180,-67 82 0,-14-3 0,40-85 0,-3-1 0,-33 86 0,-1 1 0,1 0 0,0 0 0</inkml:trace>
  <inkml:trace contextRef="#ctx0" brushRef="#br0" timeOffset="34355">13231 14890 7533,'-67'15'472,"0"1"0,0-1 0,1-5 1,20 10-114,50 63 1,31-18 225,23-121 0,-8-4-2384,-43 76 1799,-40-14 0,-21-1 0,-11 17 0,-11 10 0,7 14 0,25 19 0,0 0 0,0-1 0,1 1 0</inkml:trace>
  <inkml:trace contextRef="#ctx0" brushRef="#br0" timeOffset="77831">4850 7430 7533,'-31'-13'359,"5"-2"-628,26-8 449,26 9-91,5 8 91,13 5 0,8 2 90,5-1 0,4 0-180,11 0 0,3 0-60,-19-1 0,1 1 0,-1 1 105,17 5 0,0 0-135,-14-4 0,3-2 0,-1 2-140,2 1 0,0 2 0,-1-1 170,-2-3 0,-1-2 0,1 1 29,5 0 1,0-1 0,-1 2 30,-5 1 0,-2 0 0,0 0-30,0-1 0,1-1 0,2 1-90,10 2 0,2 2 0,-3 0 60,-13-3 0,-3 0 0,3 2 0,13 1 0,2 3 0,-3-1-75,8 5 0,-2-1 90,2-3 0,4 0-15,-17 0 0,3 1 0,-4-1-30,9-3 0,2 0 30,-2 1 0,5 2 0,-3-2-30,-18-1 0,-2 0 0,1 0 30,10 1 0,2 2 0,2-1 30,7 0 0,2 0 0,-3 1 0,-11 0 0,-4-1 0,4 0 7,-3-2 1,2-1-1,1-1 1,-2 0-383,12 0 0,-2 0 0,2-3 315,3-4 0,2-3 0,4-1 35,-19 2 1,4-1 0,1 0 0,0-1 0,-3-1-36,8-2 0,-3 0 0,0-1 0,4 0-108,0 1 0,3 0 0,2-1 1,-2 1-1,-4 0 63,0 0 0,-4 1 0,0-1 0,4 0-315,-4-1 0,3-1 0,1 0 1,-1 1-1,-1 0-180,9 1 0,-2 1 1,-1 0-1,-3 0 227,-10-1 1,-2 0 0,-1 0 0,-2 3 0,13 1 0,-2 3-1,-11 2 1,11 2 0</inkml:trace>
  <inkml:trace contextRef="#ctx0" brushRef="#br0" timeOffset="85866">4649 8048 7083,'67'14'180,"-19"-3"0,7-2-120,-3-4 0,6-2 0,4-1-508,15-1 1,5 0 0,1-3 492,-21-2 0,1-2 0,0 0 0,1 0 0,6 0 0,2 0 0,-1 0 0,0 0 0,-6-1 0,0-1 0,-1 1 0,0 2-23,2 2 1,0 1-1,-2 1 1,-2-1-23,4-2 0,-4-1 0,5 1 90,4 3 0,5 1 0,1 1 0,-8-3 0,-6-1 0,-6-2 0,5 1-114,8 0 0,6 0 0,0 1 0,-8-1-6,-9 1 0,-6 1 0,1-2 37,7-3 0,1-2 0,-6 6-7,-8 7 0,-4 3 0,0-4 0,-5 3 0,3 23 0</inkml:trace>
  <inkml:trace contextRef="#ctx0" brushRef="#br0" timeOffset="91824">4162 9396 7533,'-40'33'45,"0"1"0,-2 4-270,-4 19 0,0 10 90,12-16 0,11 5 345,15 0 0,9 7 0,9-4-120,16 17 0,21-8-158,1-29 1,12-4-1,3-3 1,-4-6 67,-7-4 0,-2-5 0,4-3 179,23-1 1,5-3 0,-21-8 450,-23-10 270,16-12-900,-54-3 89,-18-34 1,-18-16-405,-4 23 0,-11-2 1,-2-1-1,6 0 195,7-7 0,4 0 0,-6-1 120,-2 12 0,-9-3 0,-1 0 0,5 6 0,13 9 0,-6-17 0,11 14 0,-1 0 0</inkml:trace>
  <inkml:trace contextRef="#ctx0" brushRef="#br0" timeOffset="92877">4190 9410 6633,'-20'49'135,"-1"-1"0,-11 13-23,11-2 1,-3 19-1,-1 4 1,2-13 22,-4 0 0,0-1-90,7-3 0,-2 8 0,4 1 0,8-10-135,5 8 0,23-18 329,37-30 1,25-18 0,-1-11-120,-11-12 0,0-12 0,0-3-53,-9 10 1,3 0-1,-5-6 1,-15-11-136,-17-23 1,-14-15-1,-13-1 1,-10 14-23,-30 4 0,-15 4-585,14-4 1,-5-10-1,0 1 1,5 13 674,-1 11 0,5 5 0,-1-12 0,17 6 0,39 17 0</inkml:trace>
  <inkml:trace contextRef="#ctx0" brushRef="#br0" timeOffset="94554">4248 9468 7533,'-51'55'-180,"0"-1"0,12-10 0,4 8 225,12 10 0,2 14 0,2 2 0,3-10-45,-3 5 0,2-3 30,2-3 0,-1 2 0,6-11 60,10 4 0,16-38-45,50-24 0,11-12-45,-6-3 0,1 1 0,16-4 0,-12 4 0,-30 5 0,-3 2 45,22-4 0,-6 1 135,-17 2 179,-42-11-269,-16-9-90,4-18 0,0-17 0,-6 0 0,-15-4 0,-7-1 0,5-1 0,15 1 0,4 0 0,-9 3 150,-24-5 0,-11 4 0,13 20-150,18 24 45,-13-1 0,8 8-225,31 15 270,-10 0-450,13 0 180,-13 6 270,-16 21-90,10-1 90,-19 16 0,0 8-90,25-13 0,0 6-23,-16 17 1,-12 14 0,-1 1-1,11-10 23,13-8 0,1-1 30,-17 17 0,-7 7 0,14-13-30,23 2-180,-8 0 180,24-8 0,-8-29 0,8-34 90,1-10 0,16-3 0,8 7 0,9 0-45,20-5 0,11-1-45,-12 4 0,9-1 0,0 1 0,-6 0 0,-7 1 0,-5 0 0,2 0 0,18-3 0,3-2 0,-23 0 180,-28-7-68,-36-28 1,-25-26-1,-10-5 1,0 13-353,-1 21 0,-2 8 0,-1-7 132,11-6 0,1-10 0,-1-2 0,0 6 0,0 15 108,-33 5 0,20 17 0,46 12 0,6-6 0</inkml:trace>
  <inkml:trace contextRef="#ctx0" brushRef="#br0" timeOffset="96150">5769 9080 7533,'-38'70'719,"25"-24"1,2 8-1,-1 5-697,-6 13 1,-3 7 0,2 4-1,7-2-1069,12-7 1,6 2 0,2-3 0,-3-5 926,-8 12 0,-3-5 1,15-35-207,32-58 1,-2-22-1,-32-15 1,-4-2 0,0 0-1,0 0 1</inkml:trace>
  <inkml:trace contextRef="#ctx0" brushRef="#br0" timeOffset="96286">5625 9668 7533,'67'-7'-150,"0"0"0,-25 5 0,24 2 0,0 1 0,-1 0 0</inkml:trace>
  <inkml:trace contextRef="#ctx0" brushRef="#br0" timeOffset="96555">6142 9654 7353,'-10'59'-54,"1"1"0,-1-1 0,41-81 0,17-34 0,-2 5 54,-10 24 0,1-5 0,2-26 0,4-20 0,1 5 0,-4 31 0,27 45 0</inkml:trace>
  <inkml:trace contextRef="#ctx0" brushRef="#br0" timeOffset="96895">6544 9453 7533,'67'35'0,"-56"24"0,-16 19 0,-4-21-90,-7-29 494,24 31 1,12-17-75,0-73 0,4-34 0,6 13-375,12 27 0,2 17-3013,16 35 3058,-60 15 0,-6 10 0,21 34 0,8-19 0,-7-59 0</inkml:trace>
  <inkml:trace contextRef="#ctx0" brushRef="#br0" timeOffset="97078">7204 9539 7533,'-16'60'-26,"0"1"0,0 0 0,0 17 1,-11-31-1,1 0 0,-1 1 1</inkml:trace>
  <inkml:trace contextRef="#ctx0" brushRef="#br0" timeOffset="97502">7204 9396 7533,'51'-19'-540,"0"0"0,9 69 540,-21 12 270,-33-6 0,-8 12 0,-2-4 269,-7 22 1,9-34 0,35-104 0,7-5-1,-8 78-1319,16-37 1,14-17 0,-12 18 779,-6 50 0,-13 19 0,-2 16 0,-12-17 0,-17-26 0</inkml:trace>
  <inkml:trace contextRef="#ctx0" brushRef="#br0" timeOffset="98428">6888 9582 7533,'-67'25'584,"0"1"1,0-1 0,21-4-1,3 5-644,-17 25 0,-2 15 0,28-6 150,37-14 0,19-14 495,41-46 0,11-25-450,-18 13 0,-3-8-76,-4-13 1,-1-9 0,-8-1 255,-8-11 0,-13 7 135,-16 12-270,-3 4-360,-16 71-787,14 22 0,7 24 0,5 3 0,-1-17 967,14 11 0,-8 6 0,3 14 0,6-38 0,18-65 0</inkml:trace>
  <inkml:trace contextRef="#ctx0" brushRef="#br0" timeOffset="99084">8036 9582 7623,'-21'68'269,"1"-1"1,-12-39 0,18 27 0,0 1 0,0 0 0</inkml:trace>
  <inkml:trace contextRef="#ctx0" brushRef="#br0" timeOffset="99321">8065 9439 7533,'45'-51'60,"-17"9"0,-15 63 0</inkml:trace>
  <inkml:trace contextRef="#ctx0" brushRef="#br0" timeOffset="99530">8266 9482 6723,'37'66'0,"0"0"0,0-1 0,-15-1 0,-3-2 0,11-12 0,45-18 0,3-10 0,-45 1 0,1 0 0</inkml:trace>
  <inkml:trace contextRef="#ctx0" brushRef="#br0" timeOffset="99939">8868 9553 7533,'-12'50'135,"-1"-1"0,32-18-135,-4 46 0,2-19 599,8-96 1,5-44 0,-8 12 29,-13 10-494,0-15 0,-5 25 152,-9 66 1,-3 29 0,-4 22 0,-3 18 0,-3 12 0,-2 5 0,-1 0 0,-2-6-1,0-11 1,-1-18-630,-10 2 0,-1-12 1,-4-5-1,-3 3 0,-3 9 222,9-6 1,-3 10-1,-2 8 1,-3 3-1,0 0 1,-2-3-1,0-6 1,-1-10-1,2-13 1,0-16-1,-20-15 1,1-21-1,-2-11 1,-1-2-1,1-6 1,1 0-1,-1-1 1,0 1-1,1 0 1</inkml:trace>
  <inkml:trace contextRef="#ctx0" brushRef="#br0" timeOffset="149094">20349 6957 7533,'70'6'224,"-2"1"1,14 1-135,-18-3 0,8 1 0,2 0 0,0-1-638,-3 0 0,0-1 0,3 0 0,6-1 612,-13-2 0,5 1 1,3-2-1,2 0 0,1 0 1,-3-1-1,-2-1-500,0-1 1,-1-2-1,-1 0 1,-1 0 0,-1-1-1,0 1 418,6 0 0,-2 1 0,0 0 0,2-1 0,5-2-185,-11 0 1,7-2 0,3-1-1,2 0 1,-2 0 0,-4 0-1,-7 1 1,-8 2 111,12-2 1,-11 2 0,7-1-1,7-2 1,11-1 0,3-1-1,-7 1 1,-16 2 0,-10 2-1,0 0 1</inkml:trace>
  <inkml:trace contextRef="#ctx0" brushRef="#br0" timeOffset="177158">21870 7588 6633,'25'16'-90,"20"-10"135,1-11 0,7-4 45,10 1 0,5 0-30,-13 3 0,3 0 0,1 1-221,3 1 0,1 1 0,0 0 221,-1 2 0,1 0 0,0 0-1,7 0 1,1 0 0,-1 0-30,-11 0 0,-1 0 0,3 0-30,16 0 0,3-1 0,-1 2 0,-5 2 0,-1 2 0,0 0 0,-2 0 0,1 0 0,5 1 18,-8-2 0,7 1 0,2-1 0,-4 1 0,-7-1-18,-4 2 0,-6-1 0,8-1 105,-4-3 0,10 0 0,5-1 0,0 0 0,-4-1 0,-7 0-45,13-2 0,-8 0 0,5 1-253,3-1 0,5 1 0,0 0 0,-2 1 170,-11 0 1,-2 1 0,-2 0-1,1 1 0,-2-1 1,0 0 0,0 0 0,-1 1-108,-2 1 0,-1 0 0,0-1 1,0 1 159,16-2 0,0 0 0,-1 0-90,-4 0 0,0 0 0,-3 0-955,-8 0 0,-2 0 0,-3 0 925,4-1 0,-2 2 85,6 7 1,-10 3 0,-29 0-1,26 16 1</inkml:trace>
  <inkml:trace contextRef="#ctx0" brushRef="#br0" timeOffset="197406">18167 8334 6183,'29'-6'630,"0"-2"-810,12-7 270,4 1 0,2 3 0,2 1-90,5 1 90,9-4 0,5 0 0,-23 8 0,2 0 0,11-1 0,8-1 0,5 0-90,-1 1 0,6 1 0,1 0 0,-4 0 30,4 0 0,-4 0 0,7-1 23,-12-1 1,4-1 0,4 0 0,2-1 0,1 1-24,-2 2 0,4-1 0,1 1 0,0-1 0,0 1 0,-1 0-15,-7 1 0,-2-1 0,0 0 0,0 1 0,2 0 0,2 1-3,0 0 1,1 0 0,3 0 0,0 0 0,1 2 0,1 1 0,0 1 9,-6 1 1,2 2-1,0 1 1,1 1-1,0 0 1,-2 0 0,0 0-1,-3 0-544,1-1 0,-1-1 1,-2 1-1,-1-1 0,0 1 1,1 0-1,0 1 522,5 0 0,1 1 0,0 0 0,0 1 0,-1-1 0,-4 0 0,-4-1 0,21 1 0,-2-2 0,-9 1 0,-14 1 0,-17 1 0,0 0 0</inkml:trace>
  <inkml:trace contextRef="#ctx0" brushRef="#br0" timeOffset="203781">20464 9051 7533,'72'-4'-35,"1"0"0,-1 0 0,1 1 0,0-1 0,-1 0 0,1 0 0,0 0 0,-1 0 0,3 0 0,1-1 0,2 0 0,0 0 0,0 0 0,1 0 0,-1-1 0,-1 1 0,-1 0 0,-2 1 35,8-2 0,-1 2 0,-1-1 0,-1 0 0,-1 0 0,-1 0 0,-1 0 0,-1 0 0,2-1 0,1 0 0,-1 0 0,-2-1 0,-3 1 0,-4 0 0,-5 1 0,0 0 0,0 0 0,0 0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2:08:41.7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7491 8147 7533,'80'3'0,"-1"-1"0,1 0 0,0 1 0,-1-1 0,1 1 0,0-1 0,0 0 0,3 2 0,-3 0 0,-3 1 0,1-1 0,3-1 0,4 0 69,-11-2 1,4-1 0,2 0 0,2 0 0,1-1 0,0 0 0,-2-1 0,-1 1 0,-3-2-286,6 0 0,-3-1 0,-2 0 0,0-1 0,1 0 0,3 0 0,6 1 231,-21 1 0,4 0 0,2 0 0,1 1 0,2-1 0,2 1 0,-1-1 0,2 0 0,-1 1 0,-1-1 0,0 0 0,-2 0-15,6 0 0,1-1 0,1 0 0,0 1 0,0-1 0,-1 0 0,-2 0 0,-1 1 0,-2-1 0,-4 0 0,-2 1 0,8-1 0,-3 0 0,-4-1 0,-2 1 0,-1 0 0,-1 2 0,2 0 0,5 3 0,-1 1 0,1-1 0,0 0 0,0 1 0,0-1 0</inkml:trace>
  <inkml:trace contextRef="#ctx0" brushRef="#br0" timeOffset="4108">7491 10342 7533,'78'-19'-60,"0"0"0,0 0 0,0 0 0,-21 5 0,-7 2 0,16 1 117,-13 5 0,12 1 0,9 0 1,7 1-1,4 0 0,2 1 0,-1 0 1,-2 0-1,-6 1 0,-8 1 1,-11-1-643,12 2 0,-13 0 0,-1 1 1,16 0 576,-17-1 1,8 1-1,7-1 1,4 1-1,4 0 1,3 0-1,1-1 1,0 0-1,0 0 1,-3-1-1,-3 0 1,-5-1-3,7-1 0,-3-2 0,-1 0 0,-2 0 0,-1-1 0,0 0 0,1 0 0,0 1 0,1 0-303,2 0 1,1 1-1,0 0 1,0 1 0,0-1-1,0 0 1,0 0 0,0 0-1,0-1 273,-2-1 0,1-1 0,0-1 0,-1 0 0,1 1 0,-1 0 0,-1 1 0,-1 1 0,0 3 40,3 2 0,1 2 0,1 2 0,-1 0 0,-3 1 0,-4 1 0,-6-1 0,-6-1 0,15 2 0,-11-1 0,7 3 0,5 6 0,1-1 0,0 1 0,-1-1 0,1 1 0</inkml:trace>
  <inkml:trace contextRef="#ctx0" brushRef="#br0" timeOffset="10160">8352 11676 7533,'-79'-4'0,"1"0"0,-1-1 0,0 1 0,1 0 0,-1 0 0,9 32 0,0 12 0,1 9 0,2 6 0,2-1 0,3-2 0,3-8-132,-18 0 1,3-7 0,9 4 0,13 17 143,20 5 1,4 16 0,5 9 0,8 2 0,12-5 0,13-13 0,17-20-4,12-26 0,16-12 0,14-9 0,9-9 0,8-5 0,3-4 0,1-2 0,-3 0 0,-5 2 0,-8 5 93,7 3 1,-3 3 0,-3-1 0,-1-2 0,1-4 0,0-6 0,3-8-22,-9-2 1,9-6 0,4-4 0,3-5 0,0-2-1,-4-4 1,-5-2 0,-9-1 0,-12-1 0,-14-1-1,-17 1-69,-17-14 1,-18-7 0,-15-4 0,-12 1 0,-9 4 0,-6 7 0,-2 10-658,1 15 1,-9 7 0,-6 5 0,-6 5 0,-3 4 0,-3 3 0,0 0 0,2 2 0,2-1 644,0-2 0,-2 1 0,0 1 0,-1 1 0,0 3 0,0 3 0,2 4 0,1 4 0,2 6 0,-5 7 0,-2 7 0,-1 6 0,3 3 0,3 3 0,5 1 0,7-1 0,8-2 0,10 7 0,0 0 0,0 0 0,0 0 0</inkml:trace>
  <inkml:trace contextRef="#ctx0" brushRef="#br0" timeOffset="15380">7376 15091 7533,'80'13'74,"-1"1"1,1-1 0,0 1 0,-20 2 0,-5 0 0,12 0 26,-8-7 0,12 1 0,8-1 1,4-1-1,1 1 0,-3-1 1,-5 0-1,-10 1-290,9 2 0,-10 0 0,0 0 0,11 0 177,-7-3 1,10-1 0,5 1 0,4-1-1,0 0 1,-3-1 0,-7 0 0,-8-1-378,6 1 0,-9-1 0,-2-1 0,7 0 419,-1 1 0,3-1 0,4 1 0,2 0 0,2-1 0,-1-1 34,-4-1 0,2 1 1,1-1-1,1-1 0,0 0 1,-1-2-1,0-1-141,-2-2 0,-2-1 0,0-2 1,1-1-1,1 1 0,2 0 0,4 2 131,-10 2 0,3 1 0,4 1 0,1 0 0,1 1 0,0-1 0,-1 0 0,-3-1 0,-4 0 0,-4-2-84,15-3 0,-6-1 0,-4-1 0,-1-1 0,0 0 0,2-1-120,4 0 0,4-1 0,-1-1 0,-3 1 0,-5 0 1,-8 1 149,7 0 0,-10 1 0,3-2 0,-2-3 0,4-2 0,-2 0 0,-8 5 0,1 6 0,-1 0 0</inkml:trace>
  <inkml:trace contextRef="#ctx0" brushRef="#br0" timeOffset="18053">23018 14388 7533,'-65'-33'69,"-1"0"0,1 1 0,0-1 0,0 0 1,0 0-1,-1 1 0,1-1 0,0 0 0,-4 12 1,7 6-1,0 4 0,-5 3 0,-14 1-129,21 1 0,-7 0 0,-8-1 0,-4 0 0,-6 1 0,-2 0 0,-3 1 0,0 1 0,0 2 0,1 2 0,3 3 0,4 2 1,4 3-1,7 3 0,7 4 23,-21 13 1,5 6 0,5 4-1,7 6 1,5 3 0,6 6 0,7 3 74,5 5 1,3 8-1,6 5 1,6 2-1,8-1 1,11-4 0,12-8-177,13 3 0,11-3 1,13-4-1,15-8 1,15-8 199,-25-25 1,11-2-1,10-2 1,7-1-1,8-3 1,6-2 0,5-1-1,5-3 1,3-1-1,3-2 1,1-2 0,0-3-1,0-1 1,-2-1-1,-2-3 1,-3-2-1,-6-2 1,-4-1 0,-7-3-1,-8-1 1,-7-2-1,-11-2 1,-9-2-63,10-29 0,-24-10 0,-12-6 0,-3-3 1,8 2-1,18 6-58,11 19 1,17-1 0,13 0 0,7 1 0,3 1-1,-1 2 1,-7 2 0,-12 4 0,-15 4 0,-22 3-1,-26 6-204,-19 10 1,-12 3 0,-10 2 0,-12 2 0,-9 3-1,-9 2 1,-7 2 0,-8 1 0,-6 2 0,-6 2-1,-4 0 1,-4 2 0,-4 1 0,-1 0 0,-2 1 0,0 1-1,0 0 1,1 0 0,2 1 0,2-1 0,4 0-1,5 0 1,4-1 0,7-1 0,7-1 261,-12 2 0,3 0 0,3-1 0,1 1 0,2 0 0,1 0 0,2 1 0,-1 0 0,2 2 0,-1-1 0,0 2 0,0 1 0,-1 1 0,-2 1 0,-1 1 0,-2 2 0,8-1 0,-4 2 0,-2 2 0,-2 1 0,-2 1 0,0 2 0,-2 0 0,0 1 0,0 1 0,1 0 0,0 0 0,2 1 0,2-1 0,1 0 0,4-1 0,2 0 0,4-1 0,3-2 0,5 0 0,5-2 0,5-1 0,-20 15 0,1 0 0,0-1 0,0 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2:09:26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6113 8664 5450,'-32'-72'112,"0"0"1,1 0-1,-1 0 1,-16 19-1,-8 4 1,-6 4-1,-8 3 1,-7 3-176,17 11 0,-5 0 0,-4 0 0,-4 2 0,-3 1 0,-3 4 0,-3 3 0,-2 6 0,-1 5 0,-1 7-134,20 5 1,-4 3 0,-1 4-1,-3 3 1,-1 4 0,-2 2-1,-1 3 1,-1 2 0,-1 3 0,0 1-1,0 2 1,1 1 0,0 1-1,0 1 1,2 1 0,2 1-1,1-1 1,2 0 325,1 1 1,0 0 0,-1 1 0,1 1 0,0 1 0,0 0 0,0 2 0,2 1 0,0 2 0,2 1 0,1 1 0,1 2 0,2 2 0,2 2 0,2 2 0,2 2 0,3 3 0,2 1-165,7 0 1,0 3 0,3 3-1,1 3 1,1 2 0,2 3 0,2 2-1,1 1 1,2 1 0,1 2 0,1 0-1,2 0 1,1 0 0,1 0 0,1-2-1,2 0 1,1-1 0,1-2 0,1-3-1,1-1 1,1-4-1,-4 14 0,-2-1 1,0-2-1,0-2 1,2 0-1,3-2 1,3 0-1,4-1 1,6-1-1,6 0 1,8-1-1,8 0 0,9 0 27,0-18 1,7 0 0,7 1 0,4 1 0,6 0 0,5 0-1,4 1 1,4-1 0,3 0 0,3 0 0,3-1 0,2-1-1,1 0 1,2-2 0,1 0 0,0-2 0,-1-2 0,1-1 0,-2-1-1,0-3 1,-3-2 0,-2-1 0,-2-4 0,-4-1 0,-3-4-7,18 9 0,-4-5 0,-2-4 0,-2-4 0,-1-3 1,0-2-1,1-3 0,2-1 0,2-2 0,3 0 0,4-1 1,6 0-1,5 1 57,-29-6 1,2 0-1,4-1 1,3 0 0,3-1-1,1 0 1,4 0-1,1-1 1,2 0 0,2-1-1,1 0 1,1 0 0,2-1-1,0 0 1,1-1-1,0 0 1,1 0 0,-1-1-1,0 0 1,0 0-1,-1-1 1,0 0 0,-2-1-1,-1 0 1,-1 0 0,-2-1-1,-2 0 1,-2-1-1,-3 1 1,-2-2 0,-2 1-1,-4-1 1,-2 0-78,29-2 0,-6 0 1,-5 0-1,-3-1 0,-3-1 1,-3-1-1,-1-1 0,0-1 1,0-1-1,1-3 0,2 0 1,3-3-1,4-2 0,5-2 57,-23 5 0,3-1 1,3 0-1,2-1 0,3 0 1,1-1-1,3-1 0,0-1 1,2 0-1,0-1 0,1-1 1,0-1-1,-1-1 0,1 0 1,-2-2-1,0-1 1,-2-1-1,-2-1 0,-1-2 1,-2 0-1,-3-2 0,-3-2 1,-3 0-1,-3-2 0,-4-2 1,-3-1-1,-5-2-76,10-13 0,-1-4 0,-1-3 0,-1-4 0,-3-2 0,-2-2 0,-4-2 0,-3-1 1,-4-1-1,-5-1 0,-5 0 0,-5 1 0,-7 0 0,-6 1 0,-8 1 0,-7 2 1,-8 3 29,-6 13 0,-7 0 0,-7-1 0,-6 1 0,-7 0 0,-4 0 0,-6 0 0,-4 0 0,-5 1 0,-3-1 1,-4 2-1,-2-1 0,-3 1 0,-2 0 0,-1 1 0,-1 0 0,-2 0 0,1 2 0,0 0 0,1 0 1,1 1-1,1 2 0,2-1 0,3 2 0,3 0 0,3 2-59,-2-3 0,2-1 0,1 0 1,0 1-1,2 0 0,0 0 0,0 0 1,0 2-1,1 0 0,-2 1 0,0 1 1,-1 1-1,-1 2 0,-2 1 0,-1 1 1,-3 2-1,-1 3 0,-3 1 0,-2 2 1,-4 2-1,-2 3 0,-4 3 56,26 8 0,-2 1 0,-3 1 0,-1 2 0,-3 0 0,-2 2 0,-1 1 0,-2 0 0,-2 2 0,-2 1 0,0 0 0,-3 2 0,0 0 0,-2 1 0,0 1 0,-2 1 0,-1 1 0,0 0 0,-1 1 0,-1 1 0,0 1 0,-1 0 0,0 1 0,0 0 0,0 1 0,-1 0 0,1 1 0,0 0 0,0 1 0,0 1 0,1-1 0,0 1 0,1 0 0,1 1 0,0 0 0,1 0 0,2 1 0,0-1 0,2 1 0,1 0 0,1 0 0,1 0 0,3 0 0,0 1 0,3-1 0,1 0 0,3 0 0,1 1 0,3-1 1,1-1 25,-26 8 0,2 0 0,3 1 0,3 0 0,2 1 0,1 0 0,3 1 0,2 1 0,1 1 0,1 0 0,1 1 0,2 1 0,0 0 0,0 1 0,1 1 0,0 0 0,0 1 0,0 1 0,-1 1 0,0 1 0,-2 0 0,0 1 0,-2 2 0,-2 1 0,-2 3 0,-2 2 0,-2 1 0,0 1 0,0 2 0,0 1 0,-1 0 0,2 0 0,1 1 0,1 0 0,2-1 0,2 0 0,3-1 0,3 0 0,3-2 0,4-1 0,5-2 0,4-2 0,5-2 0,5-2 0,6-3 0,-5 27 0,0 1 0,0-1 0,1 0 0</inkml:trace>
  <inkml:trace contextRef="#ctx0" brushRef="#br0" timeOffset="4896">18110 10371 7533,'77'-8'17,"1"1"1,-1-1 0,1 1 0,-1-1 0,0 1 0,1-1 0,-1 1 0,1-1 0,-1 1 0,0-1 0,1 0 0,-1 1 0,0-1 0,1 1 0,6-5 0,-10 1 0,-6-1 0,-1 0 0,2-1 0,6 0-28,-2 0 0,13 0 0,8-1 0,1-1 0,-5 0 0,-9 0 0,-16 1 0,-21 2 1,-28 0 9,-55-10 0,-50 6-36,45 12 0,-13 3 0,-9 2 0,-9 1 0,-7 1 0,-5 2 0,-3 1 0,-3 0 0,1 1 0,1 0 0,4 0 0,4 0 0,8 0 0,7-1 0,10-1-318,-29 3 0,17-1 0,3 2 0,-15 2 1,16-3-1,-11 1 0,-8 1 0,-5 1 1,0 1-1,1 0 0,7-1 0,8 0 1,13 0-1,16-1 0,-28 18 0</inkml:trace>
  <inkml:trace contextRef="#ctx0" brushRef="#br0" timeOffset="6775">20148 11303 7353,'51'-26'139,"0"0"1,-1 19 0,12 5 0,11 3 0,6 3 0,3 2 0,2-1 0,-3 0 0,-5-3-128,2-1 1,0-2 0,-2 1 0,1-1 0,1 1 0,1 1 0,3 1-131,-7 1 0,2 1 0,2 1 1,1 1-1,0 0 0,1 0 0,0 0 1,0 0-1,-1 0 118,-5-1 0,3 0 0,2 0 0,0 0 0,-1 0 0,-1 0 0,-4 0 0,-4-1 0,-7 0 0,-6-1-829,26 1 0,-15-2 0,11 0 829,-15-1 0,11 0 0,6 0 0,1-1 0,-4 1 0,-7 0 0,-12 0-270,17 1 1,-2 3 269,-15 1 0,11 2 0,7 2 0,-1 1 0,-5-1 0,-10-3 0,-2 0 0,-9-2 0,7 2 0,7 4 0,1-1 0,-1 0 0,1 0 0,-1 1 0</inkml:trace>
  <inkml:trace contextRef="#ctx0" brushRef="#br0" timeOffset="7894">22329 11361 7533,'79'-6'3,"1"1"1,-1-1 0,1 1 0,-1-1 0,1 1 0,-1-1 0,1 1 0,-1-1 0,0 1 0,1-1 0,-5 2 0,1 0-1,1 0 1,0 1 0,1-1 0,0 1 0,1-1 0,-1 1 0,1-1 0,0 0 0,1 0 0,-1-1 0,0 0-227,-3 0 1,0-1 0,0 0 0,1-1 0,0 1 0,0-1 0,0 0 0,0 0 0,0 0-1,0 0 1,0 1 0,0 0 0,0 0 0,0 1 222,7 0 0,5 0 0,3 0 0,3 0 0,-1 0 0,0 0 0,-3 1 0,-4 0 0,-5 1 0,-6 1 0,-9 0 0,-10 2 0,-10 1 0,16 4 0,-8 3 0,16-4 0,0 0 0,0 0 0,0 0 0</inkml:trace>
  <inkml:trace contextRef="#ctx0" brushRef="#br0" timeOffset="11661">19287 10629 6993,'-80'0'73,"0"-1"0,0 0 0,-1 0 0,1 1 0,0-1 0,0 0 0,0 1 0,0-1 1,-2 5-1,-4-4 0,0 1 0,1 2 0,5 5 0,6 8 0,10 11 0,12 13-147,16 8 0,5 15 1,5 12-1,5 8 1,6 6-1,5 1 1,7-2-1,5-4 1,7-8-1,7-12 1,7-15 113,21-1 0,14-15 1,13-10-1,7-8 0,5-4 1,0-2 57,-16-2 0,9 0 0,5-2 0,5-1 0,1-4 0,0-3 1,-3-4-1,-4-5 0,-8-6 0,-8-6 0,-12-7-100,5-25 0,-4-18 0,-9-11 1,-10-3-1,-14 4 0,-18 11 1,-21 19 1,-9 29 0,-14 7 0,-12 7 0,-12 6 0,-8 4 0,-8 4 0,-6 4 0,-4 2 0,-3 2 0,0 1 0,0 0 0,2 0 0,5-1 0,5-3 0,7-2 0,-8-2 0,3-2 0,2-1 0,1 0 0,1 1 0,0 1 0,0 2 0,-2 4 0,-2 4 0,-2 4 0,-4 6 0,15 15 0,0-1 0,1 1 0,-1-1 0,1 1 0,-1-1 0,0 1 0,1-1 0,-1 1 0,0 0 0,1-1 0,-1 1 0,1-1 0,-1 1 0,0-1 0,1 1 0,-1-1 0,1 1 0,-1-1 0,0 1 0,1-1 0,-1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3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4"/>
          <p:cNvSpPr txBox="1"/>
          <p:nvPr/>
        </p:nvSpPr>
        <p:spPr>
          <a:xfrm>
            <a:off x="658368" y="960120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900" b="1">
                <a:solidFill>
                  <a:srgbClr val="102A43"/>
                </a:solidFill>
                <a:latin typeface="Aptos"/>
                <a:ea typeface="Microsoft YaHei"/>
              </a:rPr>
              <a:t>智能体研究动态：从长上下文协作到自适应编排</a:t>
            </a:r>
            <a:endParaRPr lang="zh-CN" sz="2900"/>
          </a:p>
        </p:txBody>
      </p:sp>
      <p:sp>
        <p:nvSpPr>
          <p:cNvPr id="5" name="Text 5"/>
          <p:cNvSpPr txBox="1"/>
          <p:nvPr/>
        </p:nvSpPr>
        <p:spPr>
          <a:xfrm>
            <a:off x="694944" y="167335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600">
                <a:solidFill>
                  <a:srgbClr val="627D98"/>
                </a:solidFill>
                <a:latin typeface="Aptos"/>
                <a:ea typeface="Microsoft YaHei"/>
              </a:rPr>
              <a:t>基于 LONGAGENT 技术阅读的研究脉络、问题判断与可行研究切口</a:t>
            </a:r>
            <a:endParaRPr lang="zh-CN" sz="1600"/>
          </a:p>
        </p:txBody>
      </p:sp>
      <p:sp>
        <p:nvSpPr>
          <p:cNvPr id="6" name="Shape 6"/>
          <p:cNvSpPr/>
          <p:nvPr/>
        </p:nvSpPr>
        <p:spPr>
          <a:xfrm>
            <a:off x="713232" y="2468880"/>
            <a:ext cx="10789920" cy="2359152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7"/>
          <p:cNvSpPr txBox="1"/>
          <p:nvPr/>
        </p:nvSpPr>
        <p:spPr>
          <a:xfrm>
            <a:off x="1051560" y="2880360"/>
            <a:ext cx="10104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zh-CN" sz="1900" b="1">
                <a:solidFill>
                  <a:srgbClr val="243B53"/>
                </a:solidFill>
                <a:latin typeface="Aptos"/>
                <a:ea typeface="Microsoft YaHei"/>
              </a:rPr>
              <a:t>核心判断：研究重心正从“扩展可读上下文”转向“按问题调度证据、智能体与计算预算”。</a:t>
            </a:r>
            <a:endParaRPr lang="zh-CN" sz="1900"/>
          </a:p>
          <a:p>
            <a:pPr algn="l"/>
            <a:r>
              <a:rPr lang="zh-CN" sz="1900" b="1">
                <a:solidFill>
                  <a:srgbClr val="243B53"/>
                </a:solidFill>
                <a:latin typeface="Aptos"/>
                <a:ea typeface="Microsoft YaHei"/>
              </a:rPr>
              <a:t>本报告聚焦：长文档智能体 × 自动工作流优化 × 运行时资源调度。</a:t>
            </a:r>
            <a:endParaRPr lang="zh-CN" sz="1900"/>
          </a:p>
        </p:txBody>
      </p:sp>
      <p:sp>
        <p:nvSpPr>
          <p:cNvPr id="8" name="Text 8"/>
          <p:cNvSpPr txBox="1"/>
          <p:nvPr/>
        </p:nvSpPr>
        <p:spPr>
          <a:xfrm>
            <a:off x="685800" y="6547104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2026-07-10 · 中文研究综述</a:t>
            </a:r>
            <a:endParaRPr lang="zh-CN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先给结论：智能体系统正在经历三次结构性转向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不是简单堆叠更多 Agent，而是提升选择、证据与成本控制能力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02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874520"/>
            <a:ext cx="34747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685800" y="1874520"/>
            <a:ext cx="109728" cy="23317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41832" y="2020824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上下文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41832" y="2386584"/>
            <a:ext cx="3035808" cy="1709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500">
                <a:solidFill>
                  <a:srgbClr val="243B53"/>
                </a:solidFill>
                <a:latin typeface="Aptos"/>
                <a:ea typeface="Microsoft YaHei"/>
              </a:rPr>
              <a:t>从更长的输入窗口</a:t>
            </a:r>
            <a:endParaRPr lang="zh-CN" sz="1500"/>
          </a:p>
          <a:p>
            <a:pPr algn="l"/>
            <a:r>
              <a:rPr lang="zh-CN" sz="1500">
                <a:solidFill>
                  <a:srgbClr val="243B53"/>
                </a:solidFill>
                <a:latin typeface="Aptos"/>
                <a:ea typeface="Microsoft YaHei"/>
              </a:rPr>
              <a:t>转向分布式局部阅读与检索</a:t>
            </a:r>
            <a:endParaRPr lang="zh-CN" sz="1500"/>
          </a:p>
        </p:txBody>
      </p:sp>
      <p:sp>
        <p:nvSpPr>
          <p:cNvPr id="14" name="Shape 14"/>
          <p:cNvSpPr/>
          <p:nvPr/>
        </p:nvSpPr>
        <p:spPr>
          <a:xfrm>
            <a:off x="4343400" y="1874520"/>
            <a:ext cx="34747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5"/>
          <p:cNvSpPr/>
          <p:nvPr/>
        </p:nvSpPr>
        <p:spPr>
          <a:xfrm>
            <a:off x="4343400" y="1874520"/>
            <a:ext cx="109728" cy="2331720"/>
          </a:xfrm>
          <a:prstGeom prst="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4599432" y="2020824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协作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599432" y="2386584"/>
            <a:ext cx="3035808" cy="1709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500">
                <a:solidFill>
                  <a:srgbClr val="243B53"/>
                </a:solidFill>
                <a:latin typeface="Aptos"/>
                <a:ea typeface="Microsoft YaHei"/>
              </a:rPr>
              <a:t>从固定拓扑</a:t>
            </a:r>
            <a:endParaRPr lang="zh-CN" sz="1500"/>
          </a:p>
          <a:p>
            <a:pPr algn="l"/>
            <a:r>
              <a:rPr lang="zh-CN" sz="1500">
                <a:solidFill>
                  <a:srgbClr val="243B53"/>
                </a:solidFill>
                <a:latin typeface="Aptos"/>
                <a:ea typeface="Microsoft YaHei"/>
              </a:rPr>
              <a:t>转向查询条件化的路由与通信图</a:t>
            </a:r>
            <a:endParaRPr lang="zh-CN" sz="1500"/>
          </a:p>
        </p:txBody>
      </p:sp>
      <p:sp>
        <p:nvSpPr>
          <p:cNvPr id="18" name="Shape 18"/>
          <p:cNvSpPr/>
          <p:nvPr/>
        </p:nvSpPr>
        <p:spPr>
          <a:xfrm>
            <a:off x="8001000" y="1874520"/>
            <a:ext cx="34747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9"/>
          <p:cNvSpPr/>
          <p:nvPr/>
        </p:nvSpPr>
        <p:spPr>
          <a:xfrm>
            <a:off x="8001000" y="1874520"/>
            <a:ext cx="109728" cy="233172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8257032" y="2020824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优化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257032" y="2386584"/>
            <a:ext cx="3035808" cy="1709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500">
                <a:solidFill>
                  <a:srgbClr val="243B53"/>
                </a:solidFill>
                <a:latin typeface="Aptos"/>
                <a:ea typeface="Microsoft YaHei"/>
              </a:rPr>
              <a:t>从离线工作流设计</a:t>
            </a:r>
            <a:endParaRPr lang="zh-CN" sz="1500"/>
          </a:p>
          <a:p>
            <a:pPr algn="l"/>
            <a:r>
              <a:rPr lang="zh-CN" sz="1500">
                <a:solidFill>
                  <a:srgbClr val="243B53"/>
                </a:solidFill>
                <a:latin typeface="Aptos"/>
                <a:ea typeface="Microsoft YaHei"/>
              </a:rPr>
              <a:t>转向运行时、预算感知的调度</a:t>
            </a:r>
            <a:endParaRPr lang="zh-CN" sz="1500"/>
          </a:p>
        </p:txBody>
      </p:sp>
      <p:sp>
        <p:nvSpPr>
          <p:cNvPr id="22" name="Shape 22"/>
          <p:cNvSpPr/>
          <p:nvPr/>
        </p:nvSpPr>
        <p:spPr>
          <a:xfrm>
            <a:off x="987552" y="4892040"/>
            <a:ext cx="10195560" cy="6583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3"/>
          <p:cNvSpPr txBox="1"/>
          <p:nvPr/>
        </p:nvSpPr>
        <p:spPr>
          <a:xfrm>
            <a:off x="1234440" y="5093208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Aptos"/>
                <a:ea typeface="Microsoft YaHei"/>
              </a:rPr>
              <a:t>共同目标：以更少的 token、调用和等待时间，获得更可追溯、更可靠的答案。</a:t>
            </a:r>
            <a:endParaRPr lang="zh-CN" sz="15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1B021A2-AF06-07CF-40D4-8CA3264BC5ED}"/>
                  </a:ext>
                </a:extLst>
              </p14:cNvPr>
              <p14:cNvContentPartPr/>
              <p14:nvPr/>
            </p14:nvContentPartPr>
            <p14:xfrm>
              <a:off x="960840" y="1184760"/>
              <a:ext cx="10084680" cy="45219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1B021A2-AF06-07CF-40D4-8CA3264BC5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1480" y="1175400"/>
                <a:ext cx="10103400" cy="454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为什么“长上下文”会变成智能体问题？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上下文长度提升并不自动解决证据选择、冲突消解和计算成本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03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91640"/>
            <a:ext cx="3429000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658368" y="1691640"/>
            <a:ext cx="109728" cy="3090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14400" y="1837944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直接塞入长 Prompt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203704"/>
            <a:ext cx="2990088" cy="2468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注意力与显存成本高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关键证据可能被位置偏置淹没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文档结构、表格、图片难以统一处理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无法解释答案来自哪里</a:t>
            </a:r>
            <a:endParaRPr lang="zh-CN" sz="1340"/>
          </a:p>
        </p:txBody>
      </p:sp>
      <p:sp>
        <p:nvSpPr>
          <p:cNvPr id="14" name="Shape 14"/>
          <p:cNvSpPr/>
          <p:nvPr/>
        </p:nvSpPr>
        <p:spPr>
          <a:xfrm>
            <a:off x="4389120" y="1691640"/>
            <a:ext cx="3429000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5"/>
          <p:cNvSpPr/>
          <p:nvPr/>
        </p:nvSpPr>
        <p:spPr>
          <a:xfrm>
            <a:off x="4389120" y="1691640"/>
            <a:ext cx="109728" cy="3090672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4645152" y="1837944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分块 Map-Reduce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645152" y="2203704"/>
            <a:ext cx="2990088" cy="2468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易实现，但固定切分破坏依赖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聚合器缺少追问与回看能力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大量无关 chunk 被同等处理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结果往往缺少核验机制</a:t>
            </a:r>
            <a:endParaRPr lang="zh-CN" sz="1340"/>
          </a:p>
        </p:txBody>
      </p:sp>
      <p:sp>
        <p:nvSpPr>
          <p:cNvPr id="18" name="Shape 18"/>
          <p:cNvSpPr/>
          <p:nvPr/>
        </p:nvSpPr>
        <p:spPr>
          <a:xfrm>
            <a:off x="8119872" y="1691640"/>
            <a:ext cx="3429000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9"/>
          <p:cNvSpPr/>
          <p:nvPr/>
        </p:nvSpPr>
        <p:spPr>
          <a:xfrm>
            <a:off x="8119872" y="1691640"/>
            <a:ext cx="109728" cy="3090672"/>
          </a:xfrm>
          <a:prstGeom prst="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8375904" y="1837944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智能体化处理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75904" y="2203704"/>
            <a:ext cx="2990088" cy="2468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将文档视为可探索的外部环境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按需调用读者、工具与验证器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建立证据、冲突和预算状态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Microsoft YaHei"/>
              </a:rPr>
              <a:t>• 将回答质量与执行成本共同优化</a:t>
            </a:r>
            <a:endParaRPr lang="zh-CN" sz="134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4C774E06-FAB0-F3E3-B98C-3FD16A374C58}"/>
                  </a:ext>
                </a:extLst>
              </p14:cNvPr>
              <p14:cNvContentPartPr/>
              <p14:nvPr/>
            </p14:nvContentPartPr>
            <p14:xfrm>
              <a:off x="806040" y="1805040"/>
              <a:ext cx="10290960" cy="13309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4C774E06-FAB0-F3E3-B98C-3FD16A374C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6680" y="1795680"/>
                <a:ext cx="10309680" cy="134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LONGAGENT：分布式局部阅读的起点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EMNLP 2024：用短上下文模型协作近似长上下文问答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04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965960"/>
            <a:ext cx="1993392" cy="74980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1"/>
          <p:cNvSpPr txBox="1"/>
          <p:nvPr/>
        </p:nvSpPr>
        <p:spPr>
          <a:xfrm>
            <a:off x="795528" y="219456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文档分块</a:t>
            </a:r>
            <a:endParaRPr lang="zh-CN" sz="1300"/>
          </a:p>
        </p:txBody>
      </p:sp>
      <p:cxnSp>
        <p:nvCxnSpPr>
          <p:cNvPr id="12" name="Line 12"/>
          <p:cNvCxnSpPr/>
          <p:nvPr/>
        </p:nvCxnSpPr>
        <p:spPr>
          <a:xfrm>
            <a:off x="2679192" y="234086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3063240" y="1965960"/>
            <a:ext cx="1993392" cy="74980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4"/>
          <p:cNvSpPr txBox="1"/>
          <p:nvPr/>
        </p:nvSpPr>
        <p:spPr>
          <a:xfrm>
            <a:off x="3172968" y="219456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成员读取局部</a:t>
            </a:r>
            <a:endParaRPr lang="zh-CN" sz="1300"/>
          </a:p>
        </p:txBody>
      </p:sp>
      <p:cxnSp>
        <p:nvCxnSpPr>
          <p:cNvPr id="15" name="Line 15"/>
          <p:cNvCxnSpPr/>
          <p:nvPr/>
        </p:nvCxnSpPr>
        <p:spPr>
          <a:xfrm>
            <a:off x="5056632" y="234086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5440680" y="1965960"/>
            <a:ext cx="1993392" cy="74980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7"/>
          <p:cNvSpPr txBox="1"/>
          <p:nvPr/>
        </p:nvSpPr>
        <p:spPr>
          <a:xfrm>
            <a:off x="5550408" y="219456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Leader 提问</a:t>
            </a:r>
            <a:endParaRPr lang="zh-CN" sz="1300"/>
          </a:p>
        </p:txBody>
      </p:sp>
      <p:cxnSp>
        <p:nvCxnSpPr>
          <p:cNvPr id="18" name="Line 18"/>
          <p:cNvCxnSpPr/>
          <p:nvPr/>
        </p:nvCxnSpPr>
        <p:spPr>
          <a:xfrm>
            <a:off x="7434072" y="234086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7818120" y="1965960"/>
            <a:ext cx="1993392" cy="7498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7927848" y="219456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冲突复读</a:t>
            </a:r>
            <a:endParaRPr lang="zh-CN" sz="1300"/>
          </a:p>
        </p:txBody>
      </p:sp>
      <p:cxnSp>
        <p:nvCxnSpPr>
          <p:cNvPr id="21" name="Line 21"/>
          <p:cNvCxnSpPr/>
          <p:nvPr/>
        </p:nvCxnSpPr>
        <p:spPr>
          <a:xfrm>
            <a:off x="9811512" y="234086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10195560" y="1965960"/>
            <a:ext cx="1993392" cy="749808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3"/>
          <p:cNvSpPr txBox="1"/>
          <p:nvPr/>
        </p:nvSpPr>
        <p:spPr>
          <a:xfrm>
            <a:off x="10305288" y="219456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综合回答</a:t>
            </a:r>
            <a:endParaRPr lang="zh-CN" sz="1300"/>
          </a:p>
        </p:txBody>
      </p:sp>
      <p:sp>
        <p:nvSpPr>
          <p:cNvPr id="24" name="Shape 24"/>
          <p:cNvSpPr/>
          <p:nvPr/>
        </p:nvSpPr>
        <p:spPr>
          <a:xfrm>
            <a:off x="731520" y="3310128"/>
            <a:ext cx="32918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5"/>
          <p:cNvSpPr/>
          <p:nvPr/>
        </p:nvSpPr>
        <p:spPr>
          <a:xfrm>
            <a:off x="731520" y="3310128"/>
            <a:ext cx="109728" cy="15087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6"/>
          <p:cNvSpPr txBox="1"/>
          <p:nvPr/>
        </p:nvSpPr>
        <p:spPr>
          <a:xfrm>
            <a:off x="987552" y="3456432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Leader 动作空间</a:t>
            </a:r>
            <a:endParaRPr lang="zh-CN" sz="1400"/>
          </a:p>
        </p:txBody>
      </p:sp>
      <p:sp>
        <p:nvSpPr>
          <p:cNvPr id="27" name="Text 27"/>
          <p:cNvSpPr txBox="1"/>
          <p:nvPr/>
        </p:nvSpPr>
        <p:spPr>
          <a:xfrm>
            <a:off x="987552" y="3822192"/>
            <a:ext cx="285292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QUERY：广播子问题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CONFLICT：让矛盾成员互看证据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ANSWER：基于历史综合</a:t>
            </a:r>
            <a:endParaRPr lang="zh-CN" sz="1300"/>
          </a:p>
        </p:txBody>
      </p:sp>
      <p:sp>
        <p:nvSpPr>
          <p:cNvPr id="28" name="Shape 28"/>
          <p:cNvSpPr/>
          <p:nvPr/>
        </p:nvSpPr>
        <p:spPr>
          <a:xfrm>
            <a:off x="4443984" y="3310128"/>
            <a:ext cx="32918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9"/>
          <p:cNvSpPr/>
          <p:nvPr/>
        </p:nvSpPr>
        <p:spPr>
          <a:xfrm>
            <a:off x="4443984" y="3310128"/>
            <a:ext cx="109728" cy="1508760"/>
          </a:xfrm>
          <a:prstGeom prst="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30"/>
          <p:cNvSpPr txBox="1"/>
          <p:nvPr/>
        </p:nvSpPr>
        <p:spPr>
          <a:xfrm>
            <a:off x="4700016" y="3456432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关键训练信号</a:t>
            </a:r>
            <a:endParaRPr lang="zh-CN" sz="1400"/>
          </a:p>
        </p:txBody>
      </p:sp>
      <p:sp>
        <p:nvSpPr>
          <p:cNvPr id="31" name="Text 31"/>
          <p:cNvSpPr txBox="1"/>
          <p:nvPr/>
        </p:nvSpPr>
        <p:spPr>
          <a:xfrm>
            <a:off x="4700016" y="3822192"/>
            <a:ext cx="285292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成员学习回答 “No Mention”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避免无证据 chunk 产生幻觉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Leader 使用交互轨迹微调</a:t>
            </a:r>
            <a:endParaRPr lang="zh-CN" sz="1300"/>
          </a:p>
        </p:txBody>
      </p:sp>
      <p:sp>
        <p:nvSpPr>
          <p:cNvPr id="32" name="Shape 32"/>
          <p:cNvSpPr/>
          <p:nvPr/>
        </p:nvSpPr>
        <p:spPr>
          <a:xfrm>
            <a:off x="8156448" y="3310128"/>
            <a:ext cx="32918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3"/>
          <p:cNvSpPr/>
          <p:nvPr/>
        </p:nvSpPr>
        <p:spPr>
          <a:xfrm>
            <a:off x="8156448" y="3310128"/>
            <a:ext cx="109728" cy="150876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4"/>
          <p:cNvSpPr txBox="1"/>
          <p:nvPr/>
        </p:nvSpPr>
        <p:spPr>
          <a:xfrm>
            <a:off x="8412480" y="3456432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实证价值</a:t>
            </a:r>
            <a:endParaRPr lang="zh-CN" sz="1400"/>
          </a:p>
        </p:txBody>
      </p:sp>
      <p:sp>
        <p:nvSpPr>
          <p:cNvPr id="35" name="Text 35"/>
          <p:cNvSpPr txBox="1"/>
          <p:nvPr/>
        </p:nvSpPr>
        <p:spPr>
          <a:xfrm>
            <a:off x="8412480" y="3822192"/>
            <a:ext cx="285292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128K QA 的可行性展示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局部上下文降低单模型内存压力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通信消融显示明显收益</a:t>
            </a:r>
            <a:endParaRPr lang="zh-CN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LONGAGENT 的贡献与边界：可扩展，不等于高效调度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其 Leader 更像有限动作的协调器，而非真正的资源优化器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05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64208"/>
            <a:ext cx="52578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658368" y="1664208"/>
            <a:ext cx="109728" cy="3337560"/>
          </a:xfrm>
          <a:prstGeom prst="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14400" y="1810512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它解决了什么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176272"/>
            <a:ext cx="48188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将长文档拆成可并行的局部证据源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通过冲突复读减少局部幻觉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把“不知道”显式纳入成员行为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用交互而非扩大注意力窗口完成多跳问答</a:t>
            </a:r>
            <a:endParaRPr lang="zh-CN" sz="1400"/>
          </a:p>
        </p:txBody>
      </p:sp>
      <p:sp>
        <p:nvSpPr>
          <p:cNvPr id="14" name="Shape 14"/>
          <p:cNvSpPr/>
          <p:nvPr/>
        </p:nvSpPr>
        <p:spPr>
          <a:xfrm>
            <a:off x="6263640" y="1664208"/>
            <a:ext cx="52578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5"/>
          <p:cNvSpPr/>
          <p:nvPr/>
        </p:nvSpPr>
        <p:spPr>
          <a:xfrm>
            <a:off x="6263640" y="1664208"/>
            <a:ext cx="109728" cy="3337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6519672" y="1810512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它尚未解决什么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6519672" y="2176272"/>
            <a:ext cx="48188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普通 QUERY 广播给全部成员，调用浪费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固定 chunk 边界可能切断段落、表格和代码依赖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未选择成员、模型、工具或并行策略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• 缺少置信度、来源核验与 token/延迟预算</a:t>
            </a:r>
            <a:endParaRPr lang="zh-CN" sz="1400"/>
          </a:p>
        </p:txBody>
      </p:sp>
      <p:sp>
        <p:nvSpPr>
          <p:cNvPr id="18" name="Text 18"/>
          <p:cNvSpPr txBox="1"/>
          <p:nvPr/>
        </p:nvSpPr>
        <p:spPr>
          <a:xfrm>
            <a:off x="822960" y="537667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80" b="1">
                <a:solidFill>
                  <a:srgbClr val="102A43"/>
                </a:solidFill>
                <a:latin typeface="Aptos"/>
                <a:ea typeface="Microsoft YaHei"/>
              </a:rPr>
              <a:t>成本应理解为 O(mT)：m 为 chunk 数，T 为交互轮数；仅在 T 有界且充分并行时才近似线性。</a:t>
            </a:r>
            <a:endParaRPr lang="zh-CN" sz="12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长上下文 Agent 的演进：从固定分块到动态协作图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后续工作持续削弱“固定结构、全量执行、单一路径”三项假设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06</a:t>
            </a:r>
            <a:endParaRPr lang="zh-CN" sz="850"/>
          </a:p>
        </p:txBody>
      </p:sp>
      <p:cxnSp>
        <p:nvCxnSpPr>
          <p:cNvPr id="10" name="Line 10"/>
          <p:cNvCxnSpPr/>
          <p:nvPr/>
        </p:nvCxnSpPr>
        <p:spPr>
          <a:xfrm>
            <a:off x="960120" y="3319272"/>
            <a:ext cx="10104120" cy="0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1051560" y="3063240"/>
            <a:ext cx="512064" cy="512064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105156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Microsoft YaHei"/>
              </a:rPr>
              <a:t>2024</a:t>
            </a:r>
            <a:endParaRPr lang="zh-CN" sz="800"/>
          </a:p>
        </p:txBody>
      </p:sp>
      <p:sp>
        <p:nvSpPr>
          <p:cNvPr id="13" name="Text 13"/>
          <p:cNvSpPr txBox="1"/>
          <p:nvPr/>
        </p:nvSpPr>
        <p:spPr>
          <a:xfrm>
            <a:off x="70408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Microsoft YaHei"/>
              </a:rPr>
              <a:t>LONGAGENT</a:t>
            </a:r>
            <a:endParaRPr lang="zh-CN" sz="1040"/>
          </a:p>
        </p:txBody>
      </p:sp>
      <p:sp>
        <p:nvSpPr>
          <p:cNvPr id="14" name="Shape 14"/>
          <p:cNvSpPr/>
          <p:nvPr/>
        </p:nvSpPr>
        <p:spPr>
          <a:xfrm>
            <a:off x="3017520" y="3063240"/>
            <a:ext cx="512064" cy="512064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5"/>
          <p:cNvSpPr txBox="1"/>
          <p:nvPr/>
        </p:nvSpPr>
        <p:spPr>
          <a:xfrm>
            <a:off x="301752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Microsoft YaHei"/>
              </a:rPr>
              <a:t>2024</a:t>
            </a:r>
            <a:endParaRPr lang="zh-CN" sz="800"/>
          </a:p>
        </p:txBody>
      </p:sp>
      <p:sp>
        <p:nvSpPr>
          <p:cNvPr id="16" name="Text 16"/>
          <p:cNvSpPr txBox="1"/>
          <p:nvPr/>
        </p:nvSpPr>
        <p:spPr>
          <a:xfrm>
            <a:off x="267004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Microsoft YaHei"/>
              </a:rPr>
              <a:t>Chain-of-Agents</a:t>
            </a:r>
            <a:endParaRPr lang="zh-CN" sz="1040"/>
          </a:p>
        </p:txBody>
      </p:sp>
      <p:sp>
        <p:nvSpPr>
          <p:cNvPr id="17" name="Shape 17"/>
          <p:cNvSpPr/>
          <p:nvPr/>
        </p:nvSpPr>
        <p:spPr>
          <a:xfrm>
            <a:off x="4983480" y="3063240"/>
            <a:ext cx="512064" cy="512064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8"/>
          <p:cNvSpPr txBox="1"/>
          <p:nvPr/>
        </p:nvSpPr>
        <p:spPr>
          <a:xfrm>
            <a:off x="498348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Microsoft YaHei"/>
              </a:rPr>
              <a:t>2025</a:t>
            </a:r>
            <a:endParaRPr lang="zh-CN" sz="800"/>
          </a:p>
        </p:txBody>
      </p:sp>
      <p:sp>
        <p:nvSpPr>
          <p:cNvPr id="19" name="Text 19"/>
          <p:cNvSpPr txBox="1"/>
          <p:nvPr/>
        </p:nvSpPr>
        <p:spPr>
          <a:xfrm>
            <a:off x="463600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Microsoft YaHei"/>
              </a:rPr>
              <a:t>XpandA</a:t>
            </a:r>
            <a:endParaRPr lang="zh-CN" sz="1040"/>
          </a:p>
        </p:txBody>
      </p:sp>
      <p:sp>
        <p:nvSpPr>
          <p:cNvPr id="20" name="Shape 20"/>
          <p:cNvSpPr/>
          <p:nvPr/>
        </p:nvSpPr>
        <p:spPr>
          <a:xfrm>
            <a:off x="6949440" y="3063240"/>
            <a:ext cx="512064" cy="5120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21"/>
          <p:cNvSpPr txBox="1"/>
          <p:nvPr/>
        </p:nvSpPr>
        <p:spPr>
          <a:xfrm>
            <a:off x="694944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Microsoft YaHei"/>
              </a:rPr>
              <a:t>2025</a:t>
            </a:r>
            <a:endParaRPr lang="zh-CN" sz="800"/>
          </a:p>
        </p:txBody>
      </p:sp>
      <p:sp>
        <p:nvSpPr>
          <p:cNvPr id="22" name="Text 22"/>
          <p:cNvSpPr txBox="1"/>
          <p:nvPr/>
        </p:nvSpPr>
        <p:spPr>
          <a:xfrm>
            <a:off x="660196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Microsoft YaHei"/>
              </a:rPr>
              <a:t>Tree of Agents</a:t>
            </a:r>
            <a:endParaRPr lang="zh-CN" sz="1040"/>
          </a:p>
        </p:txBody>
      </p:sp>
      <p:sp>
        <p:nvSpPr>
          <p:cNvPr id="23" name="Shape 23"/>
          <p:cNvSpPr/>
          <p:nvPr/>
        </p:nvSpPr>
        <p:spPr>
          <a:xfrm>
            <a:off x="8915400" y="3063240"/>
            <a:ext cx="512064" cy="512064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4"/>
          <p:cNvSpPr txBox="1"/>
          <p:nvPr/>
        </p:nvSpPr>
        <p:spPr>
          <a:xfrm>
            <a:off x="891540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Microsoft YaHei"/>
              </a:rPr>
              <a:t>2025</a:t>
            </a:r>
            <a:endParaRPr lang="zh-CN" sz="800"/>
          </a:p>
        </p:txBody>
      </p:sp>
      <p:sp>
        <p:nvSpPr>
          <p:cNvPr id="25" name="Text 25"/>
          <p:cNvSpPr txBox="1"/>
          <p:nvPr/>
        </p:nvSpPr>
        <p:spPr>
          <a:xfrm>
            <a:off x="856792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Microsoft YaHei"/>
              </a:rPr>
              <a:t>Graph of Agents</a:t>
            </a:r>
            <a:endParaRPr lang="zh-CN" sz="1040"/>
          </a:p>
        </p:txBody>
      </p:sp>
      <p:sp>
        <p:nvSpPr>
          <p:cNvPr id="26" name="Shape 26"/>
          <p:cNvSpPr/>
          <p:nvPr/>
        </p:nvSpPr>
        <p:spPr>
          <a:xfrm>
            <a:off x="777240" y="4617720"/>
            <a:ext cx="32461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7"/>
          <p:cNvSpPr/>
          <p:nvPr/>
        </p:nvSpPr>
        <p:spPr>
          <a:xfrm>
            <a:off x="777240" y="4617720"/>
            <a:ext cx="109728" cy="960120"/>
          </a:xfrm>
          <a:prstGeom prst="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8"/>
          <p:cNvSpPr txBox="1"/>
          <p:nvPr/>
        </p:nvSpPr>
        <p:spPr>
          <a:xfrm>
            <a:off x="1033272" y="4764024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CoA</a:t>
            </a:r>
            <a:endParaRPr lang="zh-CN" sz="1400"/>
          </a:p>
        </p:txBody>
      </p:sp>
      <p:sp>
        <p:nvSpPr>
          <p:cNvPr id="29" name="Text 29"/>
          <p:cNvSpPr txBox="1"/>
          <p:nvPr/>
        </p:nvSpPr>
        <p:spPr>
          <a:xfrm>
            <a:off x="1033272" y="5129784"/>
            <a:ext cx="2807208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50">
                <a:solidFill>
                  <a:srgbClr val="243B53"/>
                </a:solidFill>
                <a:latin typeface="Aptos"/>
                <a:ea typeface="Microsoft YaHei"/>
              </a:rPr>
              <a:t>顺序传递状态；训练免费，但仍是固定链。</a:t>
            </a:r>
            <a:endParaRPr lang="zh-CN" sz="1150"/>
          </a:p>
        </p:txBody>
      </p:sp>
      <p:sp>
        <p:nvSpPr>
          <p:cNvPr id="30" name="Shape 30"/>
          <p:cNvSpPr/>
          <p:nvPr/>
        </p:nvSpPr>
        <p:spPr>
          <a:xfrm>
            <a:off x="4462272" y="4617720"/>
            <a:ext cx="32461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31"/>
          <p:cNvSpPr/>
          <p:nvPr/>
        </p:nvSpPr>
        <p:spPr>
          <a:xfrm>
            <a:off x="4462272" y="4617720"/>
            <a:ext cx="109728" cy="96012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2"/>
          <p:cNvSpPr txBox="1"/>
          <p:nvPr/>
        </p:nvSpPr>
        <p:spPr>
          <a:xfrm>
            <a:off x="4718304" y="4764024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XpandA</a:t>
            </a:r>
            <a:endParaRPr lang="zh-CN" sz="1400"/>
          </a:p>
        </p:txBody>
      </p:sp>
      <p:sp>
        <p:nvSpPr>
          <p:cNvPr id="33" name="Text 33"/>
          <p:cNvSpPr txBox="1"/>
          <p:nvPr/>
        </p:nvSpPr>
        <p:spPr>
          <a:xfrm>
            <a:off x="4718304" y="5129784"/>
            <a:ext cx="2807208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50">
                <a:solidFill>
                  <a:srgbClr val="243B53"/>
                </a:solidFill>
                <a:latin typeface="Aptos"/>
                <a:ea typeface="Microsoft YaHei"/>
              </a:rPr>
              <a:t>问题引导分区、共享记忆、选择性回放。</a:t>
            </a:r>
            <a:endParaRPr lang="zh-CN" sz="1150"/>
          </a:p>
        </p:txBody>
      </p:sp>
      <p:sp>
        <p:nvSpPr>
          <p:cNvPr id="34" name="Shape 34"/>
          <p:cNvSpPr/>
          <p:nvPr/>
        </p:nvSpPr>
        <p:spPr>
          <a:xfrm>
            <a:off x="8147304" y="4617720"/>
            <a:ext cx="32461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5"/>
          <p:cNvSpPr/>
          <p:nvPr/>
        </p:nvSpPr>
        <p:spPr>
          <a:xfrm>
            <a:off x="8147304" y="4617720"/>
            <a:ext cx="109728" cy="960120"/>
          </a:xfrm>
          <a:prstGeom prst="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6"/>
          <p:cNvSpPr txBox="1"/>
          <p:nvPr/>
        </p:nvSpPr>
        <p:spPr>
          <a:xfrm>
            <a:off x="8403336" y="4764024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ToA / GoA</a:t>
            </a:r>
            <a:endParaRPr lang="zh-CN" sz="1400"/>
          </a:p>
        </p:txBody>
      </p:sp>
      <p:sp>
        <p:nvSpPr>
          <p:cNvPr id="37" name="Text 37"/>
          <p:cNvSpPr txBox="1"/>
          <p:nvPr/>
        </p:nvSpPr>
        <p:spPr>
          <a:xfrm>
            <a:off x="8403336" y="5129784"/>
            <a:ext cx="2807208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50">
                <a:solidFill>
                  <a:srgbClr val="243B53"/>
                </a:solidFill>
                <a:latin typeface="Aptos"/>
                <a:ea typeface="Microsoft YaHei"/>
              </a:rPr>
              <a:t>多视角树与输入依赖的协作图。</a:t>
            </a:r>
            <a:endParaRPr lang="zh-CN" sz="115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8B15B5B1-48A0-5DF6-C08A-19A10B4A1831}"/>
                  </a:ext>
                </a:extLst>
              </p14:cNvPr>
              <p14:cNvContentPartPr/>
              <p14:nvPr/>
            </p14:nvContentPartPr>
            <p14:xfrm>
              <a:off x="465120" y="919080"/>
              <a:ext cx="9756000" cy="46015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8B15B5B1-48A0-5DF6-C08A-19A10B4A18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760" y="909720"/>
                <a:ext cx="9774720" cy="462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动态分区与选择性回放：XpandA 的直接启示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问题不是把所有 chunk 都读一遍，而是决定“现在该读哪一段、何时重读”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07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874520"/>
            <a:ext cx="1993392" cy="7498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1"/>
          <p:cNvSpPr txBox="1"/>
          <p:nvPr/>
        </p:nvSpPr>
        <p:spPr>
          <a:xfrm>
            <a:off x="79552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问题理解</a:t>
            </a:r>
            <a:endParaRPr lang="zh-CN" sz="1300"/>
          </a:p>
        </p:txBody>
      </p:sp>
      <p:cxnSp>
        <p:nvCxnSpPr>
          <p:cNvPr id="12" name="Line 12"/>
          <p:cNvCxnSpPr/>
          <p:nvPr/>
        </p:nvCxnSpPr>
        <p:spPr>
          <a:xfrm>
            <a:off x="267919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3063240" y="1874520"/>
            <a:ext cx="1993392" cy="74980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4"/>
          <p:cNvSpPr txBox="1"/>
          <p:nvPr/>
        </p:nvSpPr>
        <p:spPr>
          <a:xfrm>
            <a:off x="317296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动态切分</a:t>
            </a:r>
            <a:endParaRPr lang="zh-CN" sz="1300"/>
          </a:p>
        </p:txBody>
      </p:sp>
      <p:cxnSp>
        <p:nvCxnSpPr>
          <p:cNvPr id="15" name="Line 15"/>
          <p:cNvCxnSpPr/>
          <p:nvPr/>
        </p:nvCxnSpPr>
        <p:spPr>
          <a:xfrm>
            <a:off x="505663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5440680" y="1874520"/>
            <a:ext cx="1993392" cy="74980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7"/>
          <p:cNvSpPr txBox="1"/>
          <p:nvPr/>
        </p:nvSpPr>
        <p:spPr>
          <a:xfrm>
            <a:off x="555040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选择分区</a:t>
            </a:r>
            <a:endParaRPr lang="zh-CN" sz="1300"/>
          </a:p>
        </p:txBody>
      </p:sp>
      <p:cxnSp>
        <p:nvCxnSpPr>
          <p:cNvPr id="18" name="Line 18"/>
          <p:cNvCxnSpPr/>
          <p:nvPr/>
        </p:nvCxnSpPr>
        <p:spPr>
          <a:xfrm>
            <a:off x="743407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7818120" y="1874520"/>
            <a:ext cx="1993392" cy="74980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792784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共享记忆</a:t>
            </a:r>
            <a:endParaRPr lang="zh-CN" sz="1300"/>
          </a:p>
        </p:txBody>
      </p:sp>
      <p:cxnSp>
        <p:nvCxnSpPr>
          <p:cNvPr id="21" name="Line 21"/>
          <p:cNvCxnSpPr/>
          <p:nvPr/>
        </p:nvCxnSpPr>
        <p:spPr>
          <a:xfrm>
            <a:off x="981151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10195560" y="1874520"/>
            <a:ext cx="1993392" cy="7498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3"/>
          <p:cNvSpPr txBox="1"/>
          <p:nvPr/>
        </p:nvSpPr>
        <p:spPr>
          <a:xfrm>
            <a:off x="1030528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选择性回放</a:t>
            </a:r>
            <a:endParaRPr lang="zh-CN" sz="1300"/>
          </a:p>
        </p:txBody>
      </p:sp>
      <p:sp>
        <p:nvSpPr>
          <p:cNvPr id="24" name="Shape 24"/>
          <p:cNvSpPr/>
          <p:nvPr/>
        </p:nvSpPr>
        <p:spPr>
          <a:xfrm>
            <a:off x="685800" y="3273552"/>
            <a:ext cx="347472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5"/>
          <p:cNvSpPr/>
          <p:nvPr/>
        </p:nvSpPr>
        <p:spPr>
          <a:xfrm>
            <a:off x="685800" y="3273552"/>
            <a:ext cx="109728" cy="15087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6"/>
          <p:cNvSpPr txBox="1"/>
          <p:nvPr/>
        </p:nvSpPr>
        <p:spPr>
          <a:xfrm>
            <a:off x="941832" y="3419856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解决的早期缺陷</a:t>
            </a:r>
            <a:endParaRPr lang="zh-CN" sz="1400"/>
          </a:p>
        </p:txBody>
      </p:sp>
      <p:sp>
        <p:nvSpPr>
          <p:cNvPr id="27" name="Text 27"/>
          <p:cNvSpPr txBox="1"/>
          <p:nvPr/>
        </p:nvSpPr>
        <p:spPr>
          <a:xfrm>
            <a:off x="941832" y="3785616"/>
            <a:ext cx="303580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固定 chunk 长度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依赖关系被截断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证据顺序倒置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不必要的全量调用</a:t>
            </a:r>
            <a:endParaRPr lang="zh-CN" sz="1300"/>
          </a:p>
        </p:txBody>
      </p:sp>
      <p:sp>
        <p:nvSpPr>
          <p:cNvPr id="28" name="Shape 28"/>
          <p:cNvSpPr/>
          <p:nvPr/>
        </p:nvSpPr>
        <p:spPr>
          <a:xfrm>
            <a:off x="4361688" y="3273552"/>
            <a:ext cx="347472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9"/>
          <p:cNvSpPr/>
          <p:nvPr/>
        </p:nvSpPr>
        <p:spPr>
          <a:xfrm>
            <a:off x="4361688" y="3273552"/>
            <a:ext cx="109728" cy="150876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30"/>
          <p:cNvSpPr txBox="1"/>
          <p:nvPr/>
        </p:nvSpPr>
        <p:spPr>
          <a:xfrm>
            <a:off x="4617720" y="3419856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方法论转变</a:t>
            </a:r>
            <a:endParaRPr lang="zh-CN" sz="1400"/>
          </a:p>
        </p:txBody>
      </p:sp>
      <p:sp>
        <p:nvSpPr>
          <p:cNvPr id="31" name="Text 31"/>
          <p:cNvSpPr txBox="1"/>
          <p:nvPr/>
        </p:nvSpPr>
        <p:spPr>
          <a:xfrm>
            <a:off x="4617720" y="3785616"/>
            <a:ext cx="303580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分区是可决策变量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记忆是跨轮状态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重读只针对具体证据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规模可达百万 token</a:t>
            </a:r>
            <a:endParaRPr lang="zh-CN" sz="1300"/>
          </a:p>
        </p:txBody>
      </p:sp>
      <p:sp>
        <p:nvSpPr>
          <p:cNvPr id="32" name="Shape 32"/>
          <p:cNvSpPr/>
          <p:nvPr/>
        </p:nvSpPr>
        <p:spPr>
          <a:xfrm>
            <a:off x="8037576" y="3273552"/>
            <a:ext cx="347472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3"/>
          <p:cNvSpPr/>
          <p:nvPr/>
        </p:nvSpPr>
        <p:spPr>
          <a:xfrm>
            <a:off x="8037576" y="3273552"/>
            <a:ext cx="109728" cy="1508760"/>
          </a:xfrm>
          <a:prstGeom prst="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4"/>
          <p:cNvSpPr txBox="1"/>
          <p:nvPr/>
        </p:nvSpPr>
        <p:spPr>
          <a:xfrm>
            <a:off x="8293608" y="3419856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研究意义</a:t>
            </a:r>
            <a:endParaRPr lang="zh-CN" sz="1400"/>
          </a:p>
        </p:txBody>
      </p:sp>
      <p:sp>
        <p:nvSpPr>
          <p:cNvPr id="35" name="Text 35"/>
          <p:cNvSpPr txBox="1"/>
          <p:nvPr/>
        </p:nvSpPr>
        <p:spPr>
          <a:xfrm>
            <a:off x="8293608" y="3785616"/>
            <a:ext cx="303580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将“文档预处理”提升为调度问题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为预算控制提供可操作接口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Microsoft YaHei"/>
              </a:rPr>
              <a:t>可与检索、工具调用自然结合</a:t>
            </a:r>
            <a:endParaRPr lang="zh-CN" sz="13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4268D2FE-FB75-90B2-A187-B0B644B4D4CE}"/>
                  </a:ext>
                </a:extLst>
              </p14:cNvPr>
              <p14:cNvContentPartPr/>
              <p14:nvPr/>
            </p14:nvContentPartPr>
            <p14:xfrm>
              <a:off x="909360" y="1145160"/>
              <a:ext cx="10377000" cy="53060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4268D2FE-FB75-90B2-A187-B0B644B4D4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000" y="1135800"/>
                <a:ext cx="10395720" cy="532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从树到图：通信拓扑成为可学习对象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单一 Leader 星型结构不足以表达跨 chunk 的语义关系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08</a:t>
            </a:r>
            <a:endParaRPr lang="zh-CN" sz="850"/>
          </a:p>
        </p:txBody>
      </p:sp>
      <p:cxnSp>
        <p:nvCxnSpPr>
          <p:cNvPr id="10" name="Line 10"/>
          <p:cNvCxnSpPr/>
          <p:nvPr/>
        </p:nvCxnSpPr>
        <p:spPr>
          <a:xfrm>
            <a:off x="2514600" y="2487168"/>
            <a:ext cx="2148840" cy="0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514600" y="2487168"/>
            <a:ext cx="4983480" cy="0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5349240" y="2148840"/>
            <a:ext cx="0" cy="1673352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183880" y="2487168"/>
            <a:ext cx="0" cy="1335024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5989320" y="4160520"/>
            <a:ext cx="1508760" cy="0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1874520" y="2148840"/>
            <a:ext cx="1298448" cy="6583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1947672" y="2368296"/>
            <a:ext cx="1152144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问题</a:t>
            </a:r>
            <a:endParaRPr lang="zh-CN" sz="1200"/>
          </a:p>
        </p:txBody>
      </p:sp>
      <p:sp>
        <p:nvSpPr>
          <p:cNvPr id="17" name="Shape 17"/>
          <p:cNvSpPr/>
          <p:nvPr/>
        </p:nvSpPr>
        <p:spPr>
          <a:xfrm>
            <a:off x="4709160" y="1645920"/>
            <a:ext cx="1298448" cy="65836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8"/>
          <p:cNvSpPr txBox="1"/>
          <p:nvPr/>
        </p:nvSpPr>
        <p:spPr>
          <a:xfrm>
            <a:off x="4782312" y="1865376"/>
            <a:ext cx="1152144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证据 A</a:t>
            </a:r>
            <a:endParaRPr lang="zh-CN" sz="1200"/>
          </a:p>
        </p:txBody>
      </p:sp>
      <p:sp>
        <p:nvSpPr>
          <p:cNvPr id="19" name="Shape 19"/>
          <p:cNvSpPr/>
          <p:nvPr/>
        </p:nvSpPr>
        <p:spPr>
          <a:xfrm>
            <a:off x="7543800" y="2148840"/>
            <a:ext cx="1298448" cy="65836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7616952" y="2368296"/>
            <a:ext cx="1152144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证据 B</a:t>
            </a:r>
            <a:endParaRPr lang="zh-CN" sz="1200"/>
          </a:p>
        </p:txBody>
      </p:sp>
      <p:sp>
        <p:nvSpPr>
          <p:cNvPr id="21" name="Shape 21"/>
          <p:cNvSpPr/>
          <p:nvPr/>
        </p:nvSpPr>
        <p:spPr>
          <a:xfrm>
            <a:off x="4709160" y="3840480"/>
            <a:ext cx="1298448" cy="65836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2"/>
          <p:cNvSpPr txBox="1"/>
          <p:nvPr/>
        </p:nvSpPr>
        <p:spPr>
          <a:xfrm>
            <a:off x="4782312" y="4059936"/>
            <a:ext cx="1152144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验证器</a:t>
            </a:r>
            <a:endParaRPr lang="zh-CN" sz="1200"/>
          </a:p>
        </p:txBody>
      </p:sp>
      <p:sp>
        <p:nvSpPr>
          <p:cNvPr id="23" name="Shape 23"/>
          <p:cNvSpPr/>
          <p:nvPr/>
        </p:nvSpPr>
        <p:spPr>
          <a:xfrm>
            <a:off x="7543800" y="3840480"/>
            <a:ext cx="1298448" cy="658368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4"/>
          <p:cNvSpPr txBox="1"/>
          <p:nvPr/>
        </p:nvSpPr>
        <p:spPr>
          <a:xfrm>
            <a:off x="7616952" y="4059936"/>
            <a:ext cx="1152144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综合器</a:t>
            </a:r>
            <a:endParaRPr lang="zh-CN" sz="1200"/>
          </a:p>
        </p:txBody>
      </p:sp>
      <p:sp>
        <p:nvSpPr>
          <p:cNvPr id="25" name="Shape 25"/>
          <p:cNvSpPr/>
          <p:nvPr/>
        </p:nvSpPr>
        <p:spPr>
          <a:xfrm>
            <a:off x="777240" y="5148072"/>
            <a:ext cx="32461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6"/>
          <p:cNvSpPr/>
          <p:nvPr/>
        </p:nvSpPr>
        <p:spPr>
          <a:xfrm>
            <a:off x="777240" y="5148072"/>
            <a:ext cx="10972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7"/>
          <p:cNvSpPr txBox="1"/>
          <p:nvPr/>
        </p:nvSpPr>
        <p:spPr>
          <a:xfrm>
            <a:off x="1033272" y="5294376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Tree of Agents</a:t>
            </a:r>
            <a:endParaRPr lang="zh-CN" sz="1400"/>
          </a:p>
        </p:txBody>
      </p:sp>
      <p:sp>
        <p:nvSpPr>
          <p:cNvPr id="28" name="Text 28"/>
          <p:cNvSpPr txBox="1"/>
          <p:nvPr/>
        </p:nvSpPr>
        <p:spPr>
          <a:xfrm>
            <a:off x="1033272" y="5660136"/>
            <a:ext cx="2807208" cy="3657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50">
                <a:solidFill>
                  <a:srgbClr val="243B53"/>
                </a:solidFill>
                <a:latin typeface="Aptos"/>
                <a:ea typeface="Microsoft YaHei"/>
              </a:rPr>
              <a:t>多种阅读顺序 + 自适应剪枝</a:t>
            </a:r>
            <a:endParaRPr lang="zh-CN" sz="1050"/>
          </a:p>
        </p:txBody>
      </p:sp>
      <p:sp>
        <p:nvSpPr>
          <p:cNvPr id="29" name="Shape 29"/>
          <p:cNvSpPr/>
          <p:nvPr/>
        </p:nvSpPr>
        <p:spPr>
          <a:xfrm>
            <a:off x="4480560" y="5148072"/>
            <a:ext cx="32461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30"/>
          <p:cNvSpPr/>
          <p:nvPr/>
        </p:nvSpPr>
        <p:spPr>
          <a:xfrm>
            <a:off x="4480560" y="5148072"/>
            <a:ext cx="109728" cy="658368"/>
          </a:xfrm>
          <a:prstGeom prst="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31"/>
          <p:cNvSpPr txBox="1"/>
          <p:nvPr/>
        </p:nvSpPr>
        <p:spPr>
          <a:xfrm>
            <a:off x="4736592" y="5294376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Graph of Agents</a:t>
            </a:r>
            <a:endParaRPr lang="zh-CN" sz="1400"/>
          </a:p>
        </p:txBody>
      </p:sp>
      <p:sp>
        <p:nvSpPr>
          <p:cNvPr id="32" name="Text 32"/>
          <p:cNvSpPr txBox="1"/>
          <p:nvPr/>
        </p:nvSpPr>
        <p:spPr>
          <a:xfrm>
            <a:off x="4736592" y="5660136"/>
            <a:ext cx="2807208" cy="3657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50">
                <a:solidFill>
                  <a:srgbClr val="243B53"/>
                </a:solidFill>
                <a:latin typeface="Aptos"/>
                <a:ea typeface="Microsoft YaHei"/>
              </a:rPr>
              <a:t>按 chunk 语义关系生成协作图</a:t>
            </a:r>
            <a:endParaRPr lang="zh-CN" sz="1050"/>
          </a:p>
        </p:txBody>
      </p:sp>
      <p:sp>
        <p:nvSpPr>
          <p:cNvPr id="33" name="Shape 33"/>
          <p:cNvSpPr/>
          <p:nvPr/>
        </p:nvSpPr>
        <p:spPr>
          <a:xfrm>
            <a:off x="8183880" y="5148072"/>
            <a:ext cx="32461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4"/>
          <p:cNvSpPr/>
          <p:nvPr/>
        </p:nvSpPr>
        <p:spPr>
          <a:xfrm>
            <a:off x="8183880" y="5148072"/>
            <a:ext cx="109728" cy="658368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5"/>
          <p:cNvSpPr txBox="1"/>
          <p:nvPr/>
        </p:nvSpPr>
        <p:spPr>
          <a:xfrm>
            <a:off x="8439912" y="5294376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关键问题</a:t>
            </a:r>
            <a:endParaRPr lang="zh-CN" sz="1400"/>
          </a:p>
        </p:txBody>
      </p:sp>
      <p:sp>
        <p:nvSpPr>
          <p:cNvPr id="36" name="Text 36"/>
          <p:cNvSpPr txBox="1"/>
          <p:nvPr/>
        </p:nvSpPr>
        <p:spPr>
          <a:xfrm>
            <a:off x="8439912" y="5660136"/>
            <a:ext cx="2807208" cy="3657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50">
                <a:solidFill>
                  <a:srgbClr val="243B53"/>
                </a:solidFill>
                <a:latin typeface="Aptos"/>
                <a:ea typeface="Microsoft YaHei"/>
              </a:rPr>
              <a:t>图结构如何获得可归因的训练信号？</a:t>
            </a:r>
            <a:endParaRPr lang="zh-CN" sz="105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FAD809FC-FA88-3755-3490-131738521DBA}"/>
                  </a:ext>
                </a:extLst>
              </p14:cNvPr>
              <p14:cNvContentPartPr/>
              <p14:nvPr/>
            </p14:nvContentPartPr>
            <p14:xfrm>
              <a:off x="1915920" y="1305360"/>
              <a:ext cx="10224720" cy="32032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FAD809FC-FA88-3755-3490-131738521D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6560" y="1296000"/>
                <a:ext cx="10243440" cy="322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多模态与工具化：文档不再只是 token 序列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DocAgent、MDocAgent 与 Coding Agents 将上下文扩展为可导航的外部环境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09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91640"/>
            <a:ext cx="34290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658368" y="1691640"/>
            <a:ext cx="109728" cy="30175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14400" y="1837944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结构化文档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203704"/>
            <a:ext cx="2990088" cy="23957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文档树/大纲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章节、表格、图片、版面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交互式阅读接口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跨任务记忆与 reviewer</a:t>
            </a:r>
            <a:endParaRPr lang="zh-CN" sz="1400"/>
          </a:p>
        </p:txBody>
      </p:sp>
      <p:sp>
        <p:nvSpPr>
          <p:cNvPr id="14" name="Shape 14"/>
          <p:cNvSpPr/>
          <p:nvPr/>
        </p:nvSpPr>
        <p:spPr>
          <a:xfrm>
            <a:off x="4389120" y="1691640"/>
            <a:ext cx="34290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5"/>
          <p:cNvSpPr/>
          <p:nvPr/>
        </p:nvSpPr>
        <p:spPr>
          <a:xfrm>
            <a:off x="4389120" y="1691640"/>
            <a:ext cx="109728" cy="3017520"/>
          </a:xfrm>
          <a:prstGeom prst="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4645152" y="1837944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专业场景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645152" y="2203704"/>
            <a:ext cx="2990088" cy="23957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法律合同：多阶段 RAG 与可信解释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多模态 QA：图像、文本、摘要专长 Agent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隐私与本地开源部署要求更强</a:t>
            </a:r>
            <a:endParaRPr lang="zh-CN" sz="1400"/>
          </a:p>
        </p:txBody>
      </p:sp>
      <p:sp>
        <p:nvSpPr>
          <p:cNvPr id="18" name="Shape 18"/>
          <p:cNvSpPr/>
          <p:nvPr/>
        </p:nvSpPr>
        <p:spPr>
          <a:xfrm>
            <a:off x="8119872" y="1691640"/>
            <a:ext cx="34290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9"/>
          <p:cNvSpPr/>
          <p:nvPr/>
        </p:nvSpPr>
        <p:spPr>
          <a:xfrm>
            <a:off x="8119872" y="1691640"/>
            <a:ext cx="109728" cy="301752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8375904" y="1837944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外部环境探索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75904" y="2203704"/>
            <a:ext cx="2990088" cy="239572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文件、检索、代码成为工具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递归模型调用替代一次性塞入上下文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Agent 像研究员一样逐步检查证据</a:t>
            </a:r>
            <a:endParaRPr lang="zh-CN" sz="1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D0E614F-37A6-79C8-6FEB-B823F09DC192}"/>
                  </a:ext>
                </a:extLst>
              </p14:cNvPr>
              <p14:cNvContentPartPr/>
              <p14:nvPr/>
            </p14:nvContentPartPr>
            <p14:xfrm>
              <a:off x="856440" y="2263320"/>
              <a:ext cx="10013400" cy="16300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D0E614F-37A6-79C8-6FEB-B823F09DC1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7080" y="2253960"/>
                <a:ext cx="10032120" cy="164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自动编排分两类：设计时搜索 vs. 运行时调度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二者都在优化 Agent 系统，但优化对象和反馈时间尺度不同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10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719072"/>
            <a:ext cx="52578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685800" y="1719072"/>
            <a:ext cx="109728" cy="33375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41832" y="1865376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设计时：寻找通用工作流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41832" y="2231136"/>
            <a:ext cx="48188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GPTSwarm：将 Agent 与操作建模为可优化图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ADAS：Meta Agent 以代码形式迭代设计系统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AFlow：MCTS + 执行反馈修改可执行工作流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特点：在部署前反复搜索，得到可复用蓝图</a:t>
            </a:r>
            <a:endParaRPr lang="zh-CN" sz="1400"/>
          </a:p>
        </p:txBody>
      </p:sp>
      <p:sp>
        <p:nvSpPr>
          <p:cNvPr id="14" name="Shape 14"/>
          <p:cNvSpPr/>
          <p:nvPr/>
        </p:nvSpPr>
        <p:spPr>
          <a:xfrm>
            <a:off x="6245352" y="1719072"/>
            <a:ext cx="52578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5"/>
          <p:cNvSpPr/>
          <p:nvPr/>
        </p:nvSpPr>
        <p:spPr>
          <a:xfrm>
            <a:off x="6245352" y="1719072"/>
            <a:ext cx="109728" cy="333756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6501384" y="1865376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运行时：为当前问题选择执行方式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6501384" y="2231136"/>
            <a:ext cx="48188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DyLAN：按重要性选择 Agent 团队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G-Designer：生成任务感知通信拓扑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MaAS：按难度分配模型、工具与 token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特点：每个输入都可能触发不同的路由与资源分配</a:t>
            </a:r>
            <a:endParaRPr lang="zh-CN" sz="1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4E139244-7A19-B0C0-D3DA-673BB8CA634B}"/>
                  </a:ext>
                </a:extLst>
              </p14:cNvPr>
              <p14:cNvContentPartPr/>
              <p14:nvPr/>
            </p14:nvContentPartPr>
            <p14:xfrm>
              <a:off x="1322640" y="2447640"/>
              <a:ext cx="8400240" cy="30780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4E139244-7A19-B0C0-D3DA-673BB8CA6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3280" y="2438280"/>
                <a:ext cx="8418960" cy="309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运行时调度前沿：调什么、依据什么、如何学习？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研究对象从“下一个回答”扩展到“下一次系统行动”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11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713232" y="1600200"/>
            <a:ext cx="10789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713232" y="1600200"/>
            <a:ext cx="1600200" cy="694944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850392" y="182880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选择谁</a:t>
            </a:r>
            <a:endParaRPr lang="zh-CN" sz="1200"/>
          </a:p>
        </p:txBody>
      </p:sp>
      <p:sp>
        <p:nvSpPr>
          <p:cNvPr id="13" name="Text 13"/>
          <p:cNvSpPr txBox="1"/>
          <p:nvPr/>
        </p:nvSpPr>
        <p:spPr>
          <a:xfrm>
            <a:off x="2542032" y="1783080"/>
            <a:ext cx="4251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60">
                <a:solidFill>
                  <a:srgbClr val="243B53"/>
                </a:solidFill>
                <a:latin typeface="Aptos"/>
                <a:ea typeface="Microsoft YaHei"/>
              </a:rPr>
              <a:t>Agent 团队 / 模型能力 / 专长</a:t>
            </a:r>
            <a:endParaRPr lang="zh-CN" sz="1260"/>
          </a:p>
        </p:txBody>
      </p:sp>
      <p:sp>
        <p:nvSpPr>
          <p:cNvPr id="14" name="Text 14"/>
          <p:cNvSpPr txBox="1"/>
          <p:nvPr/>
        </p:nvSpPr>
        <p:spPr>
          <a:xfrm>
            <a:off x="7315200" y="1783080"/>
            <a:ext cx="361188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DyLAN</a:t>
            </a:r>
            <a:endParaRPr lang="zh-CN" sz="1220"/>
          </a:p>
        </p:txBody>
      </p:sp>
      <p:sp>
        <p:nvSpPr>
          <p:cNvPr id="15" name="Shape 15"/>
          <p:cNvSpPr/>
          <p:nvPr/>
        </p:nvSpPr>
        <p:spPr>
          <a:xfrm>
            <a:off x="713232" y="2423160"/>
            <a:ext cx="10789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6"/>
          <p:cNvSpPr/>
          <p:nvPr/>
        </p:nvSpPr>
        <p:spPr>
          <a:xfrm>
            <a:off x="713232" y="2423160"/>
            <a:ext cx="1600200" cy="694944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7"/>
          <p:cNvSpPr txBox="1"/>
          <p:nvPr/>
        </p:nvSpPr>
        <p:spPr>
          <a:xfrm>
            <a:off x="850392" y="265176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连成什么</a:t>
            </a:r>
            <a:endParaRPr lang="zh-CN" sz="1200"/>
          </a:p>
        </p:txBody>
      </p:sp>
      <p:sp>
        <p:nvSpPr>
          <p:cNvPr id="18" name="Text 18"/>
          <p:cNvSpPr txBox="1"/>
          <p:nvPr/>
        </p:nvSpPr>
        <p:spPr>
          <a:xfrm>
            <a:off x="2542032" y="2606040"/>
            <a:ext cx="4251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60">
                <a:solidFill>
                  <a:srgbClr val="243B53"/>
                </a:solidFill>
                <a:latin typeface="Aptos"/>
                <a:ea typeface="Microsoft YaHei"/>
              </a:rPr>
              <a:t>通信边、树、图、聚合顺序</a:t>
            </a:r>
            <a:endParaRPr lang="zh-CN" sz="1260"/>
          </a:p>
        </p:txBody>
      </p:sp>
      <p:sp>
        <p:nvSpPr>
          <p:cNvPr id="19" name="Text 19"/>
          <p:cNvSpPr txBox="1"/>
          <p:nvPr/>
        </p:nvSpPr>
        <p:spPr>
          <a:xfrm>
            <a:off x="7315200" y="2606040"/>
            <a:ext cx="361188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G-Designer / DynaSwarm</a:t>
            </a:r>
            <a:endParaRPr lang="zh-CN" sz="1220"/>
          </a:p>
        </p:txBody>
      </p:sp>
      <p:sp>
        <p:nvSpPr>
          <p:cNvPr id="20" name="Shape 20"/>
          <p:cNvSpPr/>
          <p:nvPr/>
        </p:nvSpPr>
        <p:spPr>
          <a:xfrm>
            <a:off x="713232" y="3246120"/>
            <a:ext cx="10789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21"/>
          <p:cNvSpPr/>
          <p:nvPr/>
        </p:nvSpPr>
        <p:spPr>
          <a:xfrm>
            <a:off x="713232" y="3246120"/>
            <a:ext cx="1600200" cy="694944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2"/>
          <p:cNvSpPr txBox="1"/>
          <p:nvPr/>
        </p:nvSpPr>
        <p:spPr>
          <a:xfrm>
            <a:off x="850392" y="347472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做什么</a:t>
            </a:r>
            <a:endParaRPr lang="zh-CN" sz="1200"/>
          </a:p>
        </p:txBody>
      </p:sp>
      <p:sp>
        <p:nvSpPr>
          <p:cNvPr id="23" name="Text 23"/>
          <p:cNvSpPr txBox="1"/>
          <p:nvPr/>
        </p:nvSpPr>
        <p:spPr>
          <a:xfrm>
            <a:off x="2542032" y="3429000"/>
            <a:ext cx="4251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60">
                <a:solidFill>
                  <a:srgbClr val="243B53"/>
                </a:solidFill>
                <a:latin typeface="Aptos"/>
                <a:ea typeface="Microsoft YaHei"/>
              </a:rPr>
              <a:t>检索、检查、回放、验证、综合</a:t>
            </a:r>
            <a:endParaRPr lang="zh-CN" sz="1260"/>
          </a:p>
        </p:txBody>
      </p:sp>
      <p:sp>
        <p:nvSpPr>
          <p:cNvPr id="24" name="Text 24"/>
          <p:cNvSpPr txBox="1"/>
          <p:nvPr/>
        </p:nvSpPr>
        <p:spPr>
          <a:xfrm>
            <a:off x="7315200" y="3429000"/>
            <a:ext cx="361188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Evolving Orchestration</a:t>
            </a:r>
            <a:endParaRPr lang="zh-CN" sz="1220"/>
          </a:p>
        </p:txBody>
      </p:sp>
      <p:sp>
        <p:nvSpPr>
          <p:cNvPr id="25" name="Shape 25"/>
          <p:cNvSpPr/>
          <p:nvPr/>
        </p:nvSpPr>
        <p:spPr>
          <a:xfrm>
            <a:off x="713232" y="4069080"/>
            <a:ext cx="10789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6"/>
          <p:cNvSpPr/>
          <p:nvPr/>
        </p:nvSpPr>
        <p:spPr>
          <a:xfrm>
            <a:off x="713232" y="4069080"/>
            <a:ext cx="1600200" cy="6949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7"/>
          <p:cNvSpPr txBox="1"/>
          <p:nvPr/>
        </p:nvSpPr>
        <p:spPr>
          <a:xfrm>
            <a:off x="850392" y="429768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花多少</a:t>
            </a:r>
            <a:endParaRPr lang="zh-CN" sz="1200"/>
          </a:p>
        </p:txBody>
      </p:sp>
      <p:sp>
        <p:nvSpPr>
          <p:cNvPr id="28" name="Text 28"/>
          <p:cNvSpPr txBox="1"/>
          <p:nvPr/>
        </p:nvSpPr>
        <p:spPr>
          <a:xfrm>
            <a:off x="2542032" y="4251960"/>
            <a:ext cx="4251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60">
                <a:solidFill>
                  <a:srgbClr val="243B53"/>
                </a:solidFill>
                <a:latin typeface="Aptos"/>
                <a:ea typeface="Microsoft YaHei"/>
              </a:rPr>
              <a:t>模型调用、工具调用、token、并行度</a:t>
            </a:r>
            <a:endParaRPr lang="zh-CN" sz="1260"/>
          </a:p>
        </p:txBody>
      </p:sp>
      <p:sp>
        <p:nvSpPr>
          <p:cNvPr id="29" name="Text 29"/>
          <p:cNvSpPr txBox="1"/>
          <p:nvPr/>
        </p:nvSpPr>
        <p:spPr>
          <a:xfrm>
            <a:off x="7315200" y="4251960"/>
            <a:ext cx="361188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MaAS / Gradientsys</a:t>
            </a:r>
            <a:endParaRPr lang="zh-CN" sz="1220"/>
          </a:p>
        </p:txBody>
      </p:sp>
      <p:sp>
        <p:nvSpPr>
          <p:cNvPr id="30" name="Shape 30"/>
          <p:cNvSpPr/>
          <p:nvPr/>
        </p:nvSpPr>
        <p:spPr>
          <a:xfrm>
            <a:off x="713232" y="4892040"/>
            <a:ext cx="10789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31"/>
          <p:cNvSpPr/>
          <p:nvPr/>
        </p:nvSpPr>
        <p:spPr>
          <a:xfrm>
            <a:off x="713232" y="4892040"/>
            <a:ext cx="1600200" cy="694944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2"/>
          <p:cNvSpPr txBox="1"/>
          <p:nvPr/>
        </p:nvSpPr>
        <p:spPr>
          <a:xfrm>
            <a:off x="850392" y="512064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Aptos"/>
                <a:ea typeface="Microsoft YaHei"/>
              </a:rPr>
              <a:t>如何归因</a:t>
            </a:r>
            <a:endParaRPr lang="zh-CN" sz="1200"/>
          </a:p>
        </p:txBody>
      </p:sp>
      <p:sp>
        <p:nvSpPr>
          <p:cNvPr id="33" name="Text 33"/>
          <p:cNvSpPr txBox="1"/>
          <p:nvPr/>
        </p:nvSpPr>
        <p:spPr>
          <a:xfrm>
            <a:off x="2542032" y="5074920"/>
            <a:ext cx="4251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60">
                <a:solidFill>
                  <a:srgbClr val="243B53"/>
                </a:solidFill>
                <a:latin typeface="Aptos"/>
                <a:ea typeface="Microsoft YaHei"/>
              </a:rPr>
              <a:t>边级或拓扑级奖励、组相对优化</a:t>
            </a:r>
            <a:endParaRPr lang="zh-CN" sz="1260"/>
          </a:p>
        </p:txBody>
      </p:sp>
      <p:sp>
        <p:nvSpPr>
          <p:cNvPr id="34" name="Text 34"/>
          <p:cNvSpPr txBox="1"/>
          <p:nvPr/>
        </p:nvSpPr>
        <p:spPr>
          <a:xfrm>
            <a:off x="7315200" y="5074920"/>
            <a:ext cx="361188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Graph-GRPO</a:t>
            </a:r>
            <a:endParaRPr lang="zh-CN" sz="122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DAD94FF5-3A00-3EEA-E73F-33B7AD9B0F85}"/>
                  </a:ext>
                </a:extLst>
              </p14:cNvPr>
              <p14:cNvContentPartPr/>
              <p14:nvPr/>
            </p14:nvContentPartPr>
            <p14:xfrm>
              <a:off x="2428200" y="2899440"/>
              <a:ext cx="5919480" cy="26503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DAD94FF5-3A00-3EEA-E73F-33B7AD9B0F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8840" y="2890080"/>
                <a:ext cx="5938200" cy="2669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统一视角：预算感知的证据调度器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把分区、路由、拓扑、验证和停止统一为同一个策略问题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12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828800"/>
            <a:ext cx="1993392" cy="7498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1"/>
          <p:cNvSpPr txBox="1"/>
          <p:nvPr/>
        </p:nvSpPr>
        <p:spPr>
          <a:xfrm>
            <a:off x="79552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状态：问题/记忆/冲突/预算</a:t>
            </a:r>
            <a:endParaRPr lang="zh-CN" sz="1300"/>
          </a:p>
        </p:txBody>
      </p:sp>
      <p:cxnSp>
        <p:nvCxnSpPr>
          <p:cNvPr id="12" name="Line 12"/>
          <p:cNvCxnSpPr/>
          <p:nvPr/>
        </p:nvCxnSpPr>
        <p:spPr>
          <a:xfrm>
            <a:off x="2679192" y="220370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3063240" y="1828800"/>
            <a:ext cx="1993392" cy="74980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4"/>
          <p:cNvSpPr txBox="1"/>
          <p:nvPr/>
        </p:nvSpPr>
        <p:spPr>
          <a:xfrm>
            <a:off x="317296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策略 π</a:t>
            </a:r>
            <a:endParaRPr lang="zh-CN" sz="1300"/>
          </a:p>
        </p:txBody>
      </p:sp>
      <p:cxnSp>
        <p:nvCxnSpPr>
          <p:cNvPr id="15" name="Line 15"/>
          <p:cNvCxnSpPr/>
          <p:nvPr/>
        </p:nvCxnSpPr>
        <p:spPr>
          <a:xfrm>
            <a:off x="5056632" y="220370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5440680" y="1828800"/>
            <a:ext cx="1993392" cy="74980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7"/>
          <p:cNvSpPr txBox="1"/>
          <p:nvPr/>
        </p:nvSpPr>
        <p:spPr>
          <a:xfrm>
            <a:off x="555040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行动：选 Agent/证据/图/操作</a:t>
            </a:r>
            <a:endParaRPr lang="zh-CN" sz="1300"/>
          </a:p>
        </p:txBody>
      </p:sp>
      <p:cxnSp>
        <p:nvCxnSpPr>
          <p:cNvPr id="18" name="Line 18"/>
          <p:cNvCxnSpPr/>
          <p:nvPr/>
        </p:nvCxnSpPr>
        <p:spPr>
          <a:xfrm>
            <a:off x="7434072" y="220370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7818120" y="1828800"/>
            <a:ext cx="1993392" cy="74980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792784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Microsoft YaHei"/>
              </a:rPr>
              <a:t>结果：答案与轨迹</a:t>
            </a:r>
            <a:endParaRPr lang="zh-CN" sz="1300"/>
          </a:p>
        </p:txBody>
      </p:sp>
      <p:sp>
        <p:nvSpPr>
          <p:cNvPr id="21" name="Shape 21"/>
          <p:cNvSpPr/>
          <p:nvPr/>
        </p:nvSpPr>
        <p:spPr>
          <a:xfrm>
            <a:off x="685800" y="3246120"/>
            <a:ext cx="52120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2"/>
          <p:cNvSpPr/>
          <p:nvPr/>
        </p:nvSpPr>
        <p:spPr>
          <a:xfrm>
            <a:off x="685800" y="3246120"/>
            <a:ext cx="109728" cy="1691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3"/>
          <p:cNvSpPr txBox="1"/>
          <p:nvPr/>
        </p:nvSpPr>
        <p:spPr>
          <a:xfrm>
            <a:off x="941832" y="3392424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状态 sₜ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941832" y="3758184"/>
            <a:ext cx="4773168" cy="10698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问题 q · 已收集证据 Eₜ · 共享记忆 Mₜ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未解决实体/冲突 Uₜ · 剩余预算 Bₜ</a:t>
            </a:r>
            <a:endParaRPr lang="zh-CN" sz="1400"/>
          </a:p>
        </p:txBody>
      </p:sp>
      <p:sp>
        <p:nvSpPr>
          <p:cNvPr id="25" name="Shape 25"/>
          <p:cNvSpPr/>
          <p:nvPr/>
        </p:nvSpPr>
        <p:spPr>
          <a:xfrm>
            <a:off x="6263640" y="3246120"/>
            <a:ext cx="52120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6"/>
          <p:cNvSpPr/>
          <p:nvPr/>
        </p:nvSpPr>
        <p:spPr>
          <a:xfrm>
            <a:off x="6263640" y="3246120"/>
            <a:ext cx="109728" cy="169164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7"/>
          <p:cNvSpPr txBox="1"/>
          <p:nvPr/>
        </p:nvSpPr>
        <p:spPr>
          <a:xfrm>
            <a:off x="6519672" y="3392424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优化目标</a:t>
            </a:r>
            <a:endParaRPr lang="zh-CN" sz="1400"/>
          </a:p>
        </p:txBody>
      </p:sp>
      <p:sp>
        <p:nvSpPr>
          <p:cNvPr id="28" name="Text 28"/>
          <p:cNvSpPr txBox="1"/>
          <p:nvPr/>
        </p:nvSpPr>
        <p:spPr>
          <a:xfrm>
            <a:off x="6519672" y="3758184"/>
            <a:ext cx="4773168" cy="10698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最大化：回答质量 + 证据支撑 + 覆盖率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Microsoft YaHei"/>
              </a:rPr>
              <a:t>最小化：token、延迟、调用次数与幻觉风险</a:t>
            </a:r>
            <a:endParaRPr lang="zh-CN" sz="1400"/>
          </a:p>
        </p:txBody>
      </p:sp>
      <p:sp>
        <p:nvSpPr>
          <p:cNvPr id="29" name="Text 29"/>
          <p:cNvSpPr txBox="1"/>
          <p:nvPr/>
        </p:nvSpPr>
        <p:spPr>
          <a:xfrm>
            <a:off x="822960" y="5358384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Aptos"/>
                <a:ea typeface="Microsoft YaHei"/>
              </a:rPr>
              <a:t>关键变化：停止不再是 Leader 的主观判断，而是“答案可支撑性是否已经超过阈值”的决策。</a:t>
            </a:r>
            <a:endParaRPr lang="zh-CN" sz="13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D46007CD-9F60-8BA5-B42F-1C82584D4419}"/>
                  </a:ext>
                </a:extLst>
              </p14:cNvPr>
              <p14:cNvContentPartPr/>
              <p14:nvPr/>
            </p14:nvContentPartPr>
            <p14:xfrm>
              <a:off x="51840" y="2863800"/>
              <a:ext cx="9578160" cy="19908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D46007CD-9F60-8BA5-B42F-1C82584D44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80" y="2854440"/>
                <a:ext cx="9596880" cy="200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推荐系统架构：五个可独立消融的模块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研究实现应保证每一个“更聪明”的机制都能被单独验证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13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777240" y="1463040"/>
            <a:ext cx="106527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941832" y="1572768"/>
            <a:ext cx="502920" cy="493776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41832" y="1728216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1</a:t>
            </a:r>
            <a:endParaRPr lang="zh-CN" sz="1000"/>
          </a:p>
        </p:txBody>
      </p:sp>
      <p:sp>
        <p:nvSpPr>
          <p:cNvPr id="13" name="Text 13"/>
          <p:cNvSpPr txBox="1"/>
          <p:nvPr/>
        </p:nvSpPr>
        <p:spPr>
          <a:xfrm>
            <a:off x="1700784" y="1664208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Aptos"/>
                <a:ea typeface="Microsoft YaHei"/>
              </a:rPr>
              <a:t>语义分区器</a:t>
            </a:r>
            <a:endParaRPr lang="zh-CN" sz="1300"/>
          </a:p>
        </p:txBody>
      </p:sp>
      <p:sp>
        <p:nvSpPr>
          <p:cNvPr id="14" name="Text 14"/>
          <p:cNvSpPr txBox="1"/>
          <p:nvPr/>
        </p:nvSpPr>
        <p:spPr>
          <a:xfrm>
            <a:off x="3749040" y="1664208"/>
            <a:ext cx="71780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>
                <a:solidFill>
                  <a:srgbClr val="243B53"/>
                </a:solidFill>
                <a:latin typeface="Aptos"/>
                <a:ea typeface="Microsoft YaHei"/>
              </a:rPr>
              <a:t>按章节、段落、表格、代码和实体关系切分</a:t>
            </a:r>
            <a:endParaRPr lang="zh-CN" sz="1220"/>
          </a:p>
        </p:txBody>
      </p:sp>
      <p:sp>
        <p:nvSpPr>
          <p:cNvPr id="15" name="Shape 15"/>
          <p:cNvSpPr/>
          <p:nvPr/>
        </p:nvSpPr>
        <p:spPr>
          <a:xfrm>
            <a:off x="777240" y="2304288"/>
            <a:ext cx="106527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6"/>
          <p:cNvSpPr/>
          <p:nvPr/>
        </p:nvSpPr>
        <p:spPr>
          <a:xfrm>
            <a:off x="941832" y="2414016"/>
            <a:ext cx="502920" cy="493776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7"/>
          <p:cNvSpPr txBox="1"/>
          <p:nvPr/>
        </p:nvSpPr>
        <p:spPr>
          <a:xfrm>
            <a:off x="941832" y="2569464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2</a:t>
            </a:r>
            <a:endParaRPr lang="zh-CN" sz="1000"/>
          </a:p>
        </p:txBody>
      </p:sp>
      <p:sp>
        <p:nvSpPr>
          <p:cNvPr id="18" name="Text 18"/>
          <p:cNvSpPr txBox="1"/>
          <p:nvPr/>
        </p:nvSpPr>
        <p:spPr>
          <a:xfrm>
            <a:off x="1700784" y="2505456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Aptos"/>
                <a:ea typeface="Microsoft YaHei"/>
              </a:rPr>
              <a:t>查询调度器</a:t>
            </a:r>
            <a:endParaRPr lang="zh-CN" sz="1300"/>
          </a:p>
        </p:txBody>
      </p:sp>
      <p:sp>
        <p:nvSpPr>
          <p:cNvPr id="19" name="Text 19"/>
          <p:cNvSpPr txBox="1"/>
          <p:nvPr/>
        </p:nvSpPr>
        <p:spPr>
          <a:xfrm>
            <a:off x="3749040" y="2505456"/>
            <a:ext cx="71780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>
                <a:solidFill>
                  <a:srgbClr val="243B53"/>
                </a:solidFill>
                <a:latin typeface="Aptos"/>
                <a:ea typeface="Microsoft YaHei"/>
              </a:rPr>
              <a:t>仅激活相关 Agent、chunk 与工具</a:t>
            </a:r>
            <a:endParaRPr lang="zh-CN" sz="1220"/>
          </a:p>
        </p:txBody>
      </p:sp>
      <p:sp>
        <p:nvSpPr>
          <p:cNvPr id="20" name="Shape 20"/>
          <p:cNvSpPr/>
          <p:nvPr/>
        </p:nvSpPr>
        <p:spPr>
          <a:xfrm>
            <a:off x="777240" y="3145536"/>
            <a:ext cx="106527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21"/>
          <p:cNvSpPr/>
          <p:nvPr/>
        </p:nvSpPr>
        <p:spPr>
          <a:xfrm>
            <a:off x="941832" y="3255264"/>
            <a:ext cx="502920" cy="493776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2"/>
          <p:cNvSpPr txBox="1"/>
          <p:nvPr/>
        </p:nvSpPr>
        <p:spPr>
          <a:xfrm>
            <a:off x="941832" y="3410712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3</a:t>
            </a:r>
            <a:endParaRPr lang="zh-CN" sz="1000"/>
          </a:p>
        </p:txBody>
      </p:sp>
      <p:sp>
        <p:nvSpPr>
          <p:cNvPr id="23" name="Text 23"/>
          <p:cNvSpPr txBox="1"/>
          <p:nvPr/>
        </p:nvSpPr>
        <p:spPr>
          <a:xfrm>
            <a:off x="1700784" y="3346704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Aptos"/>
                <a:ea typeface="Microsoft YaHei"/>
              </a:rPr>
              <a:t>证据图记忆</a:t>
            </a:r>
            <a:endParaRPr lang="zh-CN" sz="1300"/>
          </a:p>
        </p:txBody>
      </p:sp>
      <p:sp>
        <p:nvSpPr>
          <p:cNvPr id="24" name="Text 24"/>
          <p:cNvSpPr txBox="1"/>
          <p:nvPr/>
        </p:nvSpPr>
        <p:spPr>
          <a:xfrm>
            <a:off x="3749040" y="3346704"/>
            <a:ext cx="71780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>
                <a:solidFill>
                  <a:srgbClr val="243B53"/>
                </a:solidFill>
                <a:latin typeface="Aptos"/>
                <a:ea typeface="Microsoft YaHei"/>
              </a:rPr>
              <a:t>保存主张、来源 span、置信度与矛盾边</a:t>
            </a:r>
            <a:endParaRPr lang="zh-CN" sz="1220"/>
          </a:p>
        </p:txBody>
      </p:sp>
      <p:sp>
        <p:nvSpPr>
          <p:cNvPr id="25" name="Shape 25"/>
          <p:cNvSpPr/>
          <p:nvPr/>
        </p:nvSpPr>
        <p:spPr>
          <a:xfrm>
            <a:off x="777240" y="3986784"/>
            <a:ext cx="106527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6"/>
          <p:cNvSpPr/>
          <p:nvPr/>
        </p:nvSpPr>
        <p:spPr>
          <a:xfrm>
            <a:off x="941832" y="4096512"/>
            <a:ext cx="50292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7"/>
          <p:cNvSpPr txBox="1"/>
          <p:nvPr/>
        </p:nvSpPr>
        <p:spPr>
          <a:xfrm>
            <a:off x="941832" y="4251960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4</a:t>
            </a:r>
            <a:endParaRPr lang="zh-CN" sz="1000"/>
          </a:p>
        </p:txBody>
      </p:sp>
      <p:sp>
        <p:nvSpPr>
          <p:cNvPr id="28" name="Text 28"/>
          <p:cNvSpPr txBox="1"/>
          <p:nvPr/>
        </p:nvSpPr>
        <p:spPr>
          <a:xfrm>
            <a:off x="1700784" y="418795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Aptos"/>
                <a:ea typeface="Microsoft YaHei"/>
              </a:rPr>
              <a:t>验证/回放控制</a:t>
            </a:r>
            <a:endParaRPr lang="zh-CN" sz="1300"/>
          </a:p>
        </p:txBody>
      </p:sp>
      <p:sp>
        <p:nvSpPr>
          <p:cNvPr id="29" name="Text 29"/>
          <p:cNvSpPr txBox="1"/>
          <p:nvPr/>
        </p:nvSpPr>
        <p:spPr>
          <a:xfrm>
            <a:off x="3749040" y="4187952"/>
            <a:ext cx="71780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>
                <a:solidFill>
                  <a:srgbClr val="243B53"/>
                </a:solidFill>
                <a:latin typeface="Aptos"/>
                <a:ea typeface="Microsoft YaHei"/>
              </a:rPr>
              <a:t>不确定或冲突超过阈值才重读、复核</a:t>
            </a:r>
            <a:endParaRPr lang="zh-CN" sz="1220"/>
          </a:p>
        </p:txBody>
      </p:sp>
      <p:sp>
        <p:nvSpPr>
          <p:cNvPr id="30" name="Shape 30"/>
          <p:cNvSpPr/>
          <p:nvPr/>
        </p:nvSpPr>
        <p:spPr>
          <a:xfrm>
            <a:off x="777240" y="4828032"/>
            <a:ext cx="106527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31"/>
          <p:cNvSpPr/>
          <p:nvPr/>
        </p:nvSpPr>
        <p:spPr>
          <a:xfrm>
            <a:off x="941832" y="4937760"/>
            <a:ext cx="502920" cy="493776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2"/>
          <p:cNvSpPr txBox="1"/>
          <p:nvPr/>
        </p:nvSpPr>
        <p:spPr>
          <a:xfrm>
            <a:off x="941832" y="5093208"/>
            <a:ext cx="5029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5</a:t>
            </a:r>
            <a:endParaRPr lang="zh-CN" sz="1000"/>
          </a:p>
        </p:txBody>
      </p:sp>
      <p:sp>
        <p:nvSpPr>
          <p:cNvPr id="33" name="Text 33"/>
          <p:cNvSpPr txBox="1"/>
          <p:nvPr/>
        </p:nvSpPr>
        <p:spPr>
          <a:xfrm>
            <a:off x="1700784" y="50292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Aptos"/>
                <a:ea typeface="Microsoft YaHei"/>
              </a:rPr>
              <a:t>预算停止策略</a:t>
            </a:r>
            <a:endParaRPr lang="zh-CN" sz="1300"/>
          </a:p>
        </p:txBody>
      </p:sp>
      <p:sp>
        <p:nvSpPr>
          <p:cNvPr id="34" name="Text 34"/>
          <p:cNvSpPr txBox="1"/>
          <p:nvPr/>
        </p:nvSpPr>
        <p:spPr>
          <a:xfrm>
            <a:off x="3749040" y="5029200"/>
            <a:ext cx="71780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>
                <a:solidFill>
                  <a:srgbClr val="243B53"/>
                </a:solidFill>
                <a:latin typeface="Aptos"/>
                <a:ea typeface="Microsoft YaHei"/>
              </a:rPr>
              <a:t>在覆盖充分时停止，避免无效推理</a:t>
            </a:r>
            <a:endParaRPr lang="zh-CN" sz="12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实验路线：不要只报准确率，要验证“为什么更好”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对比应覆盖效果、证据质量、成本与风险四个维度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14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576072" y="1828800"/>
            <a:ext cx="214884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1188720" y="1572768"/>
            <a:ext cx="932688" cy="47548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1289304" y="1728216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基线</a:t>
            </a:r>
            <a:endParaRPr lang="zh-CN" sz="1000"/>
          </a:p>
        </p:txBody>
      </p:sp>
      <p:sp>
        <p:nvSpPr>
          <p:cNvPr id="13" name="Text 13"/>
          <p:cNvSpPr txBox="1"/>
          <p:nvPr/>
        </p:nvSpPr>
        <p:spPr>
          <a:xfrm>
            <a:off x="758952" y="239572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LONGAGENT / 固定分块</a:t>
            </a:r>
            <a:endParaRPr lang="zh-CN" sz="1220"/>
          </a:p>
        </p:txBody>
      </p:sp>
      <p:sp>
        <p:nvSpPr>
          <p:cNvPr id="14" name="Text 14"/>
          <p:cNvSpPr txBox="1"/>
          <p:nvPr/>
        </p:nvSpPr>
        <p:spPr>
          <a:xfrm>
            <a:off x="740664" y="30175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80">
                <a:solidFill>
                  <a:srgbClr val="243B53"/>
                </a:solidFill>
                <a:latin typeface="Aptos"/>
                <a:ea typeface="Microsoft YaHei"/>
              </a:rPr>
              <a:t>建立准确率与成本锚点</a:t>
            </a:r>
            <a:endParaRPr lang="zh-CN" sz="1080"/>
          </a:p>
        </p:txBody>
      </p:sp>
      <p:cxnSp>
        <p:nvCxnSpPr>
          <p:cNvPr id="15" name="Line 15"/>
          <p:cNvCxnSpPr/>
          <p:nvPr/>
        </p:nvCxnSpPr>
        <p:spPr>
          <a:xfrm>
            <a:off x="2724912" y="2880360"/>
            <a:ext cx="24688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2880360" y="1828800"/>
            <a:ext cx="214884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7"/>
          <p:cNvSpPr/>
          <p:nvPr/>
        </p:nvSpPr>
        <p:spPr>
          <a:xfrm>
            <a:off x="3493008" y="1572768"/>
            <a:ext cx="932688" cy="47548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8"/>
          <p:cNvSpPr txBox="1"/>
          <p:nvPr/>
        </p:nvSpPr>
        <p:spPr>
          <a:xfrm>
            <a:off x="3593592" y="1728216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A</a:t>
            </a:r>
            <a:endParaRPr lang="zh-CN" sz="1000"/>
          </a:p>
        </p:txBody>
      </p:sp>
      <p:sp>
        <p:nvSpPr>
          <p:cNvPr id="19" name="Text 19"/>
          <p:cNvSpPr txBox="1"/>
          <p:nvPr/>
        </p:nvSpPr>
        <p:spPr>
          <a:xfrm>
            <a:off x="3063240" y="239572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仅自适应分区</a:t>
            </a:r>
            <a:endParaRPr lang="zh-CN" sz="1220"/>
          </a:p>
        </p:txBody>
      </p:sp>
      <p:sp>
        <p:nvSpPr>
          <p:cNvPr id="20" name="Text 20"/>
          <p:cNvSpPr txBox="1"/>
          <p:nvPr/>
        </p:nvSpPr>
        <p:spPr>
          <a:xfrm>
            <a:off x="3044952" y="30175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80">
                <a:solidFill>
                  <a:srgbClr val="243B53"/>
                </a:solidFill>
                <a:latin typeface="Aptos"/>
                <a:ea typeface="Microsoft YaHei"/>
              </a:rPr>
              <a:t>验证结构感知切分的价值</a:t>
            </a:r>
            <a:endParaRPr lang="zh-CN" sz="1080"/>
          </a:p>
        </p:txBody>
      </p:sp>
      <p:cxnSp>
        <p:nvCxnSpPr>
          <p:cNvPr id="21" name="Line 21"/>
          <p:cNvCxnSpPr/>
          <p:nvPr/>
        </p:nvCxnSpPr>
        <p:spPr>
          <a:xfrm>
            <a:off x="5029200" y="2880360"/>
            <a:ext cx="24688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5184648" y="1828800"/>
            <a:ext cx="214884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3"/>
          <p:cNvSpPr/>
          <p:nvPr/>
        </p:nvSpPr>
        <p:spPr>
          <a:xfrm>
            <a:off x="5797296" y="1572768"/>
            <a:ext cx="932688" cy="47548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4"/>
          <p:cNvSpPr txBox="1"/>
          <p:nvPr/>
        </p:nvSpPr>
        <p:spPr>
          <a:xfrm>
            <a:off x="5897880" y="1728216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B</a:t>
            </a:r>
            <a:endParaRPr lang="zh-CN" sz="1000"/>
          </a:p>
        </p:txBody>
      </p:sp>
      <p:sp>
        <p:nvSpPr>
          <p:cNvPr id="25" name="Text 25"/>
          <p:cNvSpPr txBox="1"/>
          <p:nvPr/>
        </p:nvSpPr>
        <p:spPr>
          <a:xfrm>
            <a:off x="5367528" y="239572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A + 自适应路由</a:t>
            </a:r>
            <a:endParaRPr lang="zh-CN" sz="1220"/>
          </a:p>
        </p:txBody>
      </p:sp>
      <p:sp>
        <p:nvSpPr>
          <p:cNvPr id="26" name="Text 26"/>
          <p:cNvSpPr txBox="1"/>
          <p:nvPr/>
        </p:nvSpPr>
        <p:spPr>
          <a:xfrm>
            <a:off x="5349240" y="30175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80">
                <a:solidFill>
                  <a:srgbClr val="243B53"/>
                </a:solidFill>
                <a:latin typeface="Aptos"/>
                <a:ea typeface="Microsoft YaHei"/>
              </a:rPr>
              <a:t>验证少调用是否仍能覆盖证据</a:t>
            </a:r>
            <a:endParaRPr lang="zh-CN" sz="1080"/>
          </a:p>
        </p:txBody>
      </p:sp>
      <p:cxnSp>
        <p:nvCxnSpPr>
          <p:cNvPr id="27" name="Line 27"/>
          <p:cNvCxnSpPr/>
          <p:nvPr/>
        </p:nvCxnSpPr>
        <p:spPr>
          <a:xfrm>
            <a:off x="7333488" y="2880360"/>
            <a:ext cx="24688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28" name="Shape 28"/>
          <p:cNvSpPr/>
          <p:nvPr/>
        </p:nvSpPr>
        <p:spPr>
          <a:xfrm>
            <a:off x="7488936" y="1828800"/>
            <a:ext cx="214884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9"/>
          <p:cNvSpPr/>
          <p:nvPr/>
        </p:nvSpPr>
        <p:spPr>
          <a:xfrm>
            <a:off x="8101584" y="1572768"/>
            <a:ext cx="9326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30"/>
          <p:cNvSpPr txBox="1"/>
          <p:nvPr/>
        </p:nvSpPr>
        <p:spPr>
          <a:xfrm>
            <a:off x="8202168" y="1728216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C</a:t>
            </a:r>
            <a:endParaRPr lang="zh-CN" sz="1000"/>
          </a:p>
        </p:txBody>
      </p:sp>
      <p:sp>
        <p:nvSpPr>
          <p:cNvPr id="31" name="Text 31"/>
          <p:cNvSpPr txBox="1"/>
          <p:nvPr/>
        </p:nvSpPr>
        <p:spPr>
          <a:xfrm>
            <a:off x="7671816" y="239572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B + 自适应拓扑</a:t>
            </a:r>
            <a:endParaRPr lang="zh-CN" sz="1220"/>
          </a:p>
        </p:txBody>
      </p:sp>
      <p:sp>
        <p:nvSpPr>
          <p:cNvPr id="32" name="Text 32"/>
          <p:cNvSpPr txBox="1"/>
          <p:nvPr/>
        </p:nvSpPr>
        <p:spPr>
          <a:xfrm>
            <a:off x="7653528" y="30175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80">
                <a:solidFill>
                  <a:srgbClr val="243B53"/>
                </a:solidFill>
                <a:latin typeface="Aptos"/>
                <a:ea typeface="Microsoft YaHei"/>
              </a:rPr>
              <a:t>验证协作图的额外收益</a:t>
            </a:r>
            <a:endParaRPr lang="zh-CN" sz="1080"/>
          </a:p>
        </p:txBody>
      </p:sp>
      <p:cxnSp>
        <p:nvCxnSpPr>
          <p:cNvPr id="33" name="Line 33"/>
          <p:cNvCxnSpPr/>
          <p:nvPr/>
        </p:nvCxnSpPr>
        <p:spPr>
          <a:xfrm>
            <a:off x="9637776" y="2880360"/>
            <a:ext cx="24688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34" name="Shape 34"/>
          <p:cNvSpPr/>
          <p:nvPr/>
        </p:nvSpPr>
        <p:spPr>
          <a:xfrm>
            <a:off x="9793224" y="1828800"/>
            <a:ext cx="214884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5"/>
          <p:cNvSpPr/>
          <p:nvPr/>
        </p:nvSpPr>
        <p:spPr>
          <a:xfrm>
            <a:off x="10405872" y="1572768"/>
            <a:ext cx="932688" cy="475488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6"/>
          <p:cNvSpPr txBox="1"/>
          <p:nvPr/>
        </p:nvSpPr>
        <p:spPr>
          <a:xfrm>
            <a:off x="10506456" y="1728216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Aptos"/>
                <a:ea typeface="Microsoft YaHei"/>
              </a:rPr>
              <a:t>全量</a:t>
            </a:r>
            <a:endParaRPr lang="zh-CN" sz="1000"/>
          </a:p>
        </p:txBody>
      </p:sp>
      <p:sp>
        <p:nvSpPr>
          <p:cNvPr id="37" name="Text 37"/>
          <p:cNvSpPr txBox="1"/>
          <p:nvPr/>
        </p:nvSpPr>
        <p:spPr>
          <a:xfrm>
            <a:off x="9976104" y="239572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20" b="1">
                <a:solidFill>
                  <a:srgbClr val="102A43"/>
                </a:solidFill>
                <a:latin typeface="Aptos"/>
                <a:ea typeface="Microsoft YaHei"/>
              </a:rPr>
              <a:t>C + 验证器 + 预算停止</a:t>
            </a:r>
            <a:endParaRPr lang="zh-CN" sz="1220"/>
          </a:p>
        </p:txBody>
      </p:sp>
      <p:sp>
        <p:nvSpPr>
          <p:cNvPr id="38" name="Text 38"/>
          <p:cNvSpPr txBox="1"/>
          <p:nvPr/>
        </p:nvSpPr>
        <p:spPr>
          <a:xfrm>
            <a:off x="9957816" y="30175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80">
                <a:solidFill>
                  <a:srgbClr val="243B53"/>
                </a:solidFill>
                <a:latin typeface="Aptos"/>
                <a:ea typeface="Microsoft YaHei"/>
              </a:rPr>
              <a:t>验证可靠性—成本前沿</a:t>
            </a:r>
            <a:endParaRPr lang="zh-CN" sz="1080"/>
          </a:p>
        </p:txBody>
      </p:sp>
      <p:sp>
        <p:nvSpPr>
          <p:cNvPr id="39" name="Shape 39"/>
          <p:cNvSpPr/>
          <p:nvPr/>
        </p:nvSpPr>
        <p:spPr>
          <a:xfrm>
            <a:off x="932688" y="4754880"/>
            <a:ext cx="10287000" cy="676656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40"/>
          <p:cNvSpPr txBox="1"/>
          <p:nvPr/>
        </p:nvSpPr>
        <p:spPr>
          <a:xfrm>
            <a:off x="1115568" y="4956048"/>
            <a:ext cx="992124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102A43"/>
                </a:solidFill>
                <a:latin typeface="Aptos"/>
                <a:ea typeface="Microsoft YaHei"/>
              </a:rPr>
              <a:t>指标：答案准确率 · 证据 precision/recall · 幻觉率 · token · 调用次数 · 延迟 · 峰值内存。</a:t>
            </a:r>
            <a:endParaRPr lang="zh-CN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Microsoft YaHei"/>
              </a:rPr>
              <a:t>研究机会与阅读优先级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Microsoft YaHei"/>
              </a:rPr>
              <a:t>面向“长上下文增强 + 自动调度”方向的可执行切入点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EmoGame 项目中期汇报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Microsoft YaHei"/>
              </a:rPr>
              <a:t>15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627632"/>
            <a:ext cx="3429000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1"/>
          <p:cNvSpPr/>
          <p:nvPr/>
        </p:nvSpPr>
        <p:spPr>
          <a:xfrm>
            <a:off x="685800" y="1627632"/>
            <a:ext cx="109728" cy="3154680"/>
          </a:xfrm>
          <a:prstGeom prst="rect">
            <a:avLst/>
          </a:prstGeom>
          <a:solidFill>
            <a:srgbClr val="F04F7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41832" y="1773936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最值得研究的问题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41832" y="2139696"/>
            <a:ext cx="2990088" cy="2532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如何从问题中估计证据覆盖是否充分？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如何让拓扑学习获得低方差、可解释的归因？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如何在成本约束下处理相关幻觉与证据歧义？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如何评估多模态、真实文档而非纯 needle 任务？</a:t>
            </a:r>
            <a:endParaRPr lang="zh-CN" sz="1320"/>
          </a:p>
        </p:txBody>
      </p:sp>
      <p:sp>
        <p:nvSpPr>
          <p:cNvPr id="14" name="Shape 14"/>
          <p:cNvSpPr/>
          <p:nvPr/>
        </p:nvSpPr>
        <p:spPr>
          <a:xfrm>
            <a:off x="4389120" y="1627632"/>
            <a:ext cx="3429000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5"/>
          <p:cNvSpPr/>
          <p:nvPr/>
        </p:nvSpPr>
        <p:spPr>
          <a:xfrm>
            <a:off x="4389120" y="1627632"/>
            <a:ext cx="109728" cy="315468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4645152" y="1773936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首要文献链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645152" y="2139696"/>
            <a:ext cx="2990088" cy="2532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LONGAGENT：分布式阅读范式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Chain-of-Agents：训练免费的顺序基线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XpandA：动态分区与选择性回放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Tree/Graph of Agents：结构自适应</a:t>
            </a:r>
            <a:endParaRPr lang="zh-CN" sz="1320"/>
          </a:p>
        </p:txBody>
      </p:sp>
      <p:sp>
        <p:nvSpPr>
          <p:cNvPr id="18" name="Shape 18"/>
          <p:cNvSpPr/>
          <p:nvPr/>
        </p:nvSpPr>
        <p:spPr>
          <a:xfrm>
            <a:off x="8092440" y="1627632"/>
            <a:ext cx="3429000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9"/>
          <p:cNvSpPr/>
          <p:nvPr/>
        </p:nvSpPr>
        <p:spPr>
          <a:xfrm>
            <a:off x="8092440" y="1627632"/>
            <a:ext cx="109728" cy="3154680"/>
          </a:xfrm>
          <a:prstGeom prst="rect">
            <a:avLst/>
          </a:prstGeom>
          <a:solidFill>
            <a:srgbClr val="2EAD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8348472" y="1773936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Microsoft YaHei"/>
              </a:rPr>
              <a:t>编排文献链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48472" y="2139696"/>
            <a:ext cx="2990088" cy="2532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GPTSwarm → ADAS/AFlow：设计时搜索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G-Designer / MaAS：任务自适应架构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Graph-GRPO：拓扑学习的信用分配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Microsoft YaHei"/>
              </a:rPr>
              <a:t>Gradientsys：工程化运行时调度</a:t>
            </a:r>
            <a:endParaRPr lang="zh-CN" sz="1320"/>
          </a:p>
        </p:txBody>
      </p:sp>
      <p:sp>
        <p:nvSpPr>
          <p:cNvPr id="22" name="Shape 22"/>
          <p:cNvSpPr/>
          <p:nvPr/>
        </p:nvSpPr>
        <p:spPr>
          <a:xfrm>
            <a:off x="960120" y="5230368"/>
            <a:ext cx="10241280" cy="585216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3"/>
          <p:cNvSpPr txBox="1"/>
          <p:nvPr/>
        </p:nvSpPr>
        <p:spPr>
          <a:xfrm>
            <a:off x="1161288" y="5404104"/>
            <a:ext cx="9829800" cy="2103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60" b="1">
                <a:solidFill>
                  <a:srgbClr val="FFFFFF"/>
                </a:solidFill>
                <a:latin typeface="Aptos"/>
                <a:ea typeface="Microsoft YaHei"/>
              </a:rPr>
              <a:t>一句话：下一代 Agent 的竞争力不在“能调用多少模型”，而在“能否用可核验的最小代价找到充分证据”。</a:t>
            </a:r>
            <a:endParaRPr lang="zh-CN" sz="13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Macintosh PowerPoint</Application>
  <PresentationFormat>宽屏</PresentationFormat>
  <Paragraphs>256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Aptos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智能体研究动态：从长上下文协作到自适应编排</dc:title>
  <dc:subject>基于 agent_survey.md 的中文研究综述</dc:subject>
  <dc:creator>Codex</dc:creator>
  <cp:lastModifiedBy>Zohn Ma</cp:lastModifiedBy>
  <cp:revision>1</cp:revision>
  <dcterms:created xsi:type="dcterms:W3CDTF">2026-07-10T00:00:00Z</dcterms:created>
  <dcterms:modified xsi:type="dcterms:W3CDTF">2026-07-11T02:30:23Z</dcterms:modified>
</cp:coreProperties>
</file>