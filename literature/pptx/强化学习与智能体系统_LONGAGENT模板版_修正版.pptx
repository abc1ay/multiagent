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.xml" ContentType="application/inkml+xml"/>
  <Override PartName="/ppt/ink/ink20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.xml" ContentType="application/inkml+xml"/>
  <Override PartName="/ppt/ink/ink290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225.000 306.000,'0.000'0.054,"0.000"0.093,0.009 0.204,0.012 0.059,0.017 0.006,0.014-0.028,0.015-0.048,0.012-0.057,0.010-0.056,0.009-0.055,0.005-0.046,0.021-0.036,0.058-0.001,0.072 0.008,0.075 0.013,-0.243-0.084,0.148 0.027,0.643 0.094,0.274 0.040,-0.292-0.055,0.089 0.002,-0.249-0.045,0.941 0.081,0.144-0.013,-1.325-0.119,2.247 0.273,-0.310-0.027,-0.518-0.065,0.067-0.001,-0.601-0.075,1.587 0.125,0.221-0.023,-0.743-0.078,0.011-0.018,-0.771-0.057,2.754-0.057,-0.831-0.089,0.548-0.077,0.089-0.040,-0.475-0.041,-0.931 0.034,-0.018-0.009,-0.035-0.003,-0.021 0.002,0.940-0.049,0.386-0.003,-0.170 0.030,-3.028 0.166,0.888-0.051,0.921-0.054,0.007-0.002,0.412-0.021,-0.084 0.009,0.632-0.007,0.113 0.019,0.023 0.022,-0.045 0.021,-1.866 0.059,0.021 0.004,0.984-0.010,0.012 0.009,1.004 0.000,0.015 0.014,-0.965 0.015,0.961-0.013,-0.085-0.019,-0.129-0.026,-2.762 0.055,2.816-0.073,1.389-0.133,-0.240-0.130,-3.145 0.221,1.650-0.150,1.126-0.101,-0.222 0.038,-2.749 0.229,0.740-0.043,0.675-0.023,-0.136 0.031,-0.166 0.029,-0.009 0.027,0.789 0.007,-0.383 0.036,-1.948 0.039,1.750-0.006,0.287-0.030,-0.101-0.055,-2.490 0.086,2.104-0.172,-1.123 0.061,-0.064-0.008,-0.980 0.090,0.935-0.127,-0.049-0.016,-0.467 0.038,0.655-0.182,-0.038-0.036,-1.089 0.263,1.018-0.356,-0.097-0.077,4.748-4.322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579.000 285.000,'0.106'0.027,"0.178"-0.004,0.050-0.009,0.071-0.006,0.037-0.004,0.012-0.004,-0.173-0.013,0.637-0.086,0.193-0.035,0.164-0.013,-0.727 0.089,0.695-0.055,0.532-0.015,0.158 0.018,-0.762 0.051,0.203 0.000,-0.010 0.009,0.216 0.028,0.036 0.049,-0.774 0.007,0.983 0.134,0.077 0.093,0.028 0.087,-1.446-0.256,1.591 0.360,0.707 0.206,0.099 0.049,-1.717-0.428,1.290 0.255,0.053-0.027,-0.003-0.027,-0.040-0.027,-1.222-0.237,0.031-0.010,1.362 0.156,-0.014-0.050,-0.085-0.051,-1.242-0.143,0.767 0.032,1.707 0.032,0.156-0.057,-0.718-0.055,-0.726-0.031,1.891-0.043,0.087-0.082,-1.775 0.019,0.968-0.090,-0.073-0.040,-0.173-0.020,-0.048-0.050,1.201-0.250,-1.382 0.097,-0.090-0.045,-2.204 0.331,3.761-0.634,-0.083-0.005,-0.277 0.053,-2.554 0.411,1.840-0.368,0.023-0.026,-0.045-0.001,-0.088 0.018,0.057-0.003,-0.062 0.030,-0.145 0.053,-0.196 0.066,0.186 0.026,0.038 0.010,-0.066 0.001,-0.139-0.008,-1.556 0.248,1.719-0.274,1.184-0.215,-0.387 0.015,-2.613 0.479,1.523-0.213,-0.760 0.136,-0.014 0.010,0.713-0.081,-1.475 0.213,0.738-0.073,0.348-0.008,-0.053 0.036,-0.426 0.060,-0.082 0.025,-0.681 0.062,1.309-0.051,-0.006 0.037,-0.389 0.035,-0.090 0.021,-0.926 0.026,0.866-0.002,-0.067 0.012,-1.438 0.010,1.129 0.001,-0.014 0.005,-0.001 0.004,0.253 0.006,-0.053 0.002,-0.256-0.001,0.007 0.000,-0.549-0.004,0.797 0.006,-0.045-0.001,0.252 0.001,-0.083-0.002,0.204 0.000,-0.013-0.003,-0.307 0.020,-0.088 0.038,-1.355-0.051,0.869 0.050,-0.042 0.007,0.736 0.062,-0.495-0.031,-0.090-0.005,-0.086-0.010,4.229 0.232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918.000 48.000,'-0.059'0.000,"-0.328"0.000,-0.245 0.000,-0.427-0.047,0.431 0.015,-1.818-0.102,-0.349-0.017,2.280 0.124,-1.825-0.080,-1.353 0.063,-0.270 0.154,3.237-0.078,-1.612 0.212,-1.280 0.432,-0.077 0.276,0.041 0.230,0.995-0.134,-1.928 1.234,0.163 0.284,0.925-0.329,-0.090 0.308,0.012 0.312,0.081 0.299,0.083 0.253,0.172 0.256,0.228 0.173,0.257 0.108,-0.200 1.110,0.932-1.010,0.695-1.052,0.184-0.045,0.435-0.974,-0.231 1.030,0.122 0.034,0.116 0.080,0.110 0.044,0.102 0.018,0.338-2.111,-0.362 4.874,0.272-0.226,0.224 0.328,0.052-3.328,0.096 1.426,0.060 0.024,0.093 0.092,0.193 0.764,0.144-0.032,-0.190-2.148,0.375 1.384,0.131-0.087,0.210-0.114,0.267-0.129,1.012 1.030,1.398 0.791,-0.479-1.548,0.187-0.436,0.486-0.204,-0.824-1.018,0.151-0.133,0.120-0.155,0.098-0.166,-2.353-1.385,2.749 1.260,4.224 1.248,0.231-0.458,-6.877-2.243,0.023-0.009,7.362 1.725,0.768-0.229,0.476-0.255,-6.028-1.075,6.940 0.664,0.428-0.284,0.200-0.258,-6.987-0.491,5.136 0.136,3.014-0.078,0.214-0.138,-7.851-0.142,8.329-0.082,-2.656-0.055,0.019-0.039,0.064-0.023,0.001-0.008,1.016-0.018,-0.660 0.012,-1.204 0.032,0.033-0.030,0.993-0.039,-0.556 0.000,-3.481-0.006,4.863-0.360,-3.815 0.104,-0.276-0.050,3.705-0.629,0.731-0.418,-1.001-0.133,-7.239 1.017,2.131-0.545,2.131-0.715,-0.119-0.208,-0.236-0.124,-2.096 0.498,-0.071-0.086,1.710-0.748,-0.381-0.062,-5.394 1.991,3.511-1.548,1.702-1.051,1.353-1.105,-0.683-0.044,-4.646 2.597,4.370-3.290,-1.103 0.355,-0.471-0.001,-4.535 3.699,-0.015-0.018,4.333-4.367,-0.427-0.020,-0.508 0.231,-3.681 4.124,-0.016-0.004,0.898-1.181,1.620-2.591,0.350-1.554,-0.611-0.106,-1.045 1.387,-0.568 0.784,-0.280 0.170,-0.108-1.968,-0.750 2.464,-0.447-1.916,-0.636 0.028,-0.924-0.482,0.811 3.701,-1.528-2.765,-0.426 0.302,-1.340-0.519,0.192 1.145,0.736 1.157,-0.173 0.120,0.964 1.022,-4.715-2.664,0.895 1.079,0.511 0.636,-0.187 0.233,0.417 0.522,-0.327 0.143,-0.396 0.138,-0.333 0.144,-0.278 0.144,2.095 0.571,-8.198-1.085,-0.815 0.317,-0.474 0.259,8.433 0.934,-2.957-0.175,-0.062 0.096,-1.435 0.058,0.142 0.178,4.270 0.229,2.829 0.101,-13.235 0.344,2.530 0.317,-0.632 0.379,-0.486 0.317,-4.167 0.951,4.113-0.205,0.582 0.173,-0.329 0.537,-4.181 1.451,7.703-1.550,0.321 0.099,7.144-1.818,-13.732 4.256,1.034 0.203,1.365-0.023,11.950-4.298,-11.201 4.679,-0.333 0.688,1.403-0.194,6.423-2.932,2.398-1.152,-6.007 3.407,1.528-0.587,-13.927 9.195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1152.000 42.000,'-0.029'-0.010,"-0.044"-0.014,-0.050-0.017,-0.049-0.016,-0.043-0.015,-0.037-0.012,-0.029-0.010,-0.023-0.007,-0.017-0.006,0.123 0.005,0.012-0.058,-0.052-0.071,0.029 0.044,-0.045-0.005,-0.135-0.049,-0.110-0.023,-0.343-0.046,-0.288-0.016,-0.124 0.024,-0.053 0.034,0.983 0.211,-1.858 0.002,-0.563 0.251,-0.456 0.260,1.753-0.187,-1.879 0.697,-0.783 0.657,-0.183 0.475,1.384-0.506,-1.974 1.658,0.641-0.030,0.237 0.187,2.293-1.861,-2.084 2.522,0.857-0.454,0.499-0.158,1.450-1.958,-0.284 0.714,0.525-0.751,-0.462 2.154,0.588-0.142,0.480-1.435,0.212-0.063,0.523 0.788,0.414-0.269,-0.763-1.954,0.725 0.956,0.843 0.252,0.708-0.107,0.294-0.320,1.234-0.307,0.521-0.565,0.355-0.526,-3.045-0.020,0.065-0.104,3.479-0.993,-2.088 0.297,0.066-0.170,0.122-0.212,1.412-0.850,1.321-0.919,-0.222-0.098,-3.595 1.844,2.546-1.578,1.705-1.374,-0.561 0.023,-3.970 2.686,2.436-2.103,-0.568 0.100,-0.613 0.187,-1.478 1.182,0.193-0.791,-0.164-0.634,-0.627 0.300,-0.821 1.345,-0.344 0.045,-0.794-1.077,-0.683 0.312,0.187 1.161,-1.797-0.630,-0.864 0.475,-0.642 0.575,3.510 0.900,-4.001-0.083,-0.613 0.640,-1.307 0.695,1.169 0.150,0.695 0.056,0.063 0.163,-2.456 1.270,2.925-0.916,-2.106 1.153,0.347 0.096,4.837-2.354,-5.065 2.791,0.601-0.117,0.702-0.247,4.120-2.492,-3.363 2.242,-7.081 6.595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1194.000 58.000,'-0.015'0.045,"-0.024"0.072,-0.029 0.086,-0.030 0.092,-0.010 0.030,-0.004 0.010,0.004-0.012,0.022 0.017,0.069-0.078,0.077-0.088,0.075-0.084,0.070-0.076,0.058-0.066,0.047-0.052,0.038-0.040,0.026-0.030,0.020-0.020,-0.046 0.001,0.020-0.036,0.103-0.039,-0.106 0.084,0.362-0.150,0.140-0.050,0.369-0.056,-0.411 0.132,0.250-0.105,0.100-0.045,-0.830 0.326,1.843-0.623,0.213-0.041,0.031-0.006,-0.791 0.235,0.231-0.078,1.762-0.629,0.208-0.106,-3.065 1.099,0.871-0.305,2.129-0.741,1.991-0.630,0.103 0.049,-3.680 1.218,1.254-0.376,3.156-0.869,-0.238 0.183,-4.073 1.139,2.151-0.505,1.215-0.172,-0.643 0.264,-3.266 0.675,1.504-0.263,-0.971 0.193,-0.158 0.028,0.436-0.072,-0.764 0.151,0.630-0.134,-0.263-0.018,-0.141-0.033,-0.640 0.115,-0.215 0.015,-0.195 0.010,-0.183-0.022,-0.168 0.003,0.012-1.524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1222.000 37.000,'-0.020'0.000,"-0.030"0.000,-0.035 0.000,-0.035 0.000,-0.032 0.000,-0.027 0.000,-0.024 0.000,-0.018 0.000,-0.014 0.000,-0.010 0.000,-0.006 0.000,-0.004 0.000,-0.013 0.000,-0.076 0.000,-0.089 0.000,-0.095 0.000,0.275 0.012,-0.181 0.054,-0.601 0.313,-0.186 0.254,0.706-0.342,-0.488 0.305,-0.637 0.458,-0.171 0.198,-0.068 0.145,1.389-1.031,-2.562 1.980,-0.270 0.269,-0.038 0.088,1.345-1.079,0.054 0.012,0.068-0.035,0.077-0.069,-0.413 0.341,0.135-0.088,0.374-0.267,0.389-0.268,0.238-0.068,0.455-0.289,0.362-0.227,0.239-0.547,0.338 0.304,-0.123-0.276,0.464 0.064,0.267-0.068,-0.131-0.068,0.067-0.026,0.085-0.022,0.264-0.021,0.094-0.018,0.150-0.013,0.113-0.010,-0.173 0.001,0.042-0.015,0.033-0.025,-0.964 0.048,1.056-0.095,0.075-0.056,0.901-0.206,-0.028-0.087,8.241-2.594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1314.000 19.000,'0.000'0.037,"0.000"0.057,0.000 0.063,0.000 0.063,0.000 0.056,0.000 0.047,0.000 0.038,-0.055-0.059,-0.091 0.010,-0.109 0.009,-0.167 0.201,-0.022 0.156,0.274-0.415,-0.284 0.354,-0.374 0.342,-0.137 0.026,0.789-0.799,-0.184 0.218,-0.215 0.284,-0.230 0.340,-0.004 0.062,0.019 0.025,0.590-0.830,-0.445 0.671,-0.594 1.023,0.075 0.004,0.955-1.625,-0.638 1.014,0.097-0.234,-0.016-0.071,-0.298 0.271,0.435-0.614,-0.249 0.154,0.052-0.164,0.062-0.152,-2.001 0.146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1306.000 22.000,'0.014'0.000,"0.023"0.000,0.024 0.000,0.025 0.000,0.023 0.000,0.019 0.000,0.017 0.000,0.012 0.000,0.010 0.000,0.006 0.000,0.005 0.000,0.003 0.000,0.000 0.000,0.001 0.000,0.000 0.000,-0.001 0.000,0.000 0.000,0.015 0.140,0.020 0.213,0.021 0.243,-0.193-0.478,0.127 0.491,0.062 0.407,0.030 0.236,-0.210-0.996,0.354 1.273,0.100 0.123,0.063 0.029,-0.069-0.356,-0.120-0.374,0.275 0.543,0.001-0.094,-0.221-0.481,-0.033-0.063,-0.003-0.076,0.020-0.086,0.087 0.005,-0.026-0.152,-0.046-0.147,-0.054-0.136,0.034-0.161,-0.046-0.204,-0.032-0.173,-0.217 0.159,0.005-0.020,0.134-0.200,-0.005-0.029,-0.015-0.004,-0.114 0.176,0.125-0.134,0.158-0.175,0.032-0.057,0.004-0.045,0.029-0.051,-0.349 0.488,0.708-0.829,0.017 0.043,-0.694 0.780,0.156-0.192,0.203-0.208,0.506-0.542,-0.044 0.016,-0.800 0.899,0.003 0.001,0.365-0.408,0.184-0.220,-0.016-0.006,-0.029 0.003,0.087-0.143,-0.285 0.330,-0.058 0.032,-0.015-0.025,0.061-0.110,-0.030 0.098,0.000 0.086,-0.131 0.182,-0.030 0.030,-0.035 0.023,-0.040 0.029,0.004-0.034,0.079-0.170,-0.028 0.019,-0.118 0.197,-0.014-0.003,-0.038 0.099,1.319-1.757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1339.000 24.000,'0.000'0.023,"0.000"0.036,0.000 0.039,0.000 0.039,0.000 0.036,0.000 0.031,0.000 0.024,0.000 0.018,0.000 0.015,0.000 0.008,0.000 0.007,0.000-0.114,0.000 0.014,0.000 0.173,0.000 0.046,0.000-0.213,0.000 0.460,-0.060 0.054,-0.096 0.097,0.027-0.202,-0.204 0.631,0.011-0.181,-0.049 0.020,0.169-0.505,-0.011 0.029,-0.511 1.055,0.264-0.632,-0.008 0.019,0.148-0.324,-0.169 0.394,-0.169 0.420,0.013 0.015,0.023-0.015,0.311-0.755,-0.148 0.366,-0.121 0.335,0.050-0.067,0.061-0.083,0.024-0.017,0.082-0.231,0.078-0.249,0.070-0.247,0.073-0.233,0.099-0.265,0.089-0.222,0.029-0.014,-0.011 0.008,0.251-0.613,0.099-0.180,1.686-3.538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1339.000 31.000,'0.030'-0.089,"0.048"-0.146,-0.014 0.016,0.040-0.098,0.037-0.033,-0.100 0.246,0.207-0.500,-0.148 0.337,0.075-0.363,-0.050-0.063,-0.054 0.166,-0.020 0.009,-0.024 0.170,-0.032-0.426,-0.073 0.053,0.006 0.275,-0.013 0.039,-0.150-0.186,-0.086 0.132,-0.083 0.118,-0.031 0.098,0.028 0.087,0.053 0.067,0.064 0.049,0.064 0.032,0.059 0.022,0.050 0.011,0.041 0.005,0.036 0.020,0.016 0.043,0.011 0.052,0.009 0.054,0.006 0.060,0.004 0.086,0.003 0.092,0.003 0.179,0.092 0.240,0.134 0.209,-0.144-0.660,0.117 0.485,0.092 0.500,-0.021 0.109,-0.232-1.223,0.130 0.863,0.023 0.520,-0.044 0.043,-0.095-1.087,0.043 0.307,0.151 0.822,0.060 0.011,-0.036-0.510,-0.057-0.357,0.235 0.463,0.094-0.144,-0.442-0.968,0.456 0.828,0.002-0.152,-0.004-0.166,-0.021-0.161,-0.028-0.146,-0.031-0.126,-0.086-0.129,-0.011-0.056,-0.033-0.052,0.036-0.028,-0.279-0.040,0.466-0.078,0.063-0.132,-0.010-0.104,-0.279 0.102,-0.107 0.057,0.269-0.206,-0.007-0.058,-0.029-0.053,-0.356 0.346,0.005-0.004,0.300-0.293,0.477-0.447,0.036 0.015,-0.572 0.538,0.492-0.391,0.047-0.041,-0.010-0.009,-0.049 0.011,-0.419 0.357,0.532-0.530,0.007-0.064,-0.012-0.045,-0.517 0.531,0.766-1.062,-0.064-0.122,-0.386 0.450,-0.400 0.624,0.327-0.684,-0.120 0.088,-0.057-0.035,-0.141 0.216,-0.118 0.219,-0.084 0.198,-0.039 0.108,-0.020 0.076,-0.007 0.050,0.005 0.029,0.023 0.095,0.072 0.030,-0.025 0.071,0.014 0.017,0.033 0.018,0.019 0.002,0.010-0.008,-0.071 0.035,2.688-0.877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1321.000 143.000,'0.055'0.000,"0.087"0.000,0.100 0.000,0.101 0.000,0.028 0.000,0.050 0.000,-0.124 0.000,0.019 0.000,0.033-0.027,0.426-0.072,0.065-0.074,0.137-0.105,-0.490 0.144,0.376-0.098,0.118-0.031,0.613-0.118,0.292-0.004,-0.299 0.079,1.688-0.222,-0.340 0.124,0.299 0.032,0.153 0.040,1.138-0.013,-1.322 0.138,0.020 0.032,0.469 0.016,1.156 0.009,-0.481 0.055,-2.107 0.056,10.265 0.123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1093.000 205.000,'0.047'0.031,"0.079"0.053,0.096 0.065,0.222 0.097,-0.046-0.143,0.559-0.096,0.334-0.158,0.475-0.138,-0.112-0.026,-0.063-0.030,0.123-0.076,-0.091 0.029,0.131-0.014,0.189 0.001,0.545-0.053,0.166 0.027,-1.879 0.311,3.809-0.404,-1.686 0.242,1.152-0.037,0.060 0.056,-3.080 0.207,2.118-0.036,0.029 0.063,1.137 0.105,0.042 0.101,-2.175-0.061,3.422 0.313,-1.251-0.025,-0.229 0.047,-3.100-0.337,20.581 2.797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980.000 140.000,'0.081'-0.041,"0.125"-0.062,0.143-0.071,0.141-0.071,0.241-0.084,0.226-0.110,0.185-0.112,-0.901 0.436,0.027-0.003,0.813-0.276,0.256-0.033,1.248-0.250,0.447 0.018,-2.340 0.515,3.421-0.507,0.820 0.091,0.075 0.189,-4.105 0.308,2.746-0.066,0.942 0.188,-0.062 0.209,-1.839-0.040,0.919 0.207,0.374 0.147,-0.168 0.027,0.590 0.119,-2.631-0.416,19.032 4.657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864.000 143.000,'0.035'-0.035,"0.055"-0.055,0.061-0.061,0.061-0.061,0.055-0.055,0.048-0.048,0.039-0.039,-0.284 0.284,0.102-0.079,0.424-0.336,0.078-0.012,0.144-0.040,-0.628 0.418,0.253-0.140,0.736-0.321,0.460-0.092,0.231 0.026,-1.446 0.505,1.608-0.374,0.645 0.070,0.313 0.176,-0.165 0.184,-0.581 0.085,1.447 0.143,0.238 0.117,-0.259 0.070,0.190 0.148,18.723 4.204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1156.000 52.000,'-0.079'0.000,"-0.013"0.000,-0.373-0.037,-0.154-0.057,0.123 0.013,-0.064-0.008,-0.305-0.016,-0.167 0.002,0.022 0.018,-0.099 0.006,-0.740 0.068,-0.371 0.078,-0.282 0.069,0.638 0.003,0.574 0.004,-1.535 0.383,-0.182 0.226,-0.129 0.204,1.523-0.429,-1.785 0.809,-1.122 0.771,-0.173 0.346,2.829-1.454,-0.934 0.588,-2.180 1.637,0.447 0.125,2.972-2.149,-1.747 1.838,0.864-0.405,0.536-0.167,0.873-0.858,0.128 0.950,0.581-0.659,0.323-0.171,0.514-0.156,0.170-0.443,0.681 0.250,0.330-0.153,-1.249-0.929,2.539 0.919,-0.347-0.409,0.131-0.155,0.042-0.142,0.463-0.267,0.410-0.247,-0.278-0.190,0.102-0.188,-1.460 0.111,2.333-0.537,1.948-0.720,-0.067-0.249,-5.128 1.448,0.010-0.016,3.753-1.397,1.972-1.033,-0.397-0.026,-5.298 2.285,3.460-1.675,-0.212-0.004,-0.314 0.087,-0.369 0.145,-2.828 1.472,2.980-1.988,-0.733 0.091,-0.727 0.161,-1.981 1.783,0.719-1.376,-0.601 0.250,-0.433 0.055,-0.552-0.185,0.078 0.852,-0.967-0.848,0.059 0.456,-0.231 0.044,-0.181 0.053,-0.138 0.059,1.180 0.725,-2.592-1.189,-0.219 0.138,2.658 1.103,-3.603-1.074,3.490 1.113,-3.424-0.741,-0.175 0.225,1.428 0.402,-2.104 0.154,0.611 0.368,0.156 0.344,1.072 0.069,0.065 0.168,-0.271 0.302,0.280 0.165,2.454-0.884,-1.754 0.879,0.245 0.102,1.656-0.913,-1.736 1.274,0.229 0.127,0.066 0.291,0.351-0.016,0.730-0.743,0.145-0.080,0.589-0.825,-1.306 6.554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1311.000 145.000,'0.014'0.009,"0.021"0.015,0.025 0.016,0.023 0.015,0.022 0.015,0.019 0.013,0.015 0.009,0.011 0.008,0.009 0.006,0.005 0.004,0.005 0.002,0.001 0.002,0.002 0.000,-0.000 0.001,-0.001-0.001,0.000 0.000,0.000 0.000,-0.002-0.001,-0.004-0.065,0.046-0.069,0.058-0.083,0.061-0.052,0.060-0.027,0.058-0.008,0.162-0.060,0.088-0.038,-0.407 0.173,0.632-0.168,-0.126 0.073,0.029 0.021,0.027 0.024,0.257-0.077,-0.342 0.072,-0.017 0.004,0.390-0.052,-0.239 0.061,-0.034 0.022,-0.049 0.020,0.161 0.003,-0.204 0.038,-0.069 0.018,-0.071 0.016,-0.071 0.013,0.009 0.001,-0.082-0.004,-0.070-0.010,-0.058-0.011,-0.045-0.014,-0.034-0.012,-0.024-0.012,-0.017-0.010,-0.014 0.004,0.000 0.007,0.002 0.011,0.007 0.012,0.007 0.013,0.008 0.012,0.006 0.011,0.015 0.008,-0.010 0.008,-0.014 0.006,-0.016 0.005,-0.014 0.003,-0.014 0.002,0.036 0.001,0.053 0.000,0.065 0.001,-0.031-0.027,0.005-0.039,-0.005-0.049,-0.012-0.049,-0.015-0.050,-0.004-0.013,0.013 0.001,0.170-0.008,0.125 0.028,0.148 0.019,0.030 0.040,-0.125 0.035,0.065-0.009,0.080-0.019,-0.030 0.007,0.009 0.002,-0.186 0.037,0.018 0.005,-0.182 0.032,0.643-0.050,0.035 0.017,-0.255 0.011,-0.019-0.021,-0.594 0.068,0.681-0.082,0.036-0.004,0.028 0.001,0.022 0.006,-0.417 0.047,0.856-0.062,-0.031 0.018,-0.090 0.018,-1.048 0.068,0.299-0.013,0.738-0.024,-0.014 0.014,-0.063 0.012,-0.958 0.023,0.683-0.011,-0.037 0.006,0.100 0.004,-0.024 0.004,0.224 0.004,0.036-0.041,-0.120-0.065,-0.940 0.085,0.612-0.075,0.005-0.005,-0.212 0.026,-0.007 0.002,-0.023 0.003,-0.006 0.006,0.171-0.013,-0.034 0.011,-0.041 0.011,-0.176 0.019,0.008 0.005,0.262-0.003,-0.006 0.009,-0.590 0.019,0.001-0.006,0.734-0.168,0.046-0.069,0.033-0.025,-0.302 0.084,-0.012 0.008,0.076-0.009,-0.025 0.020,-0.540 0.129,0.526-0.146,2.702-1.137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1096.000 94.000,'0.037'-0.009,"0.057"-0.015,0.068-0.016,0.066-0.017,0.065-0.016,0.055-0.014,0.047-0.012,0.037-0.009,-0.019 0.012,0.021 0.007,-0.136 0.034,0.011 0.005,0.283-0.019,0.226 0.014,-0.186 0.023,0.040 0.006,-0.263 0.001,0.322-0.031,1.077-0.090,0.344-0.014,-1.754 0.131,1.457-0.130,1.156-0.191,0.275-0.138,-2.060 0.293,2.205-0.369,-0.178 0.021,0.096-0.022,-1.852 0.306,1.598-0.275,0.916-0.221,0.053-0.111,-1.694 0.343,0.770-0.153,0.336-0.055,-0.094 0.034,-0.540 0.128,-0.062 0.063,-0.463 0.116,-0.153 0.053,-1.558 0.242,2.303-0.342,-0.253 0.056,-0.321 0.063,-1.449 0.202,0.770-0.077,0.411 0.001,-0.224 0.060,-0.309-0.007,-0.256-0.050,-0.237-0.071,0.944-1.196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1304.000 149.000,'0.017'0.000,"0.027"0.000,0.029 0.000,0.031 0.000,0.027 0.000,0.023 0.000,0.019 0.000,0.015 0.000,0.012 0.000,0.007 0.000,0.005 0.000,0.004 0.000,0.000 0.000,0.002 0.000,-0.001 0.000,-0.001 0.000,-0.001 0.000,-0.001 0.000,-0.000 0.000,0.007 0.000,0.000 0.000,0.000 0.000,0.001 0.000,0.000 0.000,0.000 0.000,0.000 0.000,0.000 0.000,0.000 0.000,0.061-0.028,0.100-0.043,0.114-0.048,-0.015 0.019,-0.215 0.049,0.699-0.090,0.143 0.012,-0.375 0.038,-0.197 0.024,0.546-0.064,0.103-0.006,0.357-0.018,-0.299-0.010,0.061-0.034,0.291-0.061,0.051-0.013,-0.198 0.040,1.089-0.137,-1.517 0.216,0.535-0.083,0.018 0.001,1.045-0.137,-0.459 0.053,-0.224 0.039,0.056 0.011,0.865-0.154,-0.513 0.089,-0.327 0.056,-0.081 0.020,-1.382 0.182,2.278-0.395,-1.168 0.182,0.234-0.045,-0.046 0.015,-1.329 0.230,2.007-0.310,-1.074 0.156,0.180-0.038,-0.053 0.014,-0.270 0.053,0.361-0.043,-0.414 0.084,0.390-0.024,-0.074 0.034,-0.785 0.091,0.859-0.045,0.066 0.005,0.060-0.016,-0.414 0.030,1.020-0.066,-0.233 0.028,-0.035 0.015,-0.745 0.048,-0.040 0.008,-0.042 0.009,0.358-0.006,-0.080 0.014,-0.803 0.027,0.798-0.013,-0.111 0.011,-0.120 0.008,-1.028 0.010,0.577-0.034,0.317-0.050,-0.098-0.018,-0.109-0.006,2.232-0.491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1344.000 149.000,'0.013'0.040,"0.022"0.065,0.027 0.080,0.028 0.086,-0.044-0.134,0.028 0.111,-0.019 0.176,-0.033 0.002,-0.019 0.042,-0.030-0.172,-0.339 0.723,-0.184 0.131,-0.208 0.237,0.391-0.719,-0.548 0.950,-0.596 1.023,-0.105 0.194,0.247-0.467,0.274-0.400,-0.870 1.769,-0.018 0.201,0.814-1.473,0.049 0.066,-0.560 1.758,0.243-0.161,0.616-1.692,-0.397 1.432,0.272-0.689,0.158-0.364,0.209-0.592,0.115-0.304,0.102-0.306,0.090-0.295,0.250 2.969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1309.000 198.000,'0.009'0.035,"0.013"0.055,0.017 0.065,0.016 0.066,0.016 0.062,0.014 0.056,0.011 0.048,0.011 0.038,-0.032-0.105,-0.002 0.019,-0.006 0.020,-0.005 0.019,-0.015 0.053,-0.004 0.085,-0.006 0.067,0.007 0.494,-0.010 0.191,-0.020-0.670,0.025 0.876,0.024 0.114,0.031 0.066,0.007-0.121,0.068-0.067,0.102-0.116,0.125-0.148,0.116-0.160,0.137-0.196,0.146-0.210,0.144-0.212,-0.430-0.266,0.865-0.172,0.259-0.373,0.237-0.365,-1.427 0.561,1.015-0.557,0.101-0.159,0.926-0.710,0.009-0.106,-1.941 1.336,12.061-10.064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1362.000 158.000,'0.030'0.000,"0.047"0.000,0.055 0.000,0.056 0.000,0.054 0.000,0.047 0.000,0.041 0.000,0.051 0.028,-0.007 0.043,-0.022 0.048,-0.028 0.048,-0.032 0.043,-0.028 0.037,-0.216-0.195,0.109 0.207,0.059 0.151,0.319 0.797,0.034 0.255,-0.354-0.822,0.232 1.269,0.134 1.327,0.009 0.601,-0.250-1.299,-0.020 0.184,-0.010 0.111,-0.004 0.052,0.225 1.229,0.109 0.137,0.164 0.290,0.088-0.242,0.066-0.347,-0.732-3.064,0.494 1.573,0.331 0.426,0.087-0.418,0.445 0.044,0.060-0.552,-0.661-0.963,-0.002-0.167,-0.653-0.571,7.289 0.483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1365.000 212.000,'0.030'0.045,"0.044"0.067,0.051 0.075,0.049 0.074,0.044 0.065,0.036 0.056,0.124-0.036,-0.216-0.188,0.268 0.301,0.049 0.074,-0.131-0.116,0.200 0.334,0.020 0.136,0.000 0.118,-0.439-0.763,0.158 0.289,0.630 1.081,-0.227-0.434,0.029 0.012,-0.053-0.141,0.307 0.338,0.414 0.235,0.155-0.193,-0.905-0.893,0.370 0.129,0.855 0.022,-0.726-0.404,0.011-0.121,0.006-0.100,0.842-0.401,-0.221-0.205,-0.060-0.159,-0.609 0.099,0.388-0.493,-0.135-0.130,-0.150-0.060,-0.453 0.332,0.161-0.516,-0.171-0.016,-0.159 0.032,0.157-4.880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1261.000 249.000,'-0.017'0.034,"-0.027"0.054,-0.030 0.060,-0.031 0.062,-0.028 0.057,-0.025 0.049,-0.021 0.041,-0.016 0.034,-0.013 0.024,0.010-0.098,-0.109 0.130,-0.527 0.619,-0.255 0.202,0.865-1.005,-0.548 0.713,-0.084 0.172,-0.526 0.898,0.017 0.186,1.061-1.733,-0.318 0.526,-0.995 1.718,0.043 0.025,1.265-2.219,-0.561 1.045,-0.395 0.830,0.213-0.326,0.213-0.365,0.198-0.360,0.175-0.332,0.220-0.413,0.214-0.378,0.209-0.366,0.192-0.332,-0.024-0.039,0.061-0.154,-0.141 0.233,0.296-0.418,0.069-0.074,0.084-0.165,0.092-0.123,0.323-0.449,0.027-0.006,0.019 0.068,-0.212 0.363,0.858-0.932,0.114-0.070,-1.547 1.773,0.973-1.102,-0.025 0.020,-0.069 0.070,-0.097 0.104,-0.250 0.286,0.261-0.310,-0.546 0.627,-0.556 0.646,-0.411 0.485,-0.332 0.401,-0.264 0.321,0.283-0.344,-0.508 0.666,-0.046 0.177,0.026 0.122,0.663-0.982,-0.678 1.042,0.077-0.021,0.123-0.063,0.187-0.151,0.219-0.200,0.225-0.219,0.291-0.901,0.062 0.491,0.232-0.228,0.201-0.233,0.170-0.227,0.590-0.391,0.486-0.448,0.208-0.311,-1.536 0.906,1.137-0.751,0.517-0.417,0.094-0.124,-0.432 0.320,-0.439 0.335,0.457-0.265,-0.134 0.137,-0.159 0.150,-0.266 0.235,-0.268 0.190,-0.125 0.101,-0.352 0.178,0.103 0.071,0.018 0.213,-0.158 0.153,-0.084 0.172,-0.145-0.162,-0.015 0.275,-0.097 0.597,-0.050-0.324,-0.036 0.014,0.029-0.365,-0.050 0.836,0.117 0.098,0.164-0.109,-0.135-1.111,0.303 0.797,0.098-0.179,0.056-0.177,-0.262-0.446,0.204-0.016,0.603-0.230,0.096-0.293,-0.923 0.241,0.790-0.351,-0.064-0.057,0.030-0.100,0.123-0.154,-0.562 0.347,0.499-0.415,0.252-0.277,-0.196 0.109,-0.214 0.150,-0.207 0.165,-0.288 0.293,-0.141 0.174,-0.138 0.183,-0.126 0.181,-0.035 0.017,-0.033 0.062,0.023-0.056,-0.105 0.349,-0.014 0.123,0.048-0.126,0.004 0.033,0.006 0.012,0.007 0.106,0.046-0.001,0.052-0.120,0.045-0.030,0.088-0.040,0.177 0.094,0.111-0.085,-0.024-0.191,0.062-0.070,0.090-0.061,0.070-0.067,0.052-0.070,-0.191-0.045,0.762-0.256,-0.721 0.105,0.491-0.279,-0.047-0.109,-0.707 0.384,0.605-0.495,-0.099-0.032,-0.242 0.144,-0.059-0.029,-0.298 0.362,0.099-0.199,0.026-0.221,-0.089-0.017,-0.147-0.101,-0.204 0.028,-0.448-0.203,0.129 0.392,-0.135 0.026,-7.903-2.205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1305.000 259.000,'0.055'0.000,"0.087"0.000,0.100 0.000,0.101 0.000,0.062 0.010,-0.007 0.016,-0.035 0.017,-0.052 0.019,-0.057 0.015,-0.057 0.014,-0.051 0.012,-0.043 0.009,-0.039 0.022,-0.023 0.046,-0.019 0.051,-0.014 0.053,-0.009 0.049,-0.006 0.043,-0.004 0.053,-0.001 0.030,-0.093-0.054,0.038-0.189,-0.063 0.156,-0.019 0.054,-0.010 0.044,-0.004 0.035,0.055-0.162,-0.126 0.396,-0.024 0.050,-0.146 0.341,0.153-0.421,-0.060 0.123,-0.019-0.024,0.235-0.579,-0.188 0.446,0.007-0.029,-0.068 0.191,0.105-0.214,0.021 0.005,-0.007 0.089,0.032-0.038,-0.004 0.232,0.104-0.152,0.100-0.157,0.064-0.265,0.075-0.128,0.078-0.134,-0.004-0.087,0.061-0.066,0.213-0.163,0.108-0.133,-0.095-0.002,0.637-0.507,-0.253 0.198,0.071-0.043,-0.383 0.275,0.747-0.606,-0.273 0.205,0.236-0.194,0.035-0.019,-0.941 0.759,1.284-1.016,0.448-0.408,-0.666 0.558,-0.039 0.071,0.238-0.082,0.521-0.240,-0.253 0.252,-1.238 0.756,5.536-3.505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1327.000 264.000,'-0.037'0.074,"-0.060"0.120,-0.073 0.146,0.126-0.257,-0.293 0.499,0.035-0.075,-0.007 0.006,-0.064 0.171,0.037-0.024,0.047-0.064,0.126-0.011,0.140-0.001,0.141-0.090,0.054-0.185,0.114-0.036,0.091-0.055,0.076-0.052,-0.340-0.130,0.282 0.051,-0.104-0.037,0.563-0.009,0.019-0.094,-0.290-0.026,0.047-0.047,0.031-0.048,0.258-0.116,0.006-0.027,-0.696 0.232,0.240-0.120,0.652-0.438,-0.055-0.090,-0.105-0.034,-0.234-0.012,-0.240 0.166,-0.058-0.019,-0.057-0.011,-0.068-0.200,-0.197 0.049,-0.200 0.020,-0.174 0.102,-0.142 0.107,0.168 0.339,-0.451-0.053,-0.166 0.185,0.632 0.079,-0.546 0.055,-0.069 0.078,0.243-0.001,-1.092 0.478,-0.036 0.261,0.317-0.010,0.705-0.393,-0.672 0.584,0.088 0.091,0.973-0.843,-1.054 1.281,0.141 0.256,0.278 0.033,0.789-1.519,-0.225 1.272,0.369-0.291,0.314-0.168,-0.115-0.674,0.677 0.485,0.160-0.271,0.196-0.159,-0.017-0.192,0.098-0.136,0.203-0.107,-0.031-0.096,-1.145-0.011,6.495-4.067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1381.000 269.000,'-0.006'0.026,"-0.011"0.038,-0.010 0.045,-0.011 0.044,-0.010 0.040,-0.009 0.034,-0.007 0.028,-0.005 0.022,-0.004 0.015,-0.003 0.012,-0.002 0.007,0.000 0.004,-0.002 0.002,-0.026 0.069,-0.048 0.139,-0.077 0.069,-0.113 0.189,-0.063 0.169,-0.027 0.146,0.323-0.814,-0.512 1.115,-0.145 0.168,0.045-0.105,-0.012 0.068,0.297-0.633,-0.295 0.546,-0.363 0.646,-0.055 0.041,-0.010-0.047,-4.913 7.852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1377.000 274.000,'0.000'-0.061,"0.000"-0.094,0.000-0.106,0.000-0.106,0.000-0.016,0.000 0.007,0.000 0.300,0.047-0.252,0.079 0.000,0.073 0.017,0.066 0.025,0.159-0.021,0.063 0.054,-0.070 0.085,0.023 0.033,0.250 0.011,-0.396 0.081,0.275-0.015,0.039 0.015,-0.431 0.032,0.735-0.018,0.083 0.015,-0.089 0.034,-0.005 0.047,-0.238-0.001,-0.013 0.011,-0.229-0.022,0.187 0.058,-0.019 0.047,0.140 0.113,-0.026 0.076,-0.099 0.034,-0.101 0.023,-0.292-0.209,0.079 0.167,-0.089 0.002,-0.091 0.043,-0.091 0.069,-0.079-0.041,-0.059 0.022,-0.042 0.018,-0.103 0.101,-0.084 0.012,-0.161 0.069,-0.056-0.042,-0.013-0.059,0.018-0.069,0.419-0.368,-0.469 0.334,-0.239 0.181,0.069 0.038,-3.434 1.910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1397.000 273.000,'0.000'0.026,"0.000"0.039,0.000 0.047,0.000 0.045,0.000 0.043,0.000 0.037,0.000 0.031,0.000 0.025,0.000 0.018,-0.012-0.167,-0.116 0.357,-0.091 0.091,0.170-0.473,-0.133 0.266,-0.079 0.039,-0.322 0.409,-0.052 0.092,0.505-0.740,-0.004 0.002,-0.516 0.629,-0.239 0.222,0.016-0.066,-2.382 2.238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1401.000 266.000,'2.000'0.000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1416.000 270.000,'-0.029'0.010,"-0.044"0.014,-0.050 0.017,-0.049 0.016,-0.043 0.015,-0.037 0.012,-0.029 0.010,-0.023 0.007,-0.017 0.006,0.096 0.015,0.017 0.073,-0.072 0.090,-0.085 0.097,-0.023-0.009,-0.075 0.017,0.325-0.270,-0.594 0.530,-0.474 0.304,0.296-0.258,-0.035 0.013,0.115-0.085,0.551-0.411,-0.991 0.812,-0.009 0.030,0.027-0.018,0.429-0.326,0.027-0.025,-0.409 0.391,0.167-0.086,0.663-0.614,-0.122 0.287,0.243 0.073,0.325-0.173,-0.048-0.466,0.522 0.263,0.274-0.106,0.152-0.088,6.128-1.275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1426.000 263.000,'0.000'0.032,"0.000"0.049,0.000 0.054,0.000 0.055,0.000 0.048,0.000 0.043,0.000 0.032,0.000 0.027,-0.013-0.053,-0.022 0.024,-0.027 0.026,-0.028 0.028,-0.103 0.143,-0.067 0.164,-0.085 0.053,-0.093 0.113,0.302-0.585,-0.576 0.989,-0.112 0.154,0.390-0.652,-0.810 1.383,0.442-0.767,-0.166 0.287,0.012 0.002,0.411-0.713,-0.510 0.867,0.546-0.923,-0.512 0.939,0.161-0.232,0.174-0.266,0.174-0.274,0.212 0.489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1433.000 278.000,'-0.028'0.000,"-0.043"0.000,-0.048 0.000,-0.048 0.000,-0.043 0.000,-0.037 0.000,-0.030 0.000,-0.024 0.000,-0.016 0.000,0.252 0.003,-0.199 0.030,-0.219 0.092,-0.094 0.050,-0.064 0.028,0.474-0.149,-0.439 0.138,-0.664 0.175,0.309-0.071,-0.054 0.053,0.433-0.141,-0.606 0.230,-0.237 0.138,0.144 0.011,1.029-0.470,-0.232 0.108,-0.560 0.287,0.206-0.070,0.220-0.079,0.259-0.052,0.266-0.032,0.251-0.015,0.222-0.031,-0.299-0.188,0.572 0.159,0.159-0.045,-0.658-0.129,0.602 0.114,0.078 0.040,0.033 0.051,-0.002 0.058,-0.408-0.129,0.521 0.221,-0.105-0.014,-0.001 0.031,-0.121-0.052,-0.246-0.107,0.494 0.265,-0.130-0.033,0.000 0.041,0.084 0.089,-0.057-0.017,-0.068-0.039,-0.072-0.055,2.028 1.210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1364.000 299.000,'0.048'0.010,"0.075"0.014,0.082 0.017,0.080 0.016,0.074 0.015,0.061 0.012,0.049 0.010,0.038 0.007,0.026 0.006,-0.195-0.050,0.347 0.014,0.180-0.031,0.136-0.047,-0.733 0.003,0.810-0.025,0.240-0.013,0.206-0.009,0.508-0.015,0.207-0.004,0.748-0.010,1.369-0.014,-0.773 0.025,-0.053 0.009,0.031 0.055,-0.918 0.051,1.142 0.106,-0.315 0.047,0.159 0.195,8.530 2.634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1306.000 222.000,'0.000'-0.037,"0.000"-0.057,0.000-0.068,0.000-0.066,0.000-0.065,0.000-0.055,-0.048-0.025,-0.073 0.023,-0.085 0.043,-0.085 0.050,-0.076 0.052,0.096 0.104,-0.208 0.040,-0.084 0.103,-0.058 0.119,0.457-0.113,-0.432 0.185,-0.723 0.557,0.146-0.009,-0.076 0.094,-0.452 0.627,0.316-0.111,0.001 0.166,0.018 0.137,-0.219 0.747,0.783-0.941,0.003 0.528,0.253-0.029,0.425-1.506,-0.000 0.964,0.441 0.535,0.414-0.189,0.336-0.229,0.763-0.230,0.749-0.486,0.381-0.585,-2.420-0.242,1.770-0.227,0.013-0.266,-0.077-0.216,0.534-0.579,-0.654 0.047,-0.376 0.067,-0.129-0.040,0.380-0.630,-1.617 1.453,0.646-0.720,-0.126 0.017,-0.124 0.028,-0.313 0.367,0.108-0.287,-0.128 0.049,-0.086-0.374,-0.292 0.071,-0.080 0.684,-0.371-0.760,-0.157 0.191,-0.128 0.077,-3.741-2.615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1311.000 222.000,'-0.015'0.022,"-0.023"0.035,-0.026 0.040,-0.028 0.040,-0.024 0.038,-0.024 0.034,-0.018 0.028,-0.015 0.023,-0.011 0.017,-0.010 0.013,-0.052 0.102,-0.044 0.098,0.132-0.191,0.004 0.016,-0.038 0.208,0.001 0.008,-0.045 0.071,0.015-0.036,-0.009 0.077,-0.192 0.660,-0.032 0.162,0.275-0.856,-0.141 0.513,-0.010 0.020,0.049-0.157,0.011 0.007,-0.065 0.338,-0.982 5.600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1397.000 232.000,'-0.025'0.025,"-0.038"0.038,-0.044 0.044,-0.046 0.046,-0.041 0.041,-0.039 0.038,-0.030 0.032,-0.025 0.024,-0.020 0.020,-0.026-0.021,-0.094 0.109,-0.094 0.084,-0.088 0.059,-0.178 0.206,-0.186 0.212,-0.050 0.068,0.006 0.008,0.235-0.156,-0.431 0.677,0.010 0.187,0.073 0.106,0.231-0.026,0.149 0.148,0.252-0.111,0.256-0.180,0.219-0.937,0.098-0.039,0.526 0.539,0.413-0.174,0.466-0.089,0.172-0.207,-0.175-0.285,0.125-0.101,-0.096-0.122,0.090-0.058,1.650-0.048,0.126-0.190,-0.123-0.311,-0.727-0.090,-0.689 0.043,-0.055-0.055,-1.192 0.294,2.210-0.822,-0.218-0.141,-0.255-0.080,-0.860 0.321,-0.175-0.049,2.778-5.633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1397.000 239.000,'0.047'0.024,"0.072"0.035,0.083 0.042,0.080 0.040,0.075 0.037,0.063 0.032,0.052 0.026,-0.071 0.035,-0.068-0.038,0.266 0.156,0.090 0.002,-0.532-0.305,0.369 0.160,0.507 0.123,-0.145-0.086,0.049 0.004,0.246 0.052,-0.057-0.037,-0.094-0.046,-0.641-0.137,0.368 0.253,-0.324 0.039,-0.284 0.088,-0.192-0.127,-0.482 0.307,-0.056-0.174,-0.229 0.040,-0.016-0.070,-0.848 0.298,0.053-0.073,-0.040 0.021,0.531-0.227,-0.787 0.323,0.285-0.134,0.163-0.077,0.444-0.169,0.127-0.024,-0.077 0.129,0.381-0.089,0.367-0.091,0.325-0.086,0.276-0.076,0.092-0.084,0.168-0.032,0.153-0.026,0.133-0.023,0.534-0.017,0.339-0.021,0.045-0.014,-1.507 0.014,0.751-0.008,0.655-0.009,0.003 0.001,0.363-0.076,-0.405-0.053,7.250-1.702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1210.000 306.000,'0.037'0.000,"0.061"0.000,0.071 0.000,0.074 0.000,0.073 0.000,0.047 0.000,-0.097 0.000,-0.138 0.000,-0.151 0.000,-0.144 0.000,-0.128 0.000,-0.107 0.000,-0.084 0.000,0.112 0.080,-0.304 0.180,0.088-0.010,-0.074 0.050,-0.067 0.043,-0.060 0.053,-0.052 0.057,0.560-0.295,-1.197 0.807,0.031 0.079,0.855-0.619,-1.004 0.795,0.199-0.113,0.109-0.061,0.262-0.151,0.070 0.016,0.162-0.074,0.153-0.078,0.293-0.279,0.032 0.120,0.201 0.004,0.261-0.085,-0.104-0.402,0.175 0.270,0.068 0.019,0.200 0.165,0.076 0.017,-0.273-0.297,0.520 0.467,-0.484-0.437,0.457 0.555,-0.073-0.019,-0.205-0.171,-0.092 0.013,-0.109 0.025,-0.139 0.077,-0.105 0.018,-0.103 0.020,-0.093 0.023,-0.154 0.077,-0.134-0.077,0.038-0.255,-0.047-0.068,-0.157 0.037,0.014-0.114,0.156-0.184,0.035-0.089,0.094-0.127,0.136-0.151,2.013-3.590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1204.000 324.000,'0.009'0.000,"0.387"-0.074,0.148-0.026,0.126-0.017,-0.072-0.016,0.131-0.052,0.109-0.051,0.280-0.083,0.118-0.022,0.329-0.055,0.593-0.148,-0.644 0.167,-0.035 0.016,-1.063 0.257,1.431-0.434,-0.009-0.074,-0.296 0.056,-0.138 0.019,-0.416 0.103,0.650-0.452,-0.161-0.018,-1.216 0.742,0.452-0.328,-0.074-0.016,0.218-0.371,-0.196 0.006,-0.354 0.372,-0.104 0.033,-0.126-0.178,-0.186 0.045,-0.045 0.230,-0.337-0.154,-0.047 0.189,-0.148 0.102,0.104 0.103,-0.714 0.100,0.009 0.159,-0.035 0.158,0.359-0.003,-0.437 0.352,-0.039 0.177,0.016 0.111,1.064-0.689,-1.169 0.916,0.010 0.141,0.231-0.096,0.059 0.042,0.885-0.880,-0.908 1.178,0.148 0.094,0.258-0.175,0.120 0.005,0.531-1.045,-0.404 1.611,0.396-0.149,0.378-0.195,0.145-0.763,0.486 0.138,0.829 0.076,0.261-0.296,-0.732-0.508,10.982-1.770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1263.000 304.000,'-0.032'0.043,"-0.049"0.064,-0.054 0.074,-0.055 0.072,-0.048 0.065,-0.043 0.055,-0.032 0.046,-0.027 0.033,0.024-0.030,-0.054 0.087,0.028-0.026,-0.068 0.092,-0.070 0.085,-0.327 0.424,-0.177 0.212,0.150-0.194,-0.069 0.125,-0.041 0.120,-0.205 0.339,-0.030 0.061,0.841-1.241,-0.350 0.540,-0.352 0.574,0.024 0.008,-0.109 0.241,0.087-0.072,-0.164 0.674,0.460-0.650,0.238-0.196,0.240-0.217,0.196-0.476,0.425 0.278,0.393-0.499,-0.237-0.458,6.220-2.434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1240.000 324.000,'0.000'0.081,"0.000"0.125,0.000 0.143,0.000 0.141,0.000-0.297,0.094 0.209,0.159 0.088,0.104-0.045,0.004-0.200,0.450 0.039,0.440-0.019,0.243-0.053,-1.146-0.173,0.867 0.007,0.732-0.132,0.816-0.178,0.117-0.082,-1.068 0.102,1.063-0.200,0.056-0.057,-0.247-0.045,12.240-3.770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1314.000 310.000,'-0.016'0.005,"-0.026"0.009,-0.028 0.010,-0.028 0.008,-0.027 0.010,-0.021 0.007,-0.019 0.006,-0.014 0.004,-0.010 0.004,-0.008 0.003,-0.005 0.001,-0.002 0.001,-0.002 0.001,-0.001 0.000,0.001 0.000,0.059 0.010,-0.021 0.058,-0.084 0.071,-0.195 0.172,-0.067 0.067,0.292-0.273,-0.197 0.120,-0.085 0.029,-0.428 0.256,-0.124 0.089,0.559-0.356,-0.569 0.399,-0.377 0.221,-0.076-0.040,0.922-0.515,-0.872 0.649,0.124 0.015,0.179-0.032,0.941-0.811,-0.675 0.691,0.237-0.130,0.224-0.140,0.318-0.270,0.206 0.100,0.191-0.062,0.136-0.066,-0.314-0.250,0.519 0.242,0.004-0.039,-0.050-0.019,-0.248-0.122,0.146 0.100,-0.040 0.068,-0.088-0.011,-0.025 0.046,-0.054 0.013,-0.052 0.010,-0.071-0.061,-0.028 0.015,-0.010 0.088,-0.033-0.025,-0.053-0.049,-0.056 0.003,-0.070 0.091,-0.030 0.003,-0.009 0.002,0.006-0.003,0.014-0.001,-0.044-0.010,-0.062-0.058,-0.075-0.065,0.103-0.146,-0.046-0.020,-0.030 0.007,-0.208 0.072,-0.045-0.009,0.021-0.003,0.030 0.009,0.048 0.014,-0.007 0.056,0.087 0.002,0.083-0.003,0.073-0.009,0.063-0.009,0.047 0.030,0.042 0.029,0.030 0.034,0.020 0.035,0.046-0.007,0.064 0.025,-0.017-0.106,0.008 0.016,-0.072-0.219,0.090 0.309,-0.009 0.261,-0.085 0.099,-0.024-0.470,-0.038 0.183,-0.115 0.236,-0.113 0.071,-0.114 0.062,0.162-0.406,-0.349 0.549,-0.245 0.230,-0.160 0.059,0.276-0.385,-0.268 0.305,0.022-0.002,0.058-0.010,0.084 0.032,0.097 0.012,0.071 0.092,0.176-0.120,0.353-0.206,0.307-0.034,0.261-0.132,0.207-0.137,-0.089-0.273,0.090-0.062,-0.167-0.141,0.535 0.083,0.095-0.066,7.643-0.233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1339.000 328.000,'-0.055'-0.037,"-0.087"-0.057,-0.100-0.068,-0.101-0.066,-0.077-0.028,-0.055 0.003,0.164 0.108,-0.390 0.077,0.098 0.111,-0.001 0.092,0.452-0.095,-0.179 0.076,-0.499 0.375,-0.371 0.412,-0.052 0.154,1.004-0.836,-0.002 0.015,-1.057 1.327,0.152 0.040,0.055 0.128,0.861-1.345,-0.218 0.402,-0.481 1.113,0.147-0.038,0.148-0.103,0.515-1.388,-0.057 0.348,0.266 0.896,0.488-0.236,0.108-0.437,-0.019-0.326,0.674 0.084,0.272-0.224,0.509-0.168,-0.771-0.237,0.603-0.158,0.138-0.151,-0.507 0.006,-0.019-0.037,-0.519 0.069,1.031-0.287,-0.055-0.062,-0.551 0.073,-0.077-0.037,-0.071-0.042,0.115-0.153,-0.112-0.057,-0.946 0.539,0.861-0.636,-0.095-0.022,0.016-0.131,-0.160 0.020,-0.754 0.747,-0.011 0.001,0.519-1.002,-0.354 0.130,-0.243 0.011,-0.129 0.617,-0.289-0.683,-0.259 0.117,-0.201 0.155,0.413 0.555,-0.208-0.136,-0.039 0.042,-0.239-0.067,-0.023 0.080,0.219 0.150,-3.340-0.415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1349.000 329.000,'-0.047'0.000,"-0.079"0.000,-0.096 0.000,-0.107 0.000,-0.223 0.017,-0.020 0.027,0.038 0.028,0.069 0.030,0.081 0.026,0.100 0.026,0.067 0.044,0.058 0.044,0.049 0.042,0.040 0.038,0.030 0.032,0.023 0.026,-0.005-0.041,-0.021 0.007,-0.032 0.003,0.057-0.266,-0.043 0.193,-0.005 0.029,0.038-0.197,-0.286 0.675,-0.127 0.168,0.234-0.517,-0.463 1.050,0.056-0.156,-0.074 0.085,0.515-1.058,-0.352 0.751,-0.361 0.777,0.021-0.078,0.695-1.451,-0.156 0.346,-0.315 0.770,0.116-0.188,0.124-0.233,0.124-0.251,0.441-0.096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1392.000 336.000,'0.000'0.026,"0.000"0.039,0.000 0.047,0.000 0.045,0.000 0.043,0.000 0.037,0.000 0.031,0.000 0.025,0.000 0.018,-0.003-0.247,-0.006 0.001,-0.156 0.273,-0.249 0.216,-0.175 0.118,0.157-0.206,-0.279 0.267,-0.349 0.327,-0.106 0.089,0.934-0.918,-0.723 0.759,0.484-0.485,-0.635 0.784,0.126-0.081,0.474-0.453,0.239-0.239,0.009 0.420,0.185 0.010,0.330 0.423,-0.073-0.812,0.270 0.282,0.180-0.007,0.178-0.013,1.015 0.454,-1.033-0.788,1.422 0.472,0.370-0.147,-0.794-0.336,0.033-0.065,0.056-0.087,0.398-0.087,0.070-0.151,0.003-0.134,-0.046-0.115,-1.014 0.032,1.186-0.351,-0.145-0.227,-0.703 0.105,-0.136-0.040,-0.148-0.068,-0.124-0.047,-0.104-0.030,-0.757 0.518,0.748-0.794,-0.155-0.064,-0.481 0.448,0.203-0.804,-0.226-0.039,-0.280 0.367,-0.149 0.006,-0.251-0.370,-0.218 0.037,-5.152-5.576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1398.000 343.000,'0.074'0.025,"0.115"0.038,0.133 0.044,-0.106-0.035,0.069 0.017,0.034 0.001,0.226 0.041,0.018-0.015,-0.008-0.019,-0.330-0.051,0.482 0.126,0.036 0.017,-0.012-0.005,-0.594-0.150,0.506 0.129,-0.039 0.016,-0.066 0.019,-0.178-0.013,-0.046 0.057,0.004 0.171,-0.142 0.015,-0.148-0.341,-0.013 0.002,-0.101 0.216,-0.224 0.156,-0.141 0.031,-0.095 0.017,0.008-0.135,-0.440 0.171,-0.102 0.009,-0.030 0.014,0.309-0.160,-0.275 0.187,0.267-0.145,-0.006-0.009,-0.497 0.243,0.375-0.190,0.156-0.061,0.179-0.064,0.248-0.094,0.197-0.047,0.171-0.042,0.145-0.038,0.145-0.047,0.138-0.022,0.365-0.056,0.234-0.083,0.237-0.080,0.634-0.113,-0.690 0.090,0.258-0.070,0.005-0.060,-0.169 0.005,0.026-0.036,8.992-3.043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1438.000 328.000,'0.012'0.018,"0.017"0.026,0.021 0.030,0.019 0.030,0.017 0.025,0.015 0.023,0.012 0.017,0.009 0.014,0.006 0.010,0.005 0.006,0.002 0.004,0.002 0.002,0.000 0.001,0.001 0.000,-0.001-0.001,-0.025-0.016,0.012 0.049,0.014 0.062,0.017 0.067,0.055 0.127,0.028 0.027,0.024 0.004,-0.003 0.038,-0.065-0.093,-0.020 0.024,-0.021 0.025,-0.023 0.087,-0.022 0.051,-0.021 0.019,-0.019-0.002,-0.009 0.264,-0.058 0.029,-0.074-0.016,0.037-0.583,-0.087 0.529,-0.049-0.043,-0.055-0.055,-0.061-0.219,0.010-0.184,-0.165 0.106,-0.031 0.004,0.356-0.381,-0.129 0.131,-0.362 0.351,0.019-0.032,0.049-0.060,0.126-0.102,0.056-0.017,-0.008 0.080,0.114-0.074,0.106-0.079,0.091-0.077,0.074-0.067,0.057-0.057,0.042-0.045,0.030-0.034,0.020-0.025,0.011-0.016,0.005-0.011,0.002-0.006,-0.002-0.001,-0.002-0.001,-0.004 0.002,-0.003 0.002,-0.004 0.002,-0.003 0.003,-0.002 0.002,-0.002 0.002,-0.001 0.001,-0.001 0.001,-0.002 0.002,0.001-0.001,-0.001 0.002,0.000-0.001,0.027 0.000,0.032 0.001,0.034-0.001,0.031 0.001,0.039 0.024,0.017 0.038,0.011 0.045,-0.040 0.038,-0.053 0.041,-0.062 0.035,-0.066 0.033,-0.063 0.025,-0.057 0.021,-0.066 0.026,-0.061 0.012,-0.056 0.007,-0.097-0.022,-0.066-0.032,-0.102 0.011,0.336-0.236,-0.546 0.252,-0.062-0.034,-0.014-0.043,0.175-0.031,-0.010 0.041,0.037 0.019,0.037 0.017,-0.034 0.116,0.092 0.052,0.092 0.051,0.114-0.059,0.053 0.019,0.067-0.096,0.024 0.011,-0.077 0.094,-0.061 0.103,-0.019 0.065,-0.001 0.066,0.052-0.216,-0.236 0.464,-0.057 0.035,0.293-0.618,-0.212 0.457,-0.249 0.308,-0.194 0.054,0.481-0.701,-0.416 0.521,-0.477 0.417,-0.180-0.016,0.629-0.657,-0.048-0.031,-0.459 0.325,0.056-0.029,0.976-0.799,-0.262 0.217,-0.625 0.533,0.137-0.098,0.158-0.122,-1.191 1.182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1193.000 316.000,'-0.079'0.053,"-0.013"0.000,-0.235 0.112,-0.102 0.034,-0.068 0.015,0.368-0.158,-0.345 0.137,-0.289 0.087,-0.088 0.004,-0.055-0.011,0.676-0.206,-0.810 0.178,-0.553 0.041,-0.045-0.057,0.462-0.092,0.592-0.075,-0.952 0.052,-0.085-0.034,0.948-0.053,-0.406 0.005,-0.067-0.008,-0.466-0.005,-0.032-0.010,-0.841-0.083,0.297-0.110,0.485-0.014,-0.043-0.053,-0.067-0.062,1.196 0.201,-2.927-0.833,0.499-0.019,-0.195-0.196,0.765 0.202,-0.023-0.083,0.831 0.295,-1.250-0.705,0.051-0.093,1.252 0.622,-1.603-1.109,0.842 0.407,-0.651-0.652,0.219-0.019,1.452 1.148,-0.575-0.596,-0.424-0.546,0.250 0.117,0.262 0.170,1.399 1.504,-1.056-1.637,-0.058-0.843,0.442 0.195,0.936 2.274,-0.073-2.279,0.538-0.309,0.359 0.169,-0.342 1.852,0.570-1.109,-0.122 0.550,0.069 0.008,0.473-0.550,-0.614 1.077,0.803-1.179,-0.333 0.557,0.025-0.002,0.002 0.017,-0.017 0.031,-0.774 1.116,1.106-1.716,0.287-0.664,-0.779 1.205,-0.080 0.044,-0.320 0.586,0.518-1.045,-0.109 0.074,-0.221 0.374,-0.101 0.148,-0.326 0.708,0.286-0.852,-0.147 0.211,-0.155 0.118,-0.208 0.284,-0.193 0.261,-0.091 0.287,-0.074 0.144,-0.053 0.120,-0.035 0.097,-0.092 0.077,-0.017 0.075,-0.005 0.050,0.337-0.020,-0.330 0.062,-0.077 0.048,-3.203 1.233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1143.000 225.000,'-0.147'0.000,"-0.231"0.000,-0.017 0.000,-0.063 0.000,-0.038 0.000,-0.132 0.000,-0.056 0.089,0.021 0.135,0.541-0.178,-0.710 0.663,-0.362 0.513,-0.240 0.293,1.157-1.218,-1.585 2.046,-0.282 0.449,-0.133 0.156,1.819-2.354,-0.004 0.007,-2.127 2.622,-0.026-0.027,0.141-0.178,1.990-2.425,-0.450 0.547,-0.867 0.976,-6.391 6.218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1133.000 224.000,'-0.112'0.000,"-0.171"0.000,-0.193 0.000,-0.087 0.017,-0.002 0.027,0.048 0.028,0.073 0.030,0.084 0.026,0.225-0.055,0.094-0.001,0.167 0.019,0.138 0.040,0.102 0.069,0.071 0.088,-0.318-0.213,0.380 0.199,0.595 0.294,0.226 0.121,0.151 0.100,-0.443-0.195,1.204 0.891,0.233 0.331,-1.117-0.788,-0.441-0.306,1.452 1.408,-0.005 0.235,-0.979-0.901,0.158 0.275,-0.090-0.004,-0.085-0.029,-0.074-0.047,-0.233-0.281,0.232 0.334,-0.096-0.123,-0.079-0.115,3.377 4.317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895.000 134.000,'-0.030'0.007,"-0.044"0.012,-0.051 0.012,-0.049 0.013,-0.044 0.010,-0.036 0.010,-0.030 0.007,-0.021 0.005,-0.017 0.004,-0.010 0.003,-0.006 0.002,-0.004 0.001,0.108 0.066,0.022 0.082,0.025 0.069,0.028 0.084,0.120-0.279,-0.060 0.361,-0.009 0.407,0.024 0.209,0.064-0.802,-0.048 1.683,0.037-0.605,0.004 0.461,0.010 0.199,0.008-0.087,0.004 0.174,0.004 0.212,-0.015 0.656,-0.028 0.221,0.013-1.295,-0.079 3.482,0.064-3.194,-0.050 2.306,0.001-0.036,0.027-1.207,0.004-0.119,-0.028 1.967,0.015-0.306,0.049-2.954,-0.027 2.369,0.016-0.848,0.011-0.459,0.013-1.130,0.018 0.427,0.036-0.372,0.041-0.357,0.800-2.076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893.000 134.000,'0.014'0.029,"0.023"0.044,0.025 0.051,0.026 0.051,0.022 0.047,0.022 0.040,0.016 0.034,0.013 0.026,0.009 0.020,0.008 0.014,0.005 0.009,-0.107-0.134,-0.037 0.138,-0.062 0.075,-0.058 0.079,0.053-0.381,-0.152 0.449,-0.183 0.447,-0.072 0.177,-0.076 0.045,-0.115 0.138,0.041-0.082,-0.144 0.317,-0.026 0.031,0.099-0.211,-0.002 0.034,0.016 0.015,-0.068 0.212,0.056-0.091,-0.220 0.511,-2.014 4.563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893.000 130.000,'-0.055'0.000,"-0.087"0.000,-0.100 0.000,-0.101 0.000,0.022 0.027,-0.002 0.043,0.015 0.053,0.026 0.058,0.014 0.074,0.044 0.044,0.044 0.030,0.110-0.176,0.006 0.233,0.065 0.156,0.048 0.101,-0.030-0.493,0.123 0.438,0.211 0.454,0.199 0.388,0.102 0.181,-0.125-0.394,0.084 0.134,-0.399-0.881,0.953 2.040,0.131 0.178,-1.003-2.080,0.326 0.647,1.026 1.871,0.109 0.015,0.046-0.105,-1.411-2.389,1.275 1.909,0.836 0.775,0.128-0.318,-1.671-1.978,10.003 6.152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883.000 217.000,'0.025'-0.037,"0.040"-0.061,0.048-0.071,0.049-0.075,0.049-0.071,-0.162 0.242,0.204-0.279,0.156-0.108,0.148-0.044,-0.129 0.167,0.248-0.096,0.421-0.059,0.265 0.068,-0.414 0.196,0.595-0.028,0.196 0.047,0.129 0.043,0.989-0.130,-0.966 0.107,0.525-0.038,0.162 0.003,-1.825 0.158,3.499-0.308,0.365 0.001,0.262 0.027,-1.915 0.127,1.137-0.077,0.549-0.025,-0.102 0.028,-3.546 0.230,1.009-0.056,3.266-0.130,-1.107 0.081,-0.139 0.031,-3.027 0.104,2.087-0.049,2.298-0.015,-1.047 0.040,0.007 0.018,-0.625 0.016,-0.123 0.008,1.049 0.009,-0.113 0.008,-0.356 0.005,0.052 0.002,0.441 0.004,-0.219 0.000,-3.471-0.010,1.011-0.009,2.451-0.055,-0.031-0.029,-0.138-0.015,-3.295 0.075,1.993-0.112,1.339-0.137,-0.100-0.036,-0.171-0.008,-3.123 0.250,0.900-0.071,2.012-0.110,-0.217 0.091,-0.273 0.110,-2.588 0.044,2.070 0.085,-0.248 0.097,-0.273 0.085,5.334 2.344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896.000 108.000,'-0.048'0.000,"-0.073"0.000,-0.085 0.000,-0.085 0.000,-0.076 0.000,-0.013-0.034,0.018-0.054,0.039-0.060,0.050-0.062,0.051-0.057,0.051-0.049,0.045-0.041,0.037-0.034,0.032-0.024,0.027 0.006,0.058-0.088,0.042-0.086,0.025-0.082,-0.033 0.315,0.142-0.617,0.029-0.182,-0.061 0.333,0.021-0.046,-0.060 0.271,0.074-0.393,0.000-0.076,0.105-0.434,0.059-0.011,-0.274 1.124,0.509-1.632,0.058 0.053,0.012 0.154,-0.539 1.442,0.712-1.780,0.117-0.125,0.079 0.014,-0.401 0.938,0.048 0.011,0.422-0.616,0.014 0.079,-0.375 0.674,0.008 0.065,-0.504 0.739,1.186-1.439,0.065 0.074,-0.548 0.728,0.518-0.422,0.036 0.001,-0.002-0.011,-0.048 0.170,-0.378 0.322,0.693-0.587,-0.078 0.103,-0.357 0.396,-0.379 0.328,0.240-0.102,-0.091 0.132,0.169 0.029,0.063 0.145,-0.027 0.170,-1.078 0.270,1.204-0.195,0.119 0.043,0.035 0.042,-0.515 0.055,0.122-0.006,0.116-0.002,0.389-0.055,0.152-0.054,-0.045-0.018,1.063-0.189,1.202-0.195,0.190-0.009,-1.460 0.192,1.387-0.218,0.829-0.135,0.055-0.017,-1.547 0.289,2.783-0.351,-1.339 0.218,-0.241 0.061,-3.568 0.456,3.457-0.364,-0.166 0.076,-0.257 0.076,-0.311 0.069,-2.938 0.221,2.724-0.142,1.075 0.068,-0.385 0.146,-3.594-0.001,1.413 0.032,0.894 0.063,-0.326 0.023,-0.310 0.007,-1.937-0.101,1.916 0.116,-0.405-0.016,-0.386-0.030,-0.719-0.045,0.516 0.020,-0.279-0.019,-0.271-0.017,-0.242-0.013,-0.077-0.035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1027.000 32.000,'0.045'0.045,"0.067"0.067,0.075 0.075,0.074 0.074,0.065 0.065,0.056 0.055,0.043 0.045,0.033 0.032,0.053-0.088,0.173 0.031,0.162 0.028,0.623 0.179,-0.845-0.364,1.271 0.422,0.258 0.061,-0.284-0.154,-0.406-0.136,0.814 0.205,-0.022-0.046,0.215-0.016,-1.062-0.241,0.105 0.037,-0.152-0.030,-0.313-0.061,-0.122-0.004,0.096 0.170,-0.316-0.013,-0.204 0.035,-0.294-0.189,-0.199 0.559,-0.386 0.052,-0.358 0.159,0.559-0.815,-0.480 0.542,-0.109 0.055,-0.442 0.363,-0.148 0.052,-0.087 0.024,-0.574 0.399,0.212-0.225,0.115-0.126,-5.504 3.116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1005.000 99.000,'-0.140'0.000,"-0.213"0.000,-0.243 0.000,0.478 0.000,-0.011 0.000,-0.722 0.000,-0.191 0.000,0.265 0.000,-0.070 0.000,0.244 0.000,-0.549 0.036,-0.049 0.062,0.098 0.044,-0.514 0.168,-0.170 0.119,0.401-0.072,-0.027 0.020,0.938-0.245,-2.033 0.815,0.027 0.223,0.125 0.169,1.895-1.068,-1.056 0.741,0.091 0.048,-0.049 0.241,0.180 0.098,0.696-0.687,-0.194 0.401,0.105 0.046,-0.003 0.466,0.240 0.051,0.275-0.364,0.144 0.036,0.127 0.018,0.220 0.270,0.214 0.046,0.108-0.235,0.153-0.006,0.125-0.017,0.141-0.011,0.148-0.007,1.332 0.968,0.447-0.157,-0.809-0.776,0.041-0.116,1.437 0.291,0.862-0.240,0.344-0.411,-1.208-0.580,-2.725-0.311,4.818-0.485,0.288-0.685,-3.851 0.621,3.410-1.238,-0.552-0.236,-0.028-0.399,-1.731 0.672,2.032-1.529,-0.839 0.150,-0.385-0.083,-2.359 1.745,1.348-1.412,0.116-0.592,-0.651 0.247,-1.131 0.692,-0.745 0.677,-0.428-0.445,-0.544 0.187,-0.939 0.134,-1.632-0.184,0.445 0.792,-0.333 0.172,1.946 0.817,-2.028-0.492,-3.194-0.058,-0.606 0.439,-0.118 0.388,2.514 0.207,-3.940 0.738,0.223 0.364,2.103 0.037,2.942-0.569,-4.269 1.648,0.458 0.273,1.569-0.264,2.672-1.159,-3.703 2.480,0.818-0.016,-7.599 8.957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1306.000 376.000,'0.074'0.000,"0.115"0.000,0.133 0.000,0.041-0.018,0.074-0.031,0.063-0.036,-0.372 0.064,0.186-0.024,0.725-0.065,0.338-0.004,0.303 0.005,-1.277 0.085,1.053-0.045,0.855-0.014,0.249 0.012,0.293 0.010,-1.350 0.045,1.021 0.021,1.213 0.064,0.207 0.065,1.294 0.243,-3.114-0.209,-1.050-0.078,2.868 0.309,0.086 0.067,1.928 0.267,-2.334-0.271,1.291 0.164,0.018-0.022,-0.150-0.046,-0.261-0.057,-0.046 0.029,-0.125-0.004,-3.265-0.396,1.104 0.133,2.662 0.309,-0.045-0.032,-0.149-0.051,-1.525-0.180,1.873 0.192,-3.035-0.308,1.334 0.118,-0.206-0.031,0.259 0.044,-0.218-0.012,-2.369-0.235,12.215 1.249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1311.000 144.000,'0.019'0.000,"0.027"0.000,0.033 0.000,0.030 0.000,0.028 0.000,0.022 0.000,0.020 0.000,0.013 0.000,0.011 0.000,0.007 0.000,0.003 0.000,0.003 0.000,0.001 0.000,-0.000 0.000,-0.001 0.000,-0.000 0.000,-0.002 0.000,0.000 0.000,-0.002 0.000,0.020 0.000,0.082 0.000,0.099 0.000,0.171 0.000,0.239 0.000,-0.144 0.000,0.905 0.000,-0.135-0.024,0.133-0.038,-1.174 0.044,0.994-0.046,0.790-0.036,0.522-0.020,0.097 0.002,0.225-0.021,0.061-0.035,-1.044 0.051,-0.009-0.001,-1.361 0.083,2.329-0.118,0.990-0.170,-1.217 0.070,-0.058-0.012,-1.954 0.193,2.341-0.227,1.095-0.081,-0.240 0.054,-1.900 0.170,-0.735 0.062,1.878-0.098,-1.100 0.083,-0.160 0.022,-0.887 0.047,1.056-0.027,-0.174 0.023,-0.151 0.020,-0.999 0.019,5.839 0.115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98.000 470.000,'-0.055'0.000,"-0.091"0.000,-0.109 0.000,-0.167-0.045,-0.022-0.067,0.182-0.032,0.103-0.087,0.118-0.009,0.111-0.019,-0.041 0.181,0.557-0.383,0.423-0.050,0.379-0.031,-0.451 0.197,0.601-0.266,0.275-0.080,-0.325 0.147,0.127-0.021,-0.478 0.177,2.242-0.619,-0.805 0.291,0.225-0.018,1.632-0.363,-0.776 0.252,0.023 0.039,-0.038 0.043,-1.823 0.385,1.982-0.412,0.197-0.061,-0.356 0.069,0.157-0.036,-0.424 0.065,1.333-0.317,0.133-0.030,0.069 0.001,-2.441 0.550,2.634-0.613,1.526-0.350,-2.041 0.471,-0.096 0.033,-1.941 0.452,0.024 0.011,4.710-0.916,-0.259 0.063,-4.514 0.911,2.804-0.438,1.671-0.181,0.109 0.039,-1.425 0.280,0.448-0.004,-0.060 0.050,-0.082 0.038,0.700-0.070,-0.338 0.032,-0.388 0.026,-4.763 0.575,1.205-0.129,3.877-0.319,-0.729 0.137,-0.282 0.081,-0.510 0.147,-1.230 0.132,1.040 0.079,-0.214 0.078,-2.214-0.020,-0.026 0.034,3.157 0.299,-1.696-0.054,-0.144 0.052,-2.455-0.268,2.818 0.378,-0.065 0.035,-0.580-0.047,-0.146 0.014,-1.318-0.211,2.346 0.531,-0.669-0.070,-0.319-0.036,-0.463-0.036,-0.022-0.002,0.267 0.072,-0.084-0.023,-1.537-0.407,1.744 0.523,-0.433-0.100,-0.185-0.054,-0.810-0.233,0.427 0.116,0.088 0.008,-0.195-0.076,-1.431-0.386,0.383 0.101,0.944 0.242,-0.151-0.051,-0.182-0.058,-0.306-0.047,-0.111-0.011,-0.110-0.023,-0.102-0.027,-0.386-0.123,0.461 0.143,-0.080 0.028,-0.104 0.042,1.056 1.481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443.000 465.000,'0.043'0.000,"0.064"0.000,0.074 0.000,0.072 0.000,0.065 0.000,0.055 0.000,0.046 0.000,0.033 0.000,0.040 0.000,0.159 0.000,0.016 0.000,0.087 0.000,-0.299 0.000,0.858 0.021,0.256 0.035,0.239 0.040,-0.132 0.002,-0.800-0.048,1.600 0.081,0.148-0.007,0.270-0.014,-1.092-0.049,0.996-0.015,-0.011-0.062,-1.513 0.001,1.959-0.057,0.134-0.021,0.046-0.006,-0.392-0.033,-0.716 0.019,1.596-0.101,-0.101 0.001,-0.745 0.053,-0.733 0.048,1.138-0.034,-0.164 0.022,-1.102 0.052,0.859-0.006,0.863 0.005,-0.040 0.022,-3.105 0.042,3.520-0.106,0.083-0.114,0.020-0.135,-3.573 0.294,0.855-0.076,1.884-0.183,0.146-0.035,-0.914 0.073,-0.011-0.018,-0.904 0.075,2.449-0.392,-0.068-0.031,-1.459 0.200,-0.015-0.028,-0.905 0.145,1.486-0.321,0.028-0.061,0.921-0.270,-0.171-0.013,-0.816 0.200,0.031-0.007,-1.447 0.357,3.047-0.755,-0.577 0.156,-0.197 0.087,-0.556 0.176,-0.024 0.062,-0.138 0.056,-0.217 0.046,-2.447 0.475,2.263-0.392,-0.200 0.072,-0.042 0.074,-0.068 0.072,-0.132 0.066,0.464 0.027,-1.061 0.108,-0.139 0.032,-0.853 0.049,-0.050-0.003,1.209-0.087,-0.627 0.027,-0.186 0.005,0.088-0.061,-0.224-0.061,-0.186-0.071,-0.855 0.233,2.090-2.639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595.000 573.000,'-0.066'0.000,"-0.107"0.000,-0.124 0.000,-0.128 0.000,0.224 0.000,-0.477 0.000,-0.072 0.000,-0.139 0.000,0.198-0.026,-0.475-0.046,0.018-0.007,-0.090-0.009,0.871 0.062,-1.524-0.081,0.275 0.028,-0.856-0.020,-0.227 0.008,1.282 0.049,-0.868-0.003,-0.130 0.030,-1.900 0.129,-0.052 0.155,3.476-0.204,-3.182 0.562,0.792 0.078,-0.762 0.451,-0.106 0.316,1.779-0.524,-2.450 1.505,0.157 0.329,0.315 0.150,0.414 0.015,2.968-2.192,-2.579 2.694,-0.590 1.786,0.817 0.052,2.263-3.340,-0.393 2.128,0.666-0.505,0.464-0.069,0.658 0.312,-0.210-2.876,1.288 2.566,0.667-0.338,0.471-0.390,0.309-0.409,-2.106-1.800,4.180 1.641,0.550-0.563,0.905-0.628,-5.091-0.841,6.177-0.070,0.544-0.611,-2.419-0.077,-0.102-0.202,-3.938 0.544,4.812-1.112,0.089-0.379,-1.699 0.260,-0.137-0.162,-3.098 1.074,5.245-2.392,-0.305-0.294,-1.760 0.663,-0.375-0.003,-3.128 1.843,3.631-2.701,-0.666 0.081,-1.296 0.702,-0.361 0.008,-1.828 1.892,1.346-1.987,-0.374-0.036,-0.835 1.170,0.115-0.849,-0.298-0.006,-0.466 1.641,-0.091-2.593,-0.520 0.015,0.289 2.556,-1.230-2.647,-0.761-0.070,-0.178 0.482,-0.359 0.085,0.044 0.501,-2.737-1.396,4.266 3.135,-3.163-1.667,-0.300 0.265,0.424 0.538,-2.640-0.278,0.038 0.622,0.287 0.581,5.049 0.598,-5.023 0.882,-0.438 0.970,1.605-0.016,-0.068 0.365,3.545-1.351,-42.528 32.282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1022.000 98.000,'-0.141'0.000,"-0.286"0.000,-0.305 0.000,-0.173 0.027,-1.950 0.178,-0.646 0.165,2.123-0.191,-2.634 0.602,-0.180 0.267,-0.469 0.608,2.769-0.915,-2.437 1.280,0.153 0.179,-0.253 0.599,0.316 0.095,0.505-0.005,1.654-1.234,0.219-0.104,-0.099 0.345,0.475-0.213,0.450-0.229,0.781 0.073,0.839-0.260,0.669-0.224,-0.717-0.661,1.835 0.504,-0.739-0.394,0.597 0.023,0.233-0.064,-1.829-0.327,2.191 0.245,0.179-0.060,0.712-0.030,0.243-0.066,-1.988-0.121,1.162-0.010,0.070-0.073,1.215-0.122,0.026-0.108,-1.147 0.018,2.092-0.201,-1.345 0.049,-0.276-0.030,0.007-0.051,-0.558 0.024,-0.251-0.032,-1.010 0.077,-0.995 0.048,-0.628-0.049,-0.553-0.072,-0.168 0.148,-0.619-0.163,-0.479-0.036,-0.440-0.034,-0.223-0.002,-1.377-0.341,-0.382-0.143,3.083 0.827,-2.465-0.587,-1.848-0.271,-0.398 0.105,2.398 0.470,-1.134-0.074,-0.539 0.070,0.117 0.150,1.441 0.266,-1.105 0.255,0.576 0.171,0.095 0.186,1.579-0.188,0.022 0.063,-0.898 0.365,0.125 0.136,-13.079 9.744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1153.000 97.000,'0.000'0.026,"0.000"0.041,0.000 0.046,0.000 0.047,0.000 0.043,0.000 0.036,0.000 0.032,0.000 0.024,0.000 0.018,0.000 0.013,0.000 0.008,0.000 0.007,0.000-0.104,0.000 0.016,0.000 0.105,0.000 0.031,-0.047 0.002,-0.006-0.089,-0.107 0.268,-0.070 0.075,0.183-0.509,-0.051 0.166,-0.002 0.059,-0.051 0.313,0.003 0.111,-0.020 0.093,-0.038 0.077,-0.025 0.086,-0.098 0.469,-0.002 0.060,-0.059 0.640,0.106-0.397,0.062-0.268,0.026-0.087,0.048-0.229,0.020-0.034,-0.040 0.714,0.051-0.320,0.041-0.358,0.104 0.545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1148.000 97.000,'-0.054'0.054,"-0.087"0.087,-0.100 0.100,-0.105 0.105,-0.098 0.098,0.152-0.126,-0.275 0.276,0.165-0.162,0.010 0.015,0.164-0.193,-0.144 0.143,-0.178 0.137,-0.044-0.022,-0.036-0.039,-0.150 0.038,-0.187 0.791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1151.000 93.000,'0.067'0.022,"0.101"0.034,0.113 0.038,0.110 0.036,-0.142-0.055,0.048-0.001,0.031-0.001,0.013-0.003,0.004 0.022,-0.008 0.042,-0.107-0.032,0.145 0.099,0.028 0.033,0.024 0.020,0.453 0.266,0.079 0.135,0.017 0.148,-0.412-0.295,-0.032 0.020,0.201 0.274,0.030 0.078,0.033 0.063,0.176 0.308,-0.085-0.046,-0.121-0.117,1.167 3.118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1360.000 24.000,'-0.090'-0.036,"-0.155"-0.062,0.059 0.016,-0.311-0.140,-0.351-0.155,-0.224-0.093,-1.018-0.453,1.655 0.735,-2.358-0.902,-0.448-0.087,-0.417 0.031,2.148 0.704,-1.834-0.363,-1.319 0.090,1.812 0.400,-0.034 0.123,1.915 0.148,-4.354 0.480,-0.241 0.570,-0.112 0.513,2.262-0.450,-1.176 0.667,0.001 0.279,-0.958 0.963,2.331-1.111,-0.812 0.762,0.328 0.094,1.154-0.675,0.248-0.010,-0.313 0.663,0.916-0.714,0.266-0.043,0.990-1.303,-0.819 2.589,0.811-0.444,0.608-0.189,-0.099-2.034,0.036-0.012,0.732 1.263,0.427-0.116,-0.390-0.777,1.115 0.550,0.386-0.142,-0.878-0.619,3.372 0.743,-0.428-0.491,0.484-0.187,-1.007-0.316,0.165-0.108,0.112-0.094,0.956-0.121,0.297-0.181,-0.626-0.119,0.070-0.107,0.005-0.090,0.843-0.215,0.013-0.167,-0.755-0.046,0.795-0.283,-0.164-0.093,-0.962 0.094,-0.170-0.082,1.143-0.492,-0.081-0.209,-0.632-0.021,-0.650 0.016,-0.911 0.098,0.041-0.875,-1.171-0.207,-1.856 2.321,0.516-1.843,-0.732-1.231,-0.836-0.064,-0.088 1.589,-1.150-0.883,-1.320-0.488,-0.924 0.007,-0.259 0.500,-2.172-0.459,1.738 1.226,-0.150 0.234,3.554 1.404,-1.617-0.414,-6.004-0.511,0.275 0.880,-0.350 0.711,3.000 0.244,-4.118 1.075,3.354-0.140,0.363 0.264,-25.092 13.341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470.000 633.000,'0.235'0.064,"0.184"0.039,0.138 0.018,0.251 0.015,-0.437-0.083,1.041 0.071,0.463-0.015,-0.132-0.081,-0.252-0.031,1.099-0.073,0.206-0.075,0.278-0.063,0.441-0.046,0.312-0.021,-0.337-0.002,0.087-0.054,-2.534 0.235,0.038-0.007,5.661-0.639,0.913-0.112,-2.843 0.341,0.283 0.012,3.859-0.277,-0.142 0.099,-3.447 0.314,1.974-0.049,-0.072 0.072,-0.252 0.068,-3.564 0.156,1.735-0.030,1.737 0.003,-0.063 0.044,-0.109 0.038,1.513 0.028,-1.832 0.030,-1.044 0.031,-0.283 0.039,-3.666-0.040,2.718 0.057,-0.179 0.013,2.334 0.115,-0.299 0.058,-4.821-0.208,3.503 0.167,-0.085-0.005,-0.716-0.037,-0.174-0.014,-2.667-0.119,3.107 0.162,-0.172 0.008,-0.246-0.005,-0.290-0.013,-1.724-0.103,0.017-0.006,2.063 0.116,-0.139 0.033,-0.241 0.047,9.469 1.617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1270.000 300.000,'-0.053'-0.053,"-0.093"-0.093,-0.155-0.137,-0.122-0.092,0.286 0.258,-0.420-0.359,-0.128-0.123,0.180 0.151,-0.489-0.499,-0.044-0.142,0.410 0.421,-0.574-0.613,-0.070-0.058,0.098 0.157,-0.115-0.037,-0.161-0.022,-0.155 0.002,-0.145 0.021,-0.491-0.136,-0.176 0.098,0.126 0.214,1.497 0.701,-2.404-0.736,-0.307 0.163,-0.266 0.173,-0.225 0.173,0.182 0.378,-2.452 0.687,-0.506 0.780,-0.306 0.743,0.463 0.561,0.051 0.735,0.140 0.712,0.198 0.664,-1.098 2.226,0.723 0.682,0.838 0.391,3.611-4.777,-1.523 3.353,-0.029 2.470,1.325-0.401,1.671-5.606,0.047 1.249,0.968 2.617,1.289-1.053,-0.403-3.000,1.026 0.333,0.437-0.610,0.280-0.579,-2.174-1.530,2.795 0.722,0.339-0.538,-0.610-0.513,0.291-0.319,-2.341 0.089,2.929-0.583,0.367-0.329,0.379-0.338,1.226-0.609,0.264-0.288,-4.548 1.581,8.415-3.590,-3.883 1.420,1.182-0.728,-0.078-0.116,-3.246 1.535,3.007-1.739,-0.322-0.045,0.467-0.515,-0.602 0.148,-1.988 0.983,-0.354-0.090,1.870-2.399,-1.169 0.160,-3.342 3.387,0.677-2.338,-1.083-1.600,-1.609 0.448,0.095 4.713,-2.636-3.874,-1.571 0.528,-1.055 0.662,4.257 3.002,-0.067 0.028,-3.024-1.071,-0.538 0.339,-45.079 1.283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1137.000 360.000,'0.200'-0.067,"0.305"-0.101,0.338-0.113,0.330-0.110,-0.675 0.233,1.002-0.206,1.378-0.153,0.981-0.039,-2.166 0.325,2.502-0.253,0.590-0.015,0.407-0.011,-3.871 0.384,6.395-0.474,1.209 0.019,-0.262 0.099,-1.866 0.092,2.268-0.113,-2.760 0.164,-0.150 0.022,-2.687 0.145,1.623-0.063,3.637-0.029,-1.011 0.215,-3.656 0.062,1.052 0.059,0.150 0.055,-0.555 0.022,-0.805 0.036,11.777 1.553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976.000 155.000,'0.064'-0.021,"0.103"-0.035,0.121-0.040,0.203-0.031,0.191-0.006,-0.375 0.070,0.556-0.146,0.979-0.259,0.634-0.155,-1.484 0.380,1.450-0.338,0.720-0.151,0.242-0.041,-1.841 0.410,-0.760 0.175,2.919-0.644,0.823-0.159,0.088-0.006,-3.605 0.778,2.120-0.410,0.045 0.039,2.068-0.302,-0.354 0.088,-1.074 0.234,1.105-0.064,-0.509 0.148,-3.641 0.404,0.762-0.052,0.709-0.009,11.961 0.822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778.000 467.000,'-0.006'0.019,"-0.011"0.030,-0.010 0.033,-0.011 0.032,-0.010 0.031,-0.009 0.025,-0.007 0.022,-0.005 0.015,-0.004 0.012,-0.003 0.009,-0.002 0.005,0.000 0.003,-0.002 0.002,0.031-0.053,0.003 0.049,0.005 0.085,0.005 0.104,0.016-0.137,-0.059 0.565,-0.047-0.044,-0.089 0.376,-0.042 0.228,-0.006 0.019,0.172-0.924,-0.368 2.326,-0.038 0.428,-0.016 0.264,0.279-1.878,-0.006 0.034,-0.279 1.732,-0.037-0.109,-0.030-0.217,0.282-1.583,-0.405 1.588,0.023-0.411,0.058-0.468,0.076-0.478,0.084-0.501,0.086-0.487,0.079-0.447,0.073-0.396,0.075-0.220,0.043-0.172,0.035-0.194,0.046 0.280,-0.001-0.337,0.011-0.295,0.014-0.144,0.018-0.788,-0.005 1.127,0.034-0.552,0.022-0.119,0.017-0.108,0.036-0.081,0.053-0.057,-0.028 0.550,0.035-0.050,0.147-0.721,0.040-0.045,-0.075 0.647,0.339-1.091,0.089 0.009,0.203-0.296,0.075 0.097,-0.204 0.761,0.052 0.112,-0.259 0.655,0.486-0.647,0.017 0.211,-0.771 1.136,0.335-0.359,0.540-0.361,0.015 0.232,-0.197 0.310,-0.045 0.183,-0.337 0.221,0.268 0.059,-0.061 0.130,-0.308 0.061,0.330 0.202,-0.042 0.133,-0.368-0.124,-0.022 0.055,0.557 0.961,-0.197 0.226,-0.412-0.654,-0.170-0.259,0.030 0.782,-0.151 0.028,-0.109-0.021,0.013-1.051,-0.170 0.914,-0.107 0.069,-0.050-0.144,-0.101 0.043,-0.561 0.881,-0.392 0.261,-0.231 0.001,0.401-0.705,-0.191 0.108,0.081-0.224,0.116-0.247,0.196-0.363,0.094-0.172,0.142-0.158,0.171-0.139,0.144 0.018,0.340-0.037,0.304 0.027,0.363-0.050,0.273-0.005,0.190 0.003,-0.788-0.323,0.486 0.192,0.052 0.027,0.593 0.237,-0.002-0.016,-1.063-0.415,1.329 0.517,0.072 0.044,-0.039 0.016,-0.981-0.418,0.765 0.272,-0.041-0.059,-0.067-0.065,-0.381-0.161,0.749 0.079,-0.173-0.130,-0.062-0.107,4.245-0.885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822.000 467.000,'-0.034'0.052,"-0.053"0.078,-0.059 0.088,-0.057 0.088,-0.053 0.077,0.111-0.138,-0.130 0.285,-0.037 0.114,0.061-0.018,-0.020 0.143,-0.032 0.160,-0.042 0.165,-0.252 0.522,0.216-0.591,-0.008 0.055,-0.058 0.272,0.019 0.092,0.085-0.141,0.026 0.044,-0.053 0.516,0.055 0.031,0.109-0.497,0.029-0.044,0.008 0.149,0.034-0.094,0.067-0.120,0.088-0.137,0.098-0.218,0.006-0.339,0.245 0.345,0.136-0.106,0.119-0.112,0.103-0.107,0.451 0.051,0.041-0.184,-0.695-0.337,1.167-0.051,-0.240-0.133,0.027-0.079,-1.109 0.086,0.806-0.091,0.917-0.130,-0.847 0.097,-0.030 0.001,0.733-0.089,-1.560 0.196,1.703-0.181,-0.167 0.042,-1.248 0.113,0.607-0.093,4.253-0.960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874.000 465.000,'-0.046'0.023,"-0.072"0.036,-0.086 0.043,-0.087 0.043,-0.083 0.042,-0.073 0.037,0.247-0.106,-0.365 0.375,-0.002 0.085,-0.067 0.115,-0.028-0.001,-0.369 0.478,-0.025 0.207,0.671-0.841,-0.419 0.727,-0.289 0.730,-0.088 0.412,0.471-0.903,0.004 0.031,-0.031 0.117,-0.031 0.075,-0.288 0.715,0.005 0.103,0.291-0.583,0.273-0.646,-0.297 0.976,0.079-0.073,0.330-0.971,-1.828 11.276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860.000 488.000,'0.055'-0.055,"0.091"-0.091,0.109-0.109,-0.049-0.004,0.044-0.084,0.302-0.522,0.007-0.109,-0.315 0.610,0.222-0.242,0.288-0.274,0.074-0.026,0.029 0.009,-0.386 0.449,0.042 0.006,0.698-0.403,0.136 0.068,0.097 0.086,-0.334 0.225,0.450-0.061,0.053 0.070,0.033 0.046,0.401-0.166,5.819-2.232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894.000 462.000,'-0.034'0.023,"-0.055"0.036,-0.064 0.043,-0.065 0.043,-0.062 0.042,-0.056 0.037,0.122-0.055,0.002 0.032,0.007 0.033,-0.072 0.185,-0.014 0.125,0.147-0.244,-0.010 0.044,-0.193 0.526,-0.028 0.134,-0.018 0.096,0.174-0.475,-0.172 0.546,-0.458 1.621,-0.004 0.274,0.383-1.213,-0.283 1.465,-0.008 0.291,0.001 0.176,0.442-2.174,-0.315 1.743,0.072-0.277,0.080-0.363,-0.748 6.386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906.000 466.000,'0.000'0.037,"0.000"0.061,0.000 0.071,0.000 0.074,0.000 0.073,0.089 0.103,0.135-0.013,0.019-0.134,0.108-0.014,0.123-0.006,0.128 0.000,-0.088-0.070,0.087-0.010,0.859 0.055,0.263-0.116,-1.049-0.081,0.465-0.060,1.316-0.263,0.138-0.162,-1.117 0.163,0.036-0.053,0.254-0.101,-0.045-0.017,0.169-0.202,-0.981 0.316,0.743-0.436,-0.523 0.170,-0.117-0.019,0.080-0.301,0.607-5.202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921.000 467.000,'-0.036'0.072,"-0.062"0.124,-0.044 0.061,0.029-0.046,-0.255 0.469,-0.120 0.188,-0.111 0.157,0.138-0.265,-0.246 0.429,-0.078 0.188,-0.067 0.186,0.401-0.720,-0.262 0.598,-0.673 1.850,0.032 0.409,0.604-1.652,0.011 0.046,-0.451 1.531,0.078 0.003,0.130-0.192,-1.692 8.260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913.000 491.000,'0.025'-0.074,"0.038"-0.115,0.044-0.133,-0.049 0.183,0.208-0.244,0.070-0.035,0.025-0.018,-0.278 0.343,0.285-0.238,0.064-0.011,0.050 0.004,0.038 0.015,-0.184 0.146,0.498-0.189,0.124 0.008,-0.032 0.061,0.085 0.025,-0.097 0.005,-0.605 0.176,1.535-0.405,-0.310 0.082,-0.007-0.016,-0.398 0.112,-0.757 0.214,1.041-0.305,-0.102 0.011,-0.120 0.010,3.099-1.439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1026.000 445.000,'-0.062'0.000,"-0.101"0.000,-0.118 0.000,-0.126 0.000,-0.119 0.000,-0.015 0.047,-0.176 0.115,-0.144 0.140,-0.143 0.154,0.129 0.085,-0.594 0.631,-0.241 0.432,0.150-0.020,-0.241 0.352,-0.274 0.435,-0.691 0.918,-0.283 0.418,-1.884 2.614,-0.857 1.712,-0.061 0.781,2.765-4.020,0.123-0.058,1.992-3.162,-2.691 4.703,0.258-0.192,0.346-0.353,0.390-0.451,-0.073 0.614,0.544-0.849,-1.612 7.195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1063.000 465.000,'-0.045'0.030,"-0.072"0.048,-0.086 0.058,-0.092 0.060,-0.234 0.206,0.179-0.103,-0.212 0.295,0.010 0.121,-0.087 0.423,-0.007 0.357,0.008 0.339,0.379-1.040,-0.388 1.750,0.043 0.121,-0.038 0.335,0.220-0.873,-0.311 1.905,0.236-1.148,0.031-0.004,0.333-2.060,-0.259 1.675,-0.221 1.701,0.146-1.022,0.014-0.279,-0.095 0.341,0.081-0.684,0.089-0.662,0.225-1.296,-2.397-2.289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1056.000 466.000,'0.027'-0.053,"0.043"-0.088,0.053-0.105,0.058-0.115,0.055-0.060,0.054-0.018,0.049 0.009,0.041 0.031,-0.015 0.107,-0.011 0.121,0.046 0.118,0.038 0.109,-0.207 0.003,0.315 0.185,0.078 0.102,-0.292-0.136,0.717 0.575,-0.282-0.165,-0.004 0.050,-0.542-0.475,0.752 0.682,-0.208-0.177,0.035 0.041,0.031 0.025,0.030 0.014,0.576 0.637,-0.105 0.046,-0.166-0.006,-0.941-1.165,0.196 0.308,0.058 0.389,-0.218 1.197,-0.574 0.253,0.122-1.513,-0.280 0.538,-0.172 0.048,-0.541 0.617,-0.294 0.097,0.184-0.496,-0.137 0.053,-1.648 1.604,-0.225-0.098,1.549-1.573,-0.451 0.382,0.182-0.235,0.210-0.253,1.375-1.221,-5.222 4.603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1101.000 467.000,'0.000'0.089,"0.000"0.146,0.000 0.055,0.000 0.060,0.000 0.042,0.000-0.293,0.000 0.254,0.000 0.345,0.000 0.161,-0.074 0.461,-0.038-0.426,-0.150 0.494,-0.093 0.167,0.035-0.165,-0.033 0.207,-0.320 1.725,-0.042 0.510,0.216-1.437,-0.287 1.007,0.381-1.657,-0.230 0.965,-0.016 0.052,-0.104 0.437,0.032-0.117,0.520-2.211,-0.681 2.890,0.013-0.239,-0.023-0.094,0.114-0.586,0.129-0.609,1.252-0.848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1104.000 471.000,'0.047'-0.016,"0.079"-0.026,0.096-0.032,-0.008 0.008,0.043-0.008,0.440-0.072,0.209 0.006,-0.398 0.094,0.210 0.079,0.085 0.175,-0.051 0.193,-0.147 0.087,-0.192-0.057,0.109 0.397,-0.097 0.163,-0.307 0.070,-0.151-0.181,-0.107 0.083,-0.150 0.249,-0.102 0.060,0.266-0.903,-0.419 0.803,-0.142 0.073,-0.442 0.504,-0.145 0.030,0.253-0.455,-0.036-0.041,-0.824 0.784,0.156-0.303,0.240-0.336,0.457-0.485,0.242-0.262,0.052-0.649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1152.000 471.000,'-0.032'0.021,"-0.049"0.033,-0.054 0.036,-0.055 0.037,-0.048 0.032,-0.043 0.028,-0.032 0.022,-0.027 0.017,-0.009 0.028,-0.078 0.086,-0.088 0.100,0.120-0.142,-0.446 0.285,0.038-0.038,-0.148 0.100,0.177-0.084,-0.054 0.057,-0.047 0.043,-0.218 0.186,-0.068 0.080,0.825-0.654,-0.772 0.685,-0.954 1.020,0.627-0.474,0.057 0.109,-0.124 0.494,0.446-0.436,0.082 0.066,-0.040 0.333,0.130-0.006,0.087 0.334,0.172 0.539,0.378-1.254,0.135-0.092,0.108-0.582,0.163 0.407,0.423 0.389,0.302-0.265,0.252-0.268,-0.863-0.994,1.031 0.549,0.134-0.262,-0.068-0.289,0.124-0.227,1.015-0.477,0.201-0.433,0.078-0.362,-0.658 0.106,-0.602 0.228,7.323-7.006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1154.000 471.000,'-0.024'0.000,"-0.037"0.000,-0.042 0.000,-0.042 0.000,-0.038 0.000,-0.035 0.000,-0.026 0.000,-0.023 0.000,-0.015 0.000,-0.012 0.000,-0.008 0.030,-0.074 0.048,0.020 0.060,-0.042 0.132,0.024 0.120,0.143-0.104,-0.174 0.299,0.055-0.036,0.031-0.019,0.067-0.070,0.033-0.006,0.038 0.074,0.108-0.065,0.112-0.118,0.112-0.102,0.108-0.103,-0.201-0.114,0.189-0.004,0.170-0.074,0.139-0.136,0.054-0.135,-0.150 0.048,0.265-0.221,0.003-0.059,-0.038-0.028,-0.532 0.446,0.310-0.290,0.185-0.208,-0.031 0.002,-0.039 0.019,-0.054 0.070,-0.044 0.082,-0.044 0.096,-0.040 0.099,-0.068 0.167,-0.046 0.192,-0.048 0.211,-0.009 0.360,-0.114-0.190,0.012 0.459,-0.039 0.214,-0.018-0.334,0.036 0.028,-0.026-0.244,0.087 0.536,0.013 0.044,-0.050-0.095,-0.050 0.055,-0.044 0.495,-0.053-0.364,-0.046 0.040,-0.007-0.425,-0.317 1.387,-0.110-0.090,-0.032-0.180,0.417-1.600,-0.332 0.979,-0.026-0.043,-0.019-0.081,-0.015-0.105,-2.828 3.540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1218.000 460.000,'-0.037'-0.012,"-0.057"-0.020,-0.068-0.022,-0.066-0.022,-0.065-0.021,-0.055-0.019,-0.084-0.004,0.050 0.076,-0.034 0.086,0.063 0.075,-0.063 0.119,-0.065 0.138,-0.204 0.269,-0.140 0.204,0.577-0.583,-1.547 1.907,-0.717 1.175,-0.367 0.769,-0.300 0.592,-0.382 0.638,-0.240 0.385,3.039-4.577,-2.330 3.615,0.042-0.021,-0.193 0.440,0.292-0.263,2.314-3.835,-2.076 4.437,0.865-1.260,0.317-0.241,0.550-1.157,-0.090 0.871,0.316-0.485,0.278-0.514,0.381-2.135,2.430 5.118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1238.000 480.000,'0.000'-0.042,"0.000"-0.064,0.000-0.073,0.000-0.071,0.000-0.065,0.000-0.056,-0.141 0.091,-0.195-0.009,-0.134 0.065,-0.102 0.079,0.439 0.123,-0.375 0.081,-0.217 0.197,-0.111 0.185,-0.832 0.806,0.124 0.181,0.115 0.040,-0.023 0.147,-0.020 0.269,0.021 0.203,0.620-0.845,-0.796 1.422,0.100 0.073,-0.010 0.785,0.627-0.735,0.393-0.782,0.156-0.122,0.274 0.929,0.130-1.754,0.194 0.373,0.171-0.161,0.163-0.160,-0.118-0.439,1.026 0.448,0.289-0.457,0.188-0.429,-0.620-0.261,1.111-0.549,-0.216-0.243,-0.055-0.215,6.853-5.973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1243.000 497.000,'-0.024'-0.118,"-0.038"-0.196,-0.052 0.008,-0.214-0.407,0.095 0.257,-0.036-0.011,-0.047 0.006,-0.179-0.127,-0.054 0.049,0.023 0.112,-0.050 0.050,-0.106 0.011,-0.145 0.084,0.359 0.160,0.033 0.041,-0.144 0.179,0.273 0.275,0.208-0.031,0.117 0.033,0.148-0.063,0.652 0.360,0.432 0.086,-0.084-0.153,-0.230-0.168,0.050-0.023,0.237 0.063,0.063 0.015,0.187 0.110,-0.381-0.152,0.319 0.153,-0.073-0.004,-1.009-0.448,0.616 0.359,0.208 0.242,-0.131 0.031,-0.141 0.002,-0.476-0.379,0.070 0.275,0.006 0.735,-0.278 0.021,-0.177-1.177,-0.013 0.002,-0.283 1.206,-0.131-0.092,-0.083 0.015,0.122-0.496,-0.297 0.459,0.162-0.390,0.069-0.131,-0.712 1.451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1274.000 486.000,'0.000'-0.040,"0.000"-0.065,0.000-0.080,0.000-0.086,-0.017-0.059,-0.027 0.122,-0.028 0.179,-0.030 0.197,-0.026 0.193,0.016-0.094,-0.070 0.084,0.039-0.079,0.064-0.120,-0.228 0.459,-0.062 0.133,0.083-0.175,-0.330 0.633,-0.080 0.147,-0.240 0.461,-0.151 0.295,0.518-0.990,-0.345 0.703,-0.051 0.118,-0.572 1.330,-0.030 0.318,0.862-1.944,-1.054 2.814,0.412-0.885,0.084-0.094,0.025-0.042,-0.015 0.117,0.131-0.257,0.151-0.305,0.072 0.095,0.314-0.654,0.297-0.632,1.446-0.020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1269.000 485.000,'0.011'-0.032,"0.015"-0.049,0.020-0.054,0.017-0.055,0.016-0.048,0.015-0.043,0.010-0.032,0.010-0.027,0.067 0.065,0.137 0.023,-0.047 0.097,0.277-0.020,0.150 0.063,0.139 0.066,-0.207 0.038,0.022 0.045,0.000 0.061,0.159 0.113,0.079 0.102,-0.081 0.029,0.156 0.160,-0.020 0.094,-0.157-0.035,-0.025 0.037,-0.272-0.181,-0.022 0.045,0.439 0.715,-0.127 0.074,-0.130 0.001,-0.214 0.469,-0.417 0.197,-0.453 0.133,0.183-1.218,-0.595 0.886,-0.716 0.508,-0.392 0.034,0.180-0.497,-0.299 0.065,-0.063-0.100,0.000-0.110,0.219-0.219,0.990-0.733,-0.933 0.681,0.293-0.155,0.185-0.084,0.725-0.470,0.075 0.169,0.262-0.044,0.381 0.157,0.133-0.400,0.211 0.051,0.138-0.028,-0.194-0.223,0.927 0.586,0.202 0.036,0.056-0.009,-1.231-0.750,-0.001 0.000,1.025 0.535,0.398 0.113,-0.046-0.106,-0.622-0.281,0.421 0.141,0.188 0.031,-0.069-0.065,-0.568-0.218,0.385-0.047,0.334-0.124,-0.106-0.138,-1.003-0.041,0.306-0.071,0.005-0.062,5.993-2.699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1310.000 501.000,'0.000'0.089,"0.000"0.135,0.000 0.151,0.000 0.146,-0.030-0.066,-0.048-0.008,-0.060-0.028,-0.075 0.027,-0.074 0.030,-0.071 0.030,0.267-0.374,-0.482 0.800,0.002 0.111,-0.034 0.195,0.129-0.228,-0.287 0.783,-0.193 0.637,-0.041 0.255,0.268-0.731,-0.648 1.811,0.137-0.218,0.072 0.014,0.177-0.414,0.292-0.798,-0.227 1.015,0.136-0.310,0.467-1.761,-0.087 0.471,0.083-0.195,0.003 0.344,0.131-0.411,0.135-0.770,0.107-0.173,0.089-0.441,0.050-0.324,4.128-7.000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1301.000 531.000,'0.006'-0.009,"0.027"-0.100,0.195-0.617,0.149-0.370,0.161-0.685,0.042-0.260,0.079-0.397,-0.029-0.030,0.048-0.324,0.021-0.233,0.147-0.697,0.030-0.066,0.136-0.543,-0.017 0.179,-0.500 2.157,0.557-1.894,-0.053 0.515,-0.075 0.540,-0.333 1.125,-0.053 0.258,-0.058 0.253,0.107 0.057,-0.020 0.426,0.116 0.459,-0.030 0.537,-0.391-0.094,0.253 0.578,-0.007 0.290,-0.006 0.202,-0.257-0.560,0.154 0.542,0.162 0.717,-0.007 0.148,-0.031 0.031,-0.047 0.109,0.032 0.738,-0.236-1.217,-0.034-0.054,-0.162-1.145,0.169 1.712,-0.020 0.489,-0.114-1.173,-0.024-0.067,-0.060-0.527,-0.134 0.940,-0.124-0.120,-0.093-0.155,-0.067-0.172,0.282-1.130,-0.626 1.127,-0.127-0.233,-0.051-0.237,0.337-0.456,0.023-0.087,-0.277 0.020,0.120-0.300,0.056-0.282,-1.411-2.683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1341.000 506.000,'0.047'0.000,"0.079"0.000,0.096 0.000,0.222 0.000,0.177 0.000,0.069 0.000,-0.005 0.000,-0.278 0.027,0.169 0.057,-0.056 0.027,-0.183 0.066,-0.177 0.119,-0.132 0.094,-0.096 0.072,0.041-0.339,-0.087 0.175,-0.183 0.265,-0.104 0.102,-0.261 0.359,-0.059 0.071,-0.102 0.188,-0.109 0.249,0.025 0.068,0.067 0.013,0.650-1.236,-0.331 0.835,-0.177 1.116,0.307-0.143,0.301-1.427,0.139 0.286,0.493 0.209,0.435-0.376,0.473-0.355,-0.803-0.401,0.894-0.232,0.151-0.294,0.687-0.619,-1.898 0.803,1.104-0.650,0.080-0.166,0.034-0.131,0.274-0.345,-0.059-0.111,-0.277 0.133,0.463-0.633,-0.158-0.069,-1.021 1.098,0.701-1.083,-0.102-0.482,-0.586 0.125,-0.655 1.564,-0.401-1.158,-0.496 0.496,-0.396 0.288,-0.238 0.391,-0.287 0.240,-10.646 0.690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1043.000 446.000,'-0.184'0.000,"-0.288"0.000,-0.025-0.027,-0.462-0.114,-0.190-0.141,0.150-0.083,-0.123-0.166,-0.538-0.545,-0.085-0.377,0.395 0.171,-0.009-0.169,0.015-0.148,-0.196-0.457,0.041-0.157,-0.292-0.839,-0.476-1.559,0.717 1.191,0.047-0.128,1.075 2.514,-0.832-2.377,-0.989-4.081,0.127-0.816,0.154-0.488,0.157-0.245,0.887 4.185,0.060 0.070,0.577 3.181,0.004-0.030,-0.798-5.706,-0.239-3.529,0.219 0.141,0.569 4.737,0.207 1.924,-0.255-7.984,0.330-0.205,0.185 3.571,0.115-0.273,0.098 0.584,0.078 0.644,-0.050 2.624,0.011 0.155,0.101-1.967,-0.012 0.698,-0.050 1.309,-0.070 1.554,0.025-0.533,-0.027 0.578,-0.027 0.521,-0.097 2.123,0.066-1.587,-0.022 0.376,-0.019 0.325,-0.043 0.842,-0.026-0.241,-0.046-0.158,-0.014 0.231,-0.012 0.063,0.034 0.365,-0.056-0.481,-0.520-4.245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1014.000 189.000,'-0.022'0.045,"-0.035"0.068,-0.039 0.080,-0.041 0.079,-0.035 0.073,-0.033 0.065,-0.026 0.052,-0.029 0.059,-0.085 0.168,0.086-0.185,-0.029 0.036,-0.095 0.119,-0.078 0.104,-0.061 0.085,0.146-0.214,-0.901 1.557,0.414-0.714,-0.080 0.140,-0.065 0.121,-0.076 0.127,-0.044 0.078,-0.019 0.035,-0.400 0.710,0.012 0.004,0.764-1.377,-8.112 11.183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1001.000 192.000,'0.000'-0.089,"0.000"-0.146,0.000-0.128,0.000-0.040,0.054 0.141,0.093 0.043,0.230 0.171,0.116 0.357,-0.277-0.105,0.406 0.657,0.245 0.763,0.090 0.643,-0.103 0.222,-0.208-0.340,0.382 1.564,0.070 0.229,5.543 21.119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1031.000 430.000,'-0.013'-0.040,"-0.024"-0.069,-0.132-0.356,-0.093-0.206,0.128 0.359,-0.356-0.795,-0.085-0.268,-0.020-0.174,0.223 0.176,-0.128-1.394,0.054-0.624,0.061-0.482,0.131-0.367,0.114-0.970,0.139-0.432,0.131-0.279,0.053 1.436,0.304-3.192,0.175-0.721,-0.146 2.699,0.084-0.034,-0.391 3.801,0.767-6.258,0.077-0.179,-0.778 6.261,0.685-4.424,0.120-0.122,-0.308 2.125,0.778-3.679,0.185-0.113,-1.225 5.927,1.173-5.021,0.113-0.130,1.229-4.177,0.283-0.201,-0.999 3.965,1.814-5.403,-0.717 2.839,0.104 0.189,0.097 0.197,0.136 0.337,-0.494 1.617,-0.100 0.444,0.486-0.824,-0.951 2.412,-0.064 0.312,-0.079 0.332,-0.092 0.340,-1.638 3.480,3.183-5.932,0.088 0.412,-0.462 1.218,-2.976 4.933,1.741-2.627,0.558-0.456,-0.331 0.792,-1.719 2.232,0.972-0.977,-0.157 0.427,-0.107 0.349,-0.947 0.798,0.562-0.335,-0.004 0.049,-0.179 0.093,-0.809 0.558,0.751-0.495,-0.203 0.140,-0.201 0.127,-0.184 0.110,-0.160 0.090,-0.131 0.072,-0.083 0.089,-0.049 0.062,-1.628 2.092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1093.000 120.000,'-0.023'-0.034,"-0.036"-0.055,-0.043-0.064,-0.043-0.065,-0.042-0.062,-0.037-0.056,-0.034-0.079,0.015-0.020,0.030-0.003,0.175 0.351,-0.136-0.515,0.039-0.022,0.042 0.020,0.022-0.082,0.025 0.005,0.022 0.219,0.009 0.045,0.105-0.022,0.161 0.085,0.183 0.079,0.061 0.101,0.131 0.041,-0.069 0.053,0.597-0.004,0.243 0.038,0.237 0.027,-0.590 0.014,0.531 0.009,0.102 0.006,0.040 0.005,-0.325-0.003,1.124 0.011,-0.471-0.005,-0.002-0.001,-1.535-0.010,1.001 0.064,-0.024 0.065,-0.032 0.072,0.174 0.160,-0.092 0.133,0.058 0.368,0.237 0.870,-0.381 0.395,-0.981-1.304,0.149 1.068,-0.284 0.785,-0.341 0.185,-0.030-1.700,-0.155 1.229,-0.166 0.566,-0.047-0.166,0.162-1.178,0.006-0.090,-0.128 0.750,0.047-0.305,0.486 3.059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331.000 163.000,'0.106'0.000,"0.225"-0.047,0.069-0.018,0.085-0.016,0.119-0.063,0.139-0.096,0.254-0.163,0.635-0.289,-0.391 0.137,0.065-0.068,-0.918 0.439,0.995-0.405,0.175-0.016,0.137 0.004,0.127 0.007,0.119 0.006,1.144-0.205,-0.601 0.216,0.121 0.028,0.092 0.038,0.067 0.042,-1.831 0.318,4.397-0.476,1.148 0.005,0.375 0.006,-5.605 0.506,2.559-0.214,0.028 0.000,2.156-0.142,0.222 0.040,-4.823 0.334,6.127-0.301,-1.391 0.126,0.027 0.044,-0.035 0.044,0.393 0.038,1.020-0.003,-0.073-0.012,-2.333 0.052,2.007-0.029,1.184-0.003,0.148 0.017,-0.976 0.075,1.868 0.060,-2.171 0.026,-0.412 0.019,-5.098-0.042,1.650 0.031,5.117 0.143,-1.891 0.026,-0.313 0.084,1.564 0.219,0.310 0.162,-0.784 0.050,-3.401-0.318,1.262 0.141,0.447 0.100,-0.325 0.039,-2.986-0.378,1.166 0.168,2.785 0.430,-0.456-0.023,11.134 2.032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102.000 464.000,'0.067'-0.045,"0.101"-0.067,0.113-0.075,0.110-0.074,-0.129 0.069,0.000-0.032,-0.018 0.008,0.035-0.026,0.280-0.202,0.056 0.006,-0.082 0.065,-0.105 0.093,0.299-0.181,0.074-0.062,-0.253 0.171,0.009 0.005,0.021 0.014,0.113-0.028,0.007 0.032,-0.088 0.074,0.019 0.029,-0.199 0.110,0.473 0.014,0.010 0.096,-0.069 0.054,0.039 0.037,-0.101 0.033,0.200 0.064,0.090 0.025,0.063 0.013,0.044 0.001,0.249 0.022,0.085-0.018,-1.130-0.171,0.840 0.097,0.065-0.015,0.576-0.006,0.135-0.065,0.048-0.049,-0.506-0.025,0.003-0.016,0.312-0.056,0.084-0.072,-0.823 0.050,0.894-0.115,0.042-0.021,0.355-0.042,0.047 0.007,-0.606 0.079,0.010 0.012,0.011 0.016,0.668-0.027,0.032 0.030,-1.287 0.089,1.606-0.054,0.099 0.030,0.087 0.026,-1.644 0.044,2.001-0.015,-0.031 0.019,-0.111 0.013,-0.443 0.010,-0.020 0.005,-0.055 0.003,-0.074 0.003,0.761 0.151,0.327 0.118,-0.126 0.036,-2.999-0.257,2.713 0.218,0.268-0.003,-0.187-0.043,-2.832-0.189,1.858 0.142,0.918 0.084,-0.088-0.017,-2.106-0.162,1.199 0.068,0.331-0.006,0.036-0.027,-0.906-0.051,1.289 0.017,-0.329-0.030,-0.030-0.016,-0.909-0.047,0.620-0.048,-0.337-0.016,-0.024-0.014,-0.938 0.032,1.272-0.056,-0.023-0.000,-0.061 0.006,-0.086 0.008,-1.737 0.071,1.144-0.040,0.520-0.009,-0.111 0.012,-0.148 0.010,-0.979 0.028,0.032 0.001,1.326-0.011,0.012 0.009,-0.069 0.008,-1.763 0.005,2.453-0.164,0.087-0.070,-0.060-0.026,-2.402 0.215,2.792-0.233,0.113-0.015,-0.039-0.012,-2.784 0.252,0.715-0.059,0.806-0.052,0.840-0.036,-0.010 0.024,-0.087 0.026,-2.227 0.121,0.004 0.002,1.534-0.033,1.229 0.044,-0.027 0.053,-1.939-0.009,-0.768-0.008,3.589 0.176,-0.083 0.150,-0.670 0.019,-2.150-0.213,2.315 0.209,-0.005-0.029,-0.061-0.043,-0.293-0.067,-0.003-0.038,-0.826-0.044,-0.091 0.010,-1.784-0.100,2.438 0.143,-0.054-0.009,-0.785-0.050,-0.119-0.013,-0.357 0.002,-0.069 0.010,-0.089 0.004,-1.120-0.076,10.224 3.951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159.000 538.000,'-0.295'0.147,"0.032"-0.002,-0.318 0.167,-0.180 0.073,-0.155 0.045,0.699-0.321,-0.506 0.318,-0.367 0.327,-0.102 0.157,-0.079 0.133,0.951-0.777,-0.987 0.967,-0.453 0.756,0.136 0.179,0.752-1.012,0.306-0.396,-0.487 0.688,-0.098 0.248,0.191-0.124,0.506-0.699,0.035 0.365,0.283-0.231,0.136-0.483,0.078-0.077,0.201 0.064,0.123-0.141,-0.189-0.217,0.197 0.051,0.084-0.026,0.399 0.064,0.078-0.002,-0.112 0.007,-0.213-0.054,0.236 0.112,0.019 0.067,-0.677-0.275,0.836 0.571,-0.466-0.218,0.113 0.199,-0.094 0.004,-0.355-0.311,0.019 0.222,-0.109 0.049,-0.125-0.404,-0.087 0.774,-0.175 0.126,-0.235 0.335,-0.189 0.105,-0.073-0.116,0.178-0.603,-0.060-0.089,-0.304 0.125,0.035-0.187,0.697-0.553,-0.518 0.149,0.343-0.410,0.268-0.135,0.070 0.095,0.233-0.532,-0.026 0.212,0.057-0.068,0.499-0.483,-0.596 0.834,0.609-0.711,-0.148 0.211,0.031-0.010,0.676-0.595,-0.777 0.782,0.778-0.701,0.010 0.021,0.352-0.248,-1.002 0.871,1.198-1.023,0.115-0.116,-0.815 0.698,-0.029 0.019,-0.769 0.676,1.215-0.990,-0.017 0.051,-1.193 0.957,1.711-1.323,-1.684 1.315,1.270-0.982,-0.053 0.041,-0.847 0.632,0.490-0.458,-0.123 0.053,-0.011-0.070,-0.178 0.084,-0.197 0.108,-0.200 0.121,-0.239 0.123,-0.258 0.120,-0.071 0.423,-0.204-0.262,-0.146 0.137,-0.134 0.109,-0.120 0.085,0.438 0.060,-0.688 0.206,-0.126 0.165,0.180 0.005,-0.069 0.106,-0.059 0.096,-0.391 0.394,-0.161 0.304,0.089 0.109,0.787-0.747,0.021 0.048,-0.557 1.035,0.143 0.164,0.154 0.100,0.194-0.140,0.035 0.633,0.266-0.167,0.291-1.899,0.121 1.059,0.244-0.189,0.207-0.196,0.170-0.191,-0.502-0.679,0.514 0.298,1.117-0.126,0.383-0.546,-0.884-0.074,0.109-0.188,1.484-0.946,0.052-0.370,7.598-6.754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218.000 512.000,'-0.037'0.056,"-0.058"0.085,-0.063 0.097,-0.065 0.096,-0.057 0.086,-0.050 0.075,-0.039 0.059,-0.032 0.047,-0.022 0.034,0.255-0.366,-0.148 0.240,-0.199 0.370,-0.056 0.181,-0.029 0.157,0.447-0.898,-0.005 0.026,-0.629 1.574,0.140-0.246,-0.039 0.204,-0.300 0.963,0.493-1.346,-0.236 0.955,-0.193 1.039,0.079 0.042,-0.060 0.888,0.580-2.690,-0.055 0.741,0.103 0.211,0.169-0.230,0.155 0.012,-0.026-1.864,0.403 1.971,0.243-0.463,-0.203-1.031,0.065-0.203,0.036-0.182,0.132-0.123,0.020-0.215,4.007-4.730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193.000 541.000,'-0.037'0.000,"-0.061"0.000,-0.071 0.000,-0.075 0.000,-0.071 0.000,0.022 0.000,0.181 0.000,0.234 0.000,0.244 0.000,0.232 0.000,0.205 0.000,-0.459-0.012,0.589-0.083,0.238-0.077,0.225-0.079,-0.639 0.114,0.552-0.111,1.785-0.347,0.502-0.076,-1.561 0.283,14.709-3.043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541.000 523.000,'-0.068'0.000,"-0.107"0.000,-0.127 0.000,-0.130 0.000,-0.124 0.000,0.110 0.000,-0.033 0.000,-0.178 0.089,-0.020 0.146,-0.150 0.232,-0.172 0.219,-0.005 0.032,-0.106 0.066,-0.093 0.177,-0.034 0.150,0.163-0.079,0.027 0.025,0.444-0.447,-0.590 0.647,0.064 0.015,0.218-0.179,0.090-0.036,0.604-0.755,-0.444 1.275,0.349-0.001,0.269-0.044,0.045-1.231,0.017-0.003,0.523 1.072,0.349-0.036,0.261-0.045,-0.895-1.018,0.305 0.261,1.020 0.667,0.164-0.062,0.082-0.070,0.133 0.090,-1.199-0.694,0.646 0.463,-0.147-0.020,-0.951-0.680,0.578 0.441,0.452 0.600,-0.382 0.049,-0.556-0.624,-0.131-0.013,-0.279 0.606,-0.439 0.044,-0.218-0.123,0.198-0.489,-0.207 0.106,-0.144-0.023,-0.510 0.251,0.784-0.630,-0.731 0.511,0.012-0.069,0.023-0.097,0.030-0.111,-3.810 0.984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570.000 518.000,'0.055'-0.037,"0.091"-0.060,0.109-0.073,0.061-0.022,0.025 0.013,-0.002 0.038,-0.075 0.195,-0.258 0.314,-0.062-0.095,-0.058 0.078,-0.334 0.676,-0.278 0.488,0.055-0.121,-0.072 0.184,-0.647 1.091,-0.359 0.543,0.061-0.031,-0.038 0.271,-0.208 0.620,0.061 0.032,0.693-1.440,0.084-0.101,0.747-1.722,-0.761 2.308,0.279-0.278,0.261-0.333,0.236-0.356,0.249-1.181,0.243 0.626,0.276-0.369,0.244-0.344,0.215-0.313,6.895-2.244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551.000 540.000,'-0.054'0.000,"-0.093"0.000,-0.136 0.000,-0.099 0.000,-0.086 0.000,0.349 0.003,-0.478 0.070,0.012 0.035,0.044 0.016,0.119 0.077,0.269 0.076,0.288 0.079,0.074-0.150,0.125-0.001,0.653 0.121,0.387-0.035,-0.443-0.132,0.554 0.023,0.153-0.029,0.077-0.028,0.905-0.083,-0.955-0.045,12.993-0.825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600.000 533.000,'-0.074'0.049,"-0.115"0.077,-0.133 0.089,0.048-0.044,-0.044 0.008,-0.122 0.027,0.079-0.044,-0.028 0.015,-0.516 0.138,0.315-0.116,-0.036 0.015,-0.869 0.334,-0.301 0.178,0.757-0.277,-0.072 0.069,-0.646 0.499,0.013 0.251,0.439-0.171,0.067 0.097,0.537-0.490,-0.665 0.863,0.065 0.156,0.228-0.174,0.068-0.006,0.725-1.108,-0.798 1.466,0.217-0.094,0.329-0.506,0.140-0.124,0.170-0.008,0.242-0.183,0.196-0.221,0.152-0.243,0.208-0.266,0.193-0.227,-0.359-0.067,0.523-0.262,0.085-0.192,-0.065-0.045,0.068-0.077,-0.725 0.429,1.051-0.792,0.123-0.149,-0.151 0.083,-0.005-0.024,-0.940 0.755,1.669-1.599,-0.030-0.076,-0.076 0.036,-0.451 0.453,-0.189 0.202,-0.205 0.231,-0.205 0.234,-0.227 0.315,-0.190 0.317,-0.174 0.321,-0.157 0.092,-0.108 0.349,-0.174 0.199,-0.167 0.151,0.048-0.176,-0.256 0.665,0.147-0.380,0.009 0.029,0.065-0.135,-0.065 0.329,0.010 0.247,0.127-0.151,0.174-0.836,0.140 0.453,0.154-0.252,0.107-0.254,-0.078-0.296,0.190-0.238,3.404-4.712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607.000 542.000,'0.184'-0.221,"0.289"-0.346,0.296-0.400,-0.416 0.526,0.513-0.671,0.097-0.184,-0.715 0.959,0.937-1.380,0.128-0.323,0.485-0.829,0.077-0.104,-0.383 0.598,0.457-0.718,-0.189 0.334,-1.449 2.269,1.012-1.647,-0.245 0.356,-0.236 0.360,-0.440 0.768,-0.119 0.254,-0.144 0.505,-0.287 0.630,0.109-0.583,-0.629 1.637,0.148-0.502,-0.106 0.162,-0.373 0.828,0.741-1.688,-1.474 3.486,-0.171 0.451,0.872-2.043,0.018-0.002,-0.309 1.132,0.376-0.851,0.061-0.005,0.327-0.919,-0.626 2.703,0.258-0.334,0.271-0.486,0.273-1.025,0.189-0.859,0.199 0.581,0.321-0.703,-0.053-0.920,0.067-0.231,0.300-0.248,0.077-0.467,-0.062-0.260,0.066-0.277,4.975-9.172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619.000 548.000,'-0.026'-0.066,"-0.048"-0.117,0.043 0.109,-0.216-0.426,-0.100-0.147,-0.172-0.216,-0.169-0.113,0.510 0.727,-0.628-0.811,-0.055 0.005,-0.315-0.066,-0.098 0.113,0.148 0.219,0.059 0.114,0.318 0.245,0.060 0.085,0.258 0.149,-0.309-0.025,0.120 0.179,0.220 0.097,0.061 0.079,0.057 0.086,0.045 0.181,0.226 0.229,0.292 0.072,0.240 0.142,0.263 0.028,0.258-0.045,0.382-0.091,-0.322-0.276,0.074-0.057,0.210-0.018,-0.013-0.071,-1.020-0.240,2.022 0.123,0.227-0.234,-1.185-0.025,-0.466-0.004,10.180-2.523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634.000 538.000,'-0.049'0.074,"-0.077"0.115,-0.089 0.133,0.045-0.106,-0.107 0.092,-0.022 0.001,0.224-0.230,-0.222 0.265,0.015 0.018,0.024 0.012,0.029 0.006,0.067 0.222,0.090-0.097,0.116 0.017,0.150 0.010,0.203 0.106,0.212-0.014,0.139-0.103,-0.439-0.346,0.247 0.056,0.300 0.020,0.058-0.051,0.015-0.046,-0.690-0.118,1.167 0.082,-0.538-0.077,0.010-0.038,0.359-0.053,-0.621-0.007,0.625-0.213,-0.340-0.002,-0.048-0.058,-0.032-0.066,-0.047-0.039,0.154-0.276,-0.116-0.081,-0.122-0.046,-0.014-0.271,-0.242 0.006,-0.260 0.047,-0.162 0.461,-0.097 0.047,-0.376-0.224,-0.280 0.147,0.389 0.397,-0.299-0.051,-0.107 0.070,-0.640 0.060,-0.212 0.151,0.502 0.058,-0.012 0.057,-0.660 0.361,0.008 0.207,1.380-0.519,-0.953 0.583,0.050 0.115,0.925-0.606,-0.898 0.825,0.062 0.170,-0.052 0.355,0.144 0.121,0.845-1.291,-0.553 1.169,0.120 0.014,0.168 0.534,0.340-0.053,0.262-0.545,0.196-0.097,-0.174-1.053,0.591 1.129,0.239-0.216,0.182-0.220,0.136-0.211,0.281-0.294,0.275-0.225,-0.103-0.218,0.065-0.170,-1.243 0.000,0.557-0.091,1.867-0.594,0.049-0.272,-0.091-0.151,-2.323 0.897,10.332-6.240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539.000 577.000,'0.082'0.012,"0.127"0.018,0.143 0.020,0.143 0.021,0.129 0.018,0.111 0.016,0.091 0.013,-0.308-0.052,0.467 0.062,0.292 0.053,0.315 0.062,0.505 0.006,0.467 0.007,0.328-0.008,0.263-0.017,0.204-0.023,-2.479-0.157,4.944 0.048,1.036-0.214,-2.528-0.001,0.266-0.060,4.658-0.333,0.210-0.112,-4.357 0.226,-1.724 0.116,5.939-0.605,-0.378-0.036,-4.265 0.435,22.896-2.450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762.000 557.000,'-0.050'0.000,"-0.079"0.000,-0.094 0.000,-0.096 0.000,-0.027 0.000,-0.121 0.000,-0.056 0.000,-0.088 0.047,0.057 0.006,-0.442 0.114,-0.081 0.109,0.829-0.206,-0.951 0.478,-0.232 0.305,-0.145 0.249,-0.077 0.196,-0.670 1.108,1.383-1.356,-1.166 1.778,0.132 0.294,0.749-0.902,0.106 0.076,-0.175 0.873,0.202 0.038,0.195-0.015,0.281 0.768,0.442-0.238,0.369-0.351,-0.133-2.716,0.868 2.132,0.117-0.959,0.260-0.442,-0.204-0.588,0.456-0.297,0.183-0.375,-0.142-0.294,0.096-0.279,1.652-1.534,-0.423-0.251,-0.659 0.290,0.052-0.223,-0.759 0.633,2.592-3.022,-0.032-0.424,-0.214-0.199,-1.714 2.136,-0.179 0.105,-0.192 0.080,-0.226 0.086,-0.246 0.088,-0.255 0.114,-0.231-0.625,-0.689 0.000,-0.758 0.461,-0.429 0.725,-0.423 0.442,-0.892 0.505,-0.463 0.627,-14.814 5.607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786.000 542.000,'-0.037'0.037,"-0.061"0.061,-0.071 0.071,-0.074 0.074,-0.073 0.073,-0.010 0.023,0.111-0.090,0.150-0.128,0.167-0.143,0.161-0.139,0.146-0.129,-0.125 0.077,0.327-0.296,0.208-0.215,0.277-0.280,-0.604 0.558,0.846-0.752,0.106-0.088,0.660-0.493,-0.704 0.574,1.354-1.204,0.286-0.260,-1.151 1.024,0.054-0.068,13.538-12.586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815.000 501.000,'0.036'0.007,"0.056"0.012,0.063 0.012,0.063 0.012,0.060 0.013,0.050 0.009,0.041 0.009,0.034 0.007,0.024 0.004,0.018 0.004,0.012 0.003,-0.027-0.025,0.235 0.008,-0.147-0.028,0.056-0.006,0.584 0.007,-0.389-0.024,0.370 0.002,0.074-0.007,0.518-0.002,0.157 0.067,-0.585-0.007,-0.061 0.010,0.420 0.195,-0.193 0.154,-0.232 0.139,-1.002-0.455,0.332 0.304,-0.149 0.064,-0.151 0.506,-0.368 0.116,0.025-0.656,-0.252 0.603,-0.110 0.046,-0.072 0.027,0.248-0.606,0.125-0.260,-0.657 1.080,0.151-0.275,0.025-0.008,-2.168 4.250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867.000 487.000,'-0.089'0.089,"-0.146"0.146,-0.128 0.128,-0.040 0.040,0.243-0.231,-0.223 0.271,-0.001-0.002,0.002-0.029,0.029-0.092,0.065-0.142,0.075-0.161,0.077-0.160,0.074-0.149,0.117-0.053,0.144-0.103,0.140-0.193,0.132-0.203,0.238-0.355,0.169-0.218,0.045-0.034,-0.172 0.273,0.686-0.972,0.123-0.033,-0.919 1.285,0.471-0.632,0.114-0.156,0.373-0.513,0.158-0.221,1.160-1.416,-0.508 0.699,0.036 0.027,0.004 0.097,-0.114 0.163,-0.173 0.250,-0.211 0.301,-0.226 0.323,-0.091 0.161,-0.305 0.385,-0.285 0.344,-0.255 0.299,-0.387 0.453,-0.028 0.295,-0.253 0.395,-0.110-0.175,-0.104 0.440,-0.139 0.335,-0.103 0.176,0.258-0.869,-0.085 0.314,-0.274 1.243,-0.061 0.365,-0.077 0.330,0.459-2.005,-0.229 1.105,0.009 0.062,-0.051 0.341,-0.001 0.027,0.278-1.456,-0.354 1.898,-0.044 0.119,0.057-0.337,0.013-0.073,0.172-0.973,-0.155 0.545,-0.153 0.460,0.019-0.151,0.039-0.157,-0.047 0.138,0.094-0.394,0.094-0.400,0.076-0.424,0.086-0.496,0.071-0.445,0.019-0.172,0.028-0.003,-0.063-0.393,0.012-0.159,-0.130-0.187,0.035 0.389,-0.239-0.333,-0.052 0.012,-0.037 0.016,0.117 0.222,-0.391-0.483,-0.071 0.045,0.320 0.500,-0.305-0.204,0.022 0.086,0.063 0.084,-0.041 0.016,0.149 0.173,0.151 0.169,0.138 0.150,0.248 0.105,0.192 0.047,0.214 0.036,0.188 0.023,0.070 0.008,0.111 0.007,-0.426-0.035,0.747 0.103,0.537 0.073,-0.360-0.052,0.054 0.001,-0.126-0.025,0.044-0.006,0.805 0.016,-0.007-0.083,6.341-0.600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924.000 469.000,'-0.011'0.032,"-0.016"0.051,-0.021 0.062,-0.022 0.062,-0.019 0.061,-0.019 0.055,0.012 0.013,-0.169 0.272,0.026-0.127,-0.050 0.041,0.204-0.366,-0.329 0.659,-0.231 0.574,0.246-0.466,0.000 0.084,0.268-0.661,-0.635 1.818,0.066 0.030,0.036 0.183,0.222-0.773,-2.671 10.416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738.000 657.000,'0.000'-0.112,"0.000"-0.171,0.000-0.193,-0.047-0.020,-0.018 0.004,-0.016-0.025,0.057 0.363,-0.183-0.741,-0.079-0.014,-0.066 0.057,0.186 0.527,-0.526-0.231,-0.309 0.389,-0.308 0.446,1.034-0.204,-1.598 0.967,0.070 0.298,0.071 0.132,-0.109 0.243,0.187 0.003,-0.083 0.307,-1.059 1.733,-0.112 0.560,0.987-1.200,-0.527 1.462,-0.056 0.889,0.317 0.097,0.563-0.736,0.070 0.870,0.743-2.003,0.309-0.336,0.301-0.005,0.674-0.022,0.085-1.445,0.169-0.454,-0.499-1.063,-2.094-2.419,-701.653-808.121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735.000 651.000,'-0.061'0.000,"-0.094"0.000,-0.106 0.000,-0.106 0.000,-0.041 0.000,-0.030 0.000,-0.013 0.000,0.085 0.023,0.116 0.036,0.140 0.043,0.143 0.043,0.138 0.042,0.124 0.037,0.037 0.015,0.157 0.100,-0.009 0.028,0.027 0.078,-0.237-0.218,0.699 0.552,-0.072-0.059,0.092 0.082,-0.467-0.384,0.019 0.021,0.940 0.963,-0.439-0.341,-0.015 0.059,0.083 0.352,0.187 0.902,-0.299 0.224,-0.560-1.104,-0.095 0.100,-0.113 0.676,-0.251 0.073,-0.257 0.021,-0.149-0.298,-0.177-0.003,-0.417 0.405,-0.284 0.034,0.063-0.546,-0.281 0.091,-1.661 1.482,-0.325-0.109,1.276-1.379,-0.082-0.034,0.736-0.706,-2.156 1.424,-0.019-0.270,-0.379-0.135,2.497-1.460,-1.901 0.723,0.277-0.331,2.546-0.988,-1.326 0.370,-1.060 0.035,0.651-0.338,0.376-0.232,0.529-0.282,0.855 0.034,-0.370-0.487,0.485-0.225,3.518-5.509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747.000 664.000,'0.056'-0.014,"0.085"-0.021,0.097-0.025,0.096-0.023,0.086-0.022,0.075-0.019,-0.075-0.016,0.110-0.044,0.147-0.037,0.168-0.032,-0.617 0.183,1.110-0.351,0.405-0.129,0.372-0.111,0.353-0.144,1.196-0.374,-0.959 0.324,0.097-0.010,1.290-0.396,-0.880 0.208,-0.516 0.145,-0.145 0.043,-1.830 0.617,2.655-0.990,-0.897 0.291,-0.244 0.059,-0.246 0.070,4.441-2.331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784.000 636.000,'0.035'0.012,"0.055"0.018,0.061 0.020,0.061 0.021,0.055 0.018,0.048 0.016,0.039 0.013,0.005-0.030,0.166 0.035,0.110 0.039,-0.143-0.047,0.443 0.084,0.114 0.027,0.108 0.037,-0.927-0.204,0.861 0.355,-0.018 0.089,-0.038 0.047,-0.609-0.292,0.171 0.194,-0.051 0.064,0.019 0.172,-0.076 0.077,-0.245-0.284,-0.046 0.045,0.002 0.838,-0.207 0.151,-0.178 0.095,0.076-0.860,-0.032 0.008,-0.478 1.450,-0.129 0.010,0.336-1.038,-0.123 0.342,-0.022 0.083,0.064-0.137,-0.971 5.471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814.000 659.000,'-0.060'0.030,"-0.096"0.048,-0.115 0.058,-0.122 0.060,-0.184 0.078,-0.047 0.003,-0.005-0.022,0.186-0.083,0.010-0.086,0.057-0.147,0.060-0.171,0.103-0.249,0.119 0.058,0.045-0.085,0.227-0.273,0.207-0.294,0.221-0.229,0.225-0.174,-0.073 0.221,0.124-0.124,0.180-0.113,0.368-0.371,0.127-0.076,-0.620 0.812,1.294-1.285,-0.448 0.553,0.092-0.017,0.075 0.009,0.034 0.031,1.324-1.098,-0.132 0.300,-0.208 0.384,-2.386 1.818,2.030-1.247,-0.574 0.640,-0.332 0.502,-0.714 0.397,0.083 0.357,-0.185 0.528,-0.298 0.444,-0.253 0.142,-0.149 0.275,-0.162 0.262,-0.165 0.239,-0.205 0.933,-0.034-0.538,-0.013-0.274,-0.048 0.038,-0.091 0.349,-0.054 0.132,0.004-0.176,0.019-0.224,0.423-1.813,-0.545 1.479,-0.381 0.509,0.020-0.284,0.847-1.838,-1.027 1.442,-0.064-0.327,0.011-0.326,0.106-0.414,0.200-0.358,0.115-0.274,-0.084-0.298,0.376-0.031,-0.276-0.251,0.024-0.078,0.633 0.392,-0.381-0.343,-0.027-0.073,-0.306-0.369,0.044-0.012,0.267 0.301,-0.191-0.231,-0.077-0.080,0.034 0.075,0.148 0.080,-0.114-0.240,0.151 0.120,0.181 0.135,0.177 0.210,0.091 0.066,0.089 0.072,0.089 0.224,0.126-0.057,0.526-0.080,0.288 0.103,-0.548 0.142,0.579-0.082,0.456-0.027,0.106 0.023,0.325-0.048,-1.470 0.172,1.917-0.257,0.229-0.106,0.400-0.184,11.950-3.311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859.000 648.000,'-0.007'0.026,"-0.009"0.041,-0.013 0.046,-0.010 0.047,-0.012 0.043,-0.009 0.036,-0.008 0.032,-0.005 0.024,-0.006 0.018,-0.002 0.013,-0.003 0.008,-0.001 0.007,0.069-0.274,-0.057 0.179,-0.070 0.106,-0.238 0.476,-0.062 0.130,0.036 0.005,0.199-0.445,-0.320 1.037,0.033 0.163,0.192-0.628,0.004 0.030,0.105-0.353,-0.253 1.244,0.059-0.053,0.179-0.820,-0.025 0.381,0.080-0.170,0.080-0.191,0.742 1.839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853.000 639.000,'-0.033'0.022,"-0.051"0.034,-0.057 0.038,-0.054 0.036,-0.050 0.034,-0.041 0.026,-0.033 0.023,-0.025 0.016,0.066-0.005,0.078 0.008,0.092 0.008,0.098 0.004,0.089 0.004,0.081 0.002,0.067 0.002,0.053 0.001,-0.030-0.044,0.034 0.022,-0.065-0.028,-0.001 0.044,0.020 0.055,0.405 0.370,0.055 0.071,0.069 0.138,-0.414-0.469,0.567 0.766,0.030 0.046,0.023-0.024,-0.778-0.956,0.783 1.218,-0.156-0.051,-0.088 0.040,-0.397-0.457,-0.130 0.722,-0.315-0.307,-0.307 0.056,-0.247 0.016,-0.464 0.427,0.230-0.587,-0.101-0.023,0.402-0.565,-0.026 0.006,-1.247 1.095,0.333-0.436,0.043-0.093,-0.341 0.178,0.229-0.252,0.288-0.256,0.299-0.238,0.285-0.207,0.428-0.294,0.141-0.076,0.129-0.058,0.118-0.068,0.146-0.110,0.109-0.126,-0.247 0.147,0.014-0.008,0.657-0.351,0.240-0.107,0.181-0.073,0.128-0.045,0.480-0.258,-0.038 0.039,0.110-0.013,-0.532 0.283,1.133-0.365,-0.716 0.311,-0.010 0.023,-1.241 0.446,1.009-0.368,0.684-0.246,-0.036 0.041,-0.072 0.069,-0.252 0.077,0.487-0.137,-0.237 0.118,-0.599 0.212,-0.237 0.108,-0.234 0.103,-0.220 0.099,0.237 0.768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956.000 623.000,'0.043'0.000,"0.065"0.000,0.075 0.000,0.071 0.000,0.066 0.000,0.055 0.000,0.045 0.000,0.033 0.000,0.026 0.000,0.017 0.000,-0.134 0.000,0.071 0.000,-0.138 0.000,0.681 0.000,0.306 0.016,0.237 0.026,0.175 0.032,-1.238-0.054,2.060 0.076,1.400 0.036,0.388-0.001,-2.452-0.093,2.353-0.009,2.010-0.100,-0.158-0.107,-2.783 0.040,1.036-0.190,0.292-0.182,-0.382-0.094,-3.304 0.468,0.857-0.151,1.539-0.372,0.323-0.285,-0.591-0.082,4.657-4.671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854.000 798.000,'0.032'0.021,"0.051"0.035,0.062 0.040,0.062 0.042,0.061 0.041,0.055 0.037,-0.053-0.067,0.028-0.032,-0.035-0.037,0.061-0.013,0.019-0.021,0.001-0.035,-0.010-0.046,0.239-0.121,0.103-0.078,0.119-0.057,-0.195 0.066,0.093-0.010,0.066 0.018,0.077 0.024,-0.437 0.110,0.533-0.069,0.032 0.028,0.006 0.025,-0.743 0.078,0.813-0.045,0.607 0.051,0.120 0.093,-1.113-0.031,0.713 0.106,0.491 0.131,0.141 0.075,-0.740-0.136,-0.391-0.074,1.901 0.337,0.250 0.092,-1.354-0.262,0.642 0.093,0.763 0.056,0.151-0.062,-1.944-0.253,1.244 0.105,-0.081-0.045,-0.108-0.041,-1.747-0.129,1.870 0.083,0.009-0.033,-0.336-0.031,-0.045-0.018,-0.928-0.010,1.027 0.053,0.584 0.054,-0.254 0.001,-2.064-0.114,-0.011 0.003,1.505 0.166,-0.274 0.021,-0.274-0.001,-0.195 0.079,-0.250 0.014,-0.206-0.015,-0.604-0.239,0.267 0.122,-0.019 0.034,1.833 2.277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524.000 622.000,'0.074'0.000,"0.115"0.000,0.133 0.000,0.136 0.000,-0.011 0.000,-0.064 0.000,0.542 0.045,0.186 0.067,-0.448-0.042,0.423 0.047,0.026 0.002,0.074-0.019,0.179-0.008,-0.068-0.019,0.083-0.009,-0.975-0.046,1.434 0.041,0.214-0.011,0.148-0.010,0.097-0.008,-1.717-0.023,1.951 0.013,0.218-0.007,-0.288-0.023,-0.012-0.034,-1.034 0.011,0.806-0.057,1.081-0.139,-0.064-0.092,-0.166-0.082,13.105-3.492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563.000 634.000,'0.000'0.028,"0.000"0.042,0.000 0.051,0.000 0.051,0.000 0.047,0.000 0.042,0.000 0.035,0.000 0.029,0.000-0.022,0.000 0.064,0.000 0.029,0.000 0.097,-0.006-0.341,-0.160 1.200,-0.148 0.467,-0.146 0.348,0.366-1.710,-0.114 0.608,-0.366 2.251,-0.106 0.973,-0.093 0.892,0.412-2.649,-0.611 4.952,0.026 0.666,0.087 0.305,0.535-5.094,-0.245 3.365,-0.099 2.196,0.084-0.725,0.385-5.335,-0.142 2.366,0.055-0.552,0.053-0.567,0.129-2.203,-0.078 0.667,-0.017-0.264,-0.061 0.018,-0.030-0.358,0.121-0.966,-0.336 0.554,-2.169-3.752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559.000 636.000,'-0.011'0.032,"-0.016"0.051,-0.021 0.062,-0.022 0.062,-0.019 0.061,-0.019 0.055,0.037-0.082,-0.001 0.046,0.002-0.071,-0.369 0.512,-0.046 0.039,0.054-0.112,-0.069 0.072,0.326-0.472,-0.548 0.831,-0.096 0.158,-0.288 0.439,-0.189 0.272,0.606-0.940,-1.281 1.940,0.127-0.225,0.003-0.085,1.430-2.065,-9.302 10.593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566.000 639.000,'0.025'0.037,"0.040"0.061,0.048 0.071,0.049 0.074,0.049 0.073,-0.105-0.161,0.108 0.132,0.478 0.583,0.296 0.353,-0.592-0.730,0.639 0.734,0.173 0.206,0.114 0.175,0.579 0.697,-0.524-0.538,0.020 0.124,0.019 0.133,0.018 0.133,-0.616-0.869,1.163 2.422,5.158 14.989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1032.000 603.000,'-0.045'0.000,"-0.072"0.000,-0.086 0.000,-0.092 0.000,-0.013 0.015,0.179 0.022,0.238 0.026,0.253 0.024,0.239 0.021,0.210 0.019,-0.659-0.103,0.446 0.097,1.041 0.274,0.405 0.113,-1.246-0.321,1.730 0.359,0.201-0.048,0.471-0.026,-1.694-0.271,0.968 0.079,0.197-0.026,1.224 0.062,0.245-0.009,-2.005-0.158,0.125-0.006,1.470 0.056,2.421 0.060,0.188-0.042,-4.928-0.174,2.963 0.044,3.269-0.041,-2.367-0.066,-0.156-0.054,-3.667 0.049,2.890-0.074,1.740-0.099,-0.394-0.046,-0.512-0.036,-2.841 0.149,1.082-0.066,2.452-0.148,-0.629 0.041,-4.310 0.250,2.703-0.132,0.217 0.012,-0.331 0.035,8.335-0.080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1157.000 575.000,'0.000'0.061,"0.000"0.094,0.000 0.106,0.000 0.106,0.012-0.198,0.153 0.395,0.023-0.128,0.085 0.035,-0.188-0.333,0.649 0.700,0.291 0.253,-0.343-0.380,0.060 0.051,0.866 0.934,0.268 0.366,-0.476-0.523,0.089 0.070,0.321 0.363,0.378 0.417,-0.004-0.009,-0.058-0.072,-1.200-1.320,0.965 0.986,-0.029-0.048,-0.077-0.076,-0.904-0.949,1.270 1.231,-0.371-0.283,-0.210-0.038,-0.628-0.637,-0.108-0.004,0.151 0.759,-0.442-0.082,-0.363-0.443,-0.178-0.365,-0.185 0.303,-0.123-0.072,0.099-0.651,-0.228 0.290,-0.344 0.325,-0.262 0.131,-0.078-0.067,0.862-1.013,-0.013-0.001,-1.352 1.247,0.217-0.287,-0.081 0.001,-7.323 5.156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1263.000 546.000,'0.074'-0.221,"0.105"-0.036,0.038-0.020,0.037-0.047,-0.175 0.229,0.347-0.355,0.263-0.224,0.001 0.026,-0.132 0.089,-0.173 0.089,-0.194 0.095,-0.162 0.247,-0.049 0.012,-0.278-0.068,-0.219 0.066,-0.178 0.076,0.512 0.038,-0.858 0.179,0.084 0.054,-0.822 0.303,-0.216 0.127,1.547-0.507,-1.025 0.421,-0.142 0.106,-1.377 0.740,-0.084 0.190,0.491-0.083,0.611-0.301,0.013 0.058,0.048 0.038,0.088 0.048,-0.398 0.504,0.043 0.227,0.347-0.071,0.523-0.358,0.490-0.464,0.044 0.514,0.474-0.105,0.456 0.046,0.258-0.370,0.126-0.212,0.151-0.057,-0.477-0.735,1.280 1.124,-0.858-0.844,0.572 0.434,0.045-0.013,-0.888-0.707,0.756 0.564,-0.004-0.011,0.313 0.322,-0.419-0.291,-0.075-0.010,-0.631-0.568,0.518 0.615,-0.089 0.034,0.094 0.738,-0.461 0.061,-0.308-1.383,-0.363 1.579,-0.407-0.160,-0.402-0.025,0.555-0.970,-1.363 1.179,-0.083-0.274,-0.186-0.124,0.200-0.266,-0.547 0.125,0.803-0.502,0.056-0.054,-0.583 0.221,-5.352 1.851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1278.000 591.000,'-0.048'-0.016,"-0.073"-0.024,-0.085-0.029,-0.085-0.028,-0.076-0.025,0.293 0.098,-0.178-0.075,-0.015-0.046,-0.193-0.105,-0.146-0.029,0.261 0.138,-0.868-0.212,-0.136 0.117,-0.243 0.128,0.028 0.133,-0.174 0.132,-0.160 0.205,-0.141 0.246,0.480-0.017,-0.008 0.131,0.008 0.122,-0.211 0.278,0.080 0.098,0.764-0.478,0.046 0.053,-0.687 0.972,0.214 0.073,0.216-0.003,0.300 0.053,0.317-0.051,0.313-0.124,0.295-0.169,-0.050-1.171,0.536 0.926,0.864 0.019,0.399-0.490,-1.491-0.701,1.914-0.052,0.704-0.666,0.293-0.576,-2.064 0.686,0.661-0.415,1.386-0.983,0.006-0.184,-2.598 1.638,0.013-0.020,3.247-2.575,-0.600 0.299,0.090-0.207,-2.539 2.185,2.900-2.564,0.384-0.275,0.196-0.121,0.054-0.007,-3.294 2.780,2.286-1.973,1.231-1.089,-0.073 0.030,-0.196 0.139,-3.273 2.877,3.078-2.663,1.081-0.805,-0.664 0.724,-2.344 1.918,-0.295 0.249,0.270-0.201,-0.660 0.511,-1.233 0.972,0.256-0.174,-0.374 0.330,-0.998 0.926,-0.954 0.826,0.427-0.390,-0.962 0.942,-1.161 1.151,-0.305 0.316,-0.772 1.089,-0.305 0.622,-0.144 0.433,3.149-3.629,-2.653 3.669,1.086-1.034,0.280-0.051,0.330-0.181,0.904-1.189,1.283-2.285,-0.999 2.186,0.209-0.136,-0.298 1.591,0.598 9.183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439.000 528.000,'-0.039'0.000,"-0.062"0.000,-0.068 0.000,-0.071 0.000,-0.064 0.000,-0.056 0.000,0.096 0.053,-0.314 0.147,-0.082 0.057,0.516-0.203,-0.199 0.093,-1.000 0.550,-0.434 0.308,0.121 0.020,-0.185 0.202,-0.315 0.353,0.041 0.129,-0.339 0.541,1.490-1.329,-0.640 0.731,0.120-0.011,0.682-0.714,-0.603 0.943,0.206-0.031,0.428-0.520,0.135-0.083,0.147-0.071,0.209 0.235,0.437 0.074,0.387-0.283,-0.258-0.758,0.923 0.388,-0.004-0.288,0.209-0.088,-0.229-0.159,1.124 0.066,0.189-0.031,0.086 0.029,-1.560-0.199,1.479 0.272,-0.593 0.009,-0.109 0.140,-0.164 0.167,-0.286 0.131,-0.316 0.218,-0.321 0.268,-0.402 0.269,-0.275-0.288,-0.181 0.109,-0.321 0.468,-0.313 0.263,-0.521 0.561,-1.193 1.384,-0.471 0.117,-0.042-0.344,-0.051-0.188,0.993-1.305,0.112-0.230,-0.739 0.566,0.222-0.435,0.288-0.449,-3.803 1.466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1401.000 553.000,'0.094'0.000,"0.157"0.000,0.116 0.000,0.081 0.000,0.051 0.000,0.245-0.025,0.046-0.038,-0.004-0.044,-0.458 0.061,0.592-0.084,0.045 0.000,0.006 0.011,-0.776 0.095,0.917-0.003,0.080 0.059,0.038 0.036,-0.737-0.039,0.856 0.059,0.013 0.075,-0.055 0.110,-0.782-0.155,0.509 0.185,0.112 0.083,-0.020 0.007,-0.641-0.210,3.796 2.452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1398.000 526.000,'0.046'0.007,"0.070"0.009,0.079 0.012,0.078 0.011,0.071 0.010,0.059 0.009,0.048 0.006,0.037 0.006,0.027 0.003,0.018 0.004,0.012 0.000,0.007 0.002,0.003 0.000,-0.181-0.036,0.340 0.008,0.261-0.005,0.281-0.007,0.607 0.000,-0.229-0.014,0.134-0.005,0.122-0.004,0.093 0.042,0.824 0.164,-0.067 0.154,-1.112-0.111,-0.145 0.007,4.386 1.540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1405.000 520.000,'-0.025'0.037,"-0.038"0.057,-0.044 0.068,-0.046 0.066,-0.041 0.065,-0.039 0.055,0.140-0.184,-0.118 0.267,-0.029 0.076,0.179-0.376,-0.125 0.314,0.002 0.040,0.053-0.117,-0.227 0.593,-0.121 0.212,-0.007-0.039,-0.050 0.077,0.381-0.852,-0.503 1.344,-0.020 0.206,0.026-0.015,-0.020 0.171,0.267-0.821,-0.456 1.501,0.004 0.148,0.104-0.223,0.025 0.061,0.044 0.020,0.059-0.013,0.138-0.418,-0.183 1.393,0.270-1.261,0.065-0.161,0.164-1.037,0.019-0.061,-0.059 0.707,0.050-0.190,0.032-0.022,0.046-0.269,0.022-0.049,0.016-0.360,0.000-0.304,-0.012-0.247,-0.019-0.191,0.003-0.115,0.016-0.058,0.026-0.016,0.028 0.013,0.027 0.030,0.026 0.039,0.021 0.041,0.018 0.039,0.176 0.072,0.251 0.068,0.280 0.066,-0.093-0.109,0.113 0.008,0.114 0.013,0.318 0.088,0.217 0.040,0.154 0.031,0.106 0.019,-1.289-0.403,0.961 0.258,1.166 0.212,-0.770-0.218,-0.048-0.042,-0.756-0.161,1.438 0.183,-1.019-0.176,0.151-0.009,-0.102-0.035,-1.051-0.110,5.812-0.943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1330.000 594.000,'0.054'0.000,"0.087"0.000,0.100 0.000,0.105 0.000,0.098 0.000,-0.344-0.003,0.681-0.113,0.329-0.103,0.319-0.097,-0.759 0.161,0.960-0.248,0.256-0.079,0.218-0.063,-0.990 0.243,1.365-0.431,0.156-0.106,0.082-0.084,-0.586 0.197,1.614-0.583,-1.144 0.392,-0.055 0.015,-1.123 0.376,1.248-0.532,-0.251-0.003,-0.508 0.151,-0.205 0.029,4.256-3.793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1366.000 567.000,'0.032'0.010,"0.049"0.017,0.057 0.020,0.058 0.018,0.055 0.018,0.047 0.017,0.040 0.013,0.000-0.008,0.015-0.006,0.007-0.011,-0.048 0.010,0.003 0.042,0.003 0.055,0.133 0.096,-0.247-0.161,0.323 0.191,0.107 0.054,-0.133-0.070,0.008 0.025,0.018 0.063,0.177 0.224,-0.033 0.062,-0.501-0.509,0.727 0.760,-0.545-0.550,0.316 0.441,-0.058 0.050,-0.467-0.651,0.181 0.471,-0.102 0.017,-0.113-0.202,-0.058 0.466,-0.142 0.048,-0.213 0.107,-0.147 0.076,-0.404 0.426,-0.254 0.017,0.855-1.282,-0.897 1.081,-0.064-0.054,0.161-0.200,0.045-0.007,0.195-0.205,-3.483 4.962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406.000 671.000,'0.017'-0.050,"0.026"-0.079,0.031-0.094,0.032-0.096,0.041-0.027,0.096-0.054,0.121-0.036,0.130-0.020,-0.354 0.334,0.464-0.313,0.907-0.439,0.358-0.069,-1.485 0.755,0.942-0.388,0.860-0.183,1.072-0.124,0.317 0.107,-2.107 0.486,2.440-0.306,-1.166 0.240,-0.021 0.060,-1.169 0.156,1.613-0.031,0.131 0.085,0.102 0.066,0.077 0.046,0.033 0.032,0.047 0.021,-0.476-0.002,-0.061 0.003,-0.440-0.012,-0.833-0.023,3.198 0.069,-0.219-0.017,-2.074-0.050,-0.829-0.017,1.996 0.018,0.023-0.008,-0.085-0.009,-1.831-0.018,3.215 0.010,-0.531-0.009,-0.167-0.006,-1.357-0.005,0.121 0.026,1.166 0.042,-0.059 0.021,-0.167 0.010,-3.102-0.077,2.249 0.053,0.694 0.010,0.054-0.004,0.676 0.002,-1.158-0.026,1.282 0.008,-1.273-0.023,-0.118-0.006,2.158 0.011,-4.491-0.044,4.441-0.056,-0.241-0.049,-0.030-0.023,-3.178 0.072,2.081-0.051,-0.122 0.004,-0.975 0.002,0.017-0.015,0.064-0.009,1.628-0.068,-0.138 0.006,-1.534 0.093,0.013 0.028,-2.092 0.043,3.276 0.011,0.000 0.069,-3.243-0.041,4.670 0.219,-2.270-0.071,-0.002 0.014,-0.028 0.006,1.139 0.065,1.163-0.029,-0.790-0.114,-0.323-0.098,-2.559-0.056,3.447-0.395,-1.141-0.050,-0.136-0.100,-3.200 0.435,0.003-0.005,2.158-0.377,0.003-0.060,1.140-0.303,0.053-0.080,0.067-0.009,-1.159 0.255,-0.066 0.012,0.009-0.009,0.065-0.030,0.097-0.028,0.638-0.152,-0.004 0.000,-0.557 0.120,0.057-0.030,1.381-0.331,0.802-0.167,-0.275 0.105,-0.426 0.149,-1.600 0.354,1.342-0.261,-0.008 0.036,-0.151 0.071,-0.251 0.110,0.196 0.028,1.633-0.227,0.209-0.038,-3.526 0.573,1.566-0.224,4.125-0.503,-0.021 0.139,-5.474 0.669,3.107-0.308,1.602-0.056,-0.060 0.125,-3.150 0.287,1.510-0.028,1.460 0.025,-0.189 0.095,-4.440 0.159,2.985 0.021,0.652 0.103,-0.240 0.101,-4.919-0.120,2.868 0.125,1.556 0.117,-0.037 0.077,-0.158 0.086,-4.228-0.331,2.843 0.272,2.988 0.324,-2.270-0.198,-0.148 0.009,-2.072-0.226,1.410 0.158,3.506 0.368,-0.341-0.080,-1.929-0.167,-1.279-0.145,2.771 0.287,-0.303-0.014,-5.271-0.563,-0.001-0.003,2.723 0.244,3.534 0.215,-0.343-0.115,-5.917-0.396,-0.002-0.003,2.628 0.100,1.246-0.063,-0.208-0.124,-0.304-0.119,-1.145-0.067,0.055-0.097,2.384-0.459,-0.289-0.189,-2.243 0.304,0.085-0.066,2.450-0.632,-0.182-0.081,-4.627 1.129,3.523-0.896,0.094-0.050,0.102-0.046,1.341-0.351,-2.487 0.660,1.320-0.264,0.078 0.100,1.283-0.090,-2.597 0.567,1.181-0.082,-0.157 0.135,-1.212 0.258,-0.020 0.109,3.202 0.242,0.097 0.398,-3.233-0.123,-0.109 0.039,-1.205-0.085,1.713 0.227,-0.093 0.020,-1.711-0.197,3.530 0.469,-3.466-0.459,2.348 0.266,-0.082-0.049,-0.496-0.109,0.020-0.049,0.506-0.013,-0.181-0.061,-1.033-0.104,2.401 0.037,-1.144-0.040,0.028 0.040,-1.099-0.042,0.600 0.033,-0.096-0.003,-0.056-0.010,-0.026-0.015,-0.588-0.038,1.039 0.023,-0.205-0.026,-0.269-0.023,-2.999-0.087,3.256 0.059,0.086-0.021,-0.064-0.016,-0.169-0.015,0.442-0.107,0.588-0.090,-0.047-0.049,-0.222-0.023,-1.299 0.125,1.449 0.056,0.108 0.085,-0.008 0.074,1.630 0.249,-1.270 0.113,0.049 0.220,0.027 0.234,0.039 0.169,2.230 0.720,-0.034 0.204,-4.964-1.277,2.927 0.716,1.502 0.235,-0.123-0.207,-1.575-0.450,-1.461-0.348,1.183 0.072,-0.258-0.147,-3.767-0.468,5.055 0.292,-2.483-0.248,1.261-0.096,-0.129-0.166,-2.485 0.011,0.009-0.023,2.528-0.215,21.398-3.114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711.000 538.000,'0.000'-0.040,"0.000"-0.065,0.000-0.080,0.000-0.086,0.000-0.055,0.000-0.066,0.000-0.061,0.000-0.104,0.000-0.137,0.000-0.036,0.000-0.168,0.000-0.677,0.000-0.921,0.018 0.530,0.031-0.237,0.064-1.514,0.038 0.498,0.007 0.330,0.016-0.004,0.230-1.400,0.304-0.885,0.185-0.170,-0.540 3.429,0.725-2.893,0.049 0.612,0.158 0.189,-0.696 2.277,0.340-0.779,0.037 0.082,0.375-0.676,0.022 0.148,-0.341 0.825,0.677-1.156,-0.397 0.853,-0.079 0.182,0.204-0.360,-0.243 0.433,-0.250 0.421,-0.365 0.669,-0.012-0.025,-0.186 0.307,-0.146 0.238,-0.108 0.170,-0.446 0.183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716.000 445.000,'0.029'0.007,"0.044"0.012,0.051 0.012,0.051 0.012,0.047 0.013,0.040 0.009,0.034 0.009,0.026 0.007,0.020 0.004,0.014 0.004,0.009 0.003,0.042-0.002,0.019-0.011,0.235-0.020,0.529-0.008,0.309-0.013,-0.145-0.063,0.139-0.037,0.044-0.024,-0.024-0.012,-1.126 0.077,1.280-0.026,0.164 0.052,-0.066 0.056,-0.125 0.054,-0.182 0.158,-0.265 0.120,-0.106 0.172,0.002 0.271,-0.376-0.129,-0.114 0.070,-0.105 0.062,-0.095 0.052,-0.099 0.045,-0.098 0.035,-0.079 0.470,-0.107-0.327,-0.072 0.010,-2.497 7.208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774.000 395.000,'0.045'0.000,"0.072"0.000,0.086 0.000,0.092 0.000,-0.079-0.013,0.010-0.024,0.169-0.072,-0.002-0.022,-0.015-0.006,-0.024 0.007,-0.025 0.015,-0.026-0.044,-0.053-0.065,-0.055-0.077,-0.047 0.004,-0.044 0.072,-0.038 0.101,-0.027 0.108,-0.020 0.105,-0.015 0.092,-0.008 0.076,-0.006 0.061,-0.001 0.046,-0.001 0.031,0.001 0.022,0.002 0.013,0.002 0.304,-0.028 0.119,-0.047 0.141,0.040-0.522,-0.083 0.388,-0.072 0.124,-0.156 0.523,-0.049 0.139,0.186-0.794,0.105-0.413,-0.255 0.996,-0.028 0.082,-0.102 0.304,-0.027-0.009,0.201-0.765,-0.029 0.009,-0.431 1.086,-0.044-0.033,-0.017-0.075,-0.118 0.137,0.091-0.339,0.116-0.377,0.128-0.378,0.132-0.435,0.111-0.425,0.100-0.403,0.177 0.048,-0.049-0.428,0.043-0.385,0.047-0.248,0.131-0.129,0.011 0.621,0.387-1.314,0.176-0.085,-0.506 1.680,0.726-1.933,-0.677 1.877,0.871-1.950,0.124-0.121,-0.913 1.983,1.344-2.366,-0.943 1.752,1.177-1.779,0.090 0.181,0.135 0.100,0.008 0.260,-0.074 0.346,-1.604 1.676,1.521-1.225,-1.181 1.056,1.029-0.329,-0.315 0.571,-0.754 0.287,0.066 0.250,-0.154 0.250,-0.232 0.345,-0.340 0.598,-0.148-0.311,-0.100 0.079,-0.163 0.330,0.269-1.119,-0.804 1.851,0.164-0.629,-0.071-0.011,-0.471 0.699,0.125-0.561,0.269-0.492,0.007-0.055,0.296-0.426,-0.733 0.808,0.131-0.233,0.173-0.241,0.192-0.230,0.191-0.207,0.178-0.181,0.211-0.130,0.227-0.097,0.217-0.065,0.197-0.037,-0.049-0.038,0.030 0.012,-0.265-0.081,0.429 0.209,0.090 0.104,0.081 0.082,0.071 0.060,0.062 0.044,0.004 0.029,0.104 0.018,0.076 0.009,0.030-0.022,-0.006-0.043,0.254 0.047,-0.029-0.098,3.440 0.533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804.000 421.000,'0.000'0.012,"0.000"0.019,0.000 0.020,0.000 0.020,0.000 0.018,0.000 0.015,0.000 0.012,0.000 0.009,0.000 0.006,0.000 0.005,0.000 0.003,0.000 0.001,0.000 0.000,0.000 0.001,0.000-0.001,0.000-0.001,0.000 0.000,0.000-0.001,0.000-0.000,0.000-0.001,0.000 0.000,0.000 0.000,-0.024 0.003,-0.038 0.069,-0.030 0.023,-0.043 0.045,0.000 0.006,-0.012 0.053,-0.106 0.406,0.009 0.060,-0.006 0.103,0.011-0.044,-0.039 0.097,-0.191 0.623,-0.008 0.033,0.372-1.256,-1.985 7.813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1102.000 591.000,'0.015'-0.119,"0.022"-0.180,0.026-0.200,0.024-0.196,0.021-0.176,0.020-0.146,0.105 0.137,0.020 0.054,0.463-1.033,0.285-0.357,0.151-0.212,0.673-1.224,0.417-0.653,0.346-0.499,-0.713 1.334,0.951-1.687,0.216-0.302,0.434-0.616,0.287-0.389,0.169-0.207,0.075-0.070,1.455-2.222,-1.024 1.759,-0.622 1.088,-0.136 0.307,-0.604 1.020,-0.103 0.249,1.537-2.295,-0.617 0.822,-3.138 4.847,2.397-3.750,-0.628 0.876,-0.588 0.784,-0.490 0.627,-0.529 0.740,-0.432 0.614,-0.324 0.506,-0.224 0.330,-0.164 0.243,-0.108 0.157,-0.128 0.096,-0.089 0.120,-0.057 0.131,-2.735 2.540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1158.000 457.000,'-0.074'0.221,"-0.058"0.083,-0.107 0.195,-0.028 0.039,0.108-0.193,-0.087 0.281,0.063-0.036,0.073-0.071,0.074-0.086,0.195-0.174,0.029-0.147,0.231-0.073,0.569-0.139,0.383-0.084,-1.112 0.147,1.457-0.243,0.328-0.037,0.244-0.002,-1.351 0.196,1.107-0.107,0.318 0.002,-0.069 0.035,-1.287 0.113,0.506-0.023,-0.510 0.052,1.170 0.049,-0.186 0.105,-1.553-0.073,0.776 0.161,0.527 0.414,-0.671-0.096,-0.151 0.063,-0.237 0.019,-0.103 0.088,0.119 0.670,-0.220 0.114,-0.323-0.872,-0.007 0.344,-0.072 0.353,-0.088-0.016,-0.062-0.057,-0.083 0.153,0.004-0.348,-0.006-0.154,0.004-0.152,0.012-0.144,0.598-0.739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1225.000 420.000,'0.000'0.045,"0.000"0.067,0.000 0.075,0.000 0.074,0.000 0.065,0.000 0.056,0.000 0.043,0.000 0.033,-0.026-0.161,-0.148 0.499,-0.143 0.355,0.155-0.621,-0.271 0.886,-0.274 0.867,-0.127 0.380,0.247-0.941,-0.079 0.103,-0.604 1.493,-0.045 0.117,0.524-1.359,-0.007-0.030,-0.011-0.064,-0.505 1.182,0.121-0.174,0.960-2.405,-0.644 1.761,0.195-0.331,0.202-0.345,0.195-0.333,0.181-0.467,0.143-0.348,0.131-0.349,0.005-0.242,0.165-0.389,0.039-0.180,0.082-0.209,-0.170 0.299,0.415-0.886,0.056-0.266,-0.074 0.110,0.008-0.036,-0.499 1.155,0.656-1.579,0.371-0.986,-0.032-0.041,-0.553 1.341,0.001-0.105,0.284-1.058,-0.080 0.022,-0.142 0.571,0.044-0.039,0.370-0.931,-0.014 0.253,0.028 0.236,-0.068 0.502,-0.074 0.502,-0.175 0.587,-0.373 0.673,0.110 0.143,-0.107 0.325,-0.074 0.565,-0.238-0.242,0.023 0.799,-0.196 0.249,-0.196 0.432,0.186-1.387,-0.213 1.060,-0.089 0.102,0.012-0.122,-0.248 0.581,-0.067 0.035,-0.017-0.023,0.504-1.497,-0.622 1.501,-0.136 0.007,-0.054-0.043,0.009-0.077,-0.237 0.323,0.021-0.148,0.100-0.210,0.874-1.485,-0.640 1.098,0.087-0.125,0.100-0.147,0.106-0.150,0.118-0.038,0.212-0.245,0.158-0.114,0.142-0.162,0.153-0.062,0.124-0.095,0.103-0.082,-0.207-0.133,0.191 0.044,0.059-0.011,0.124 0.008,0.011-0.019,-0.442-0.090,0.659 0.189,0.084 0.035,-0.085-0.025,0.011-0.001,-0.374-0.095,0.214 0.086,0.498 0.163,-0.388-0.111,-0.053 0.013,-0.538-0.211,0.712 0.289,-0.044-0.027,-0.228-0.082,-0.030 0.004,0.095 0.075,-0.039 0.020,-0.036 0.022,-0.033 0.020,0.056 0.062,-0.057-0.040,-0.058-0.059,1.095 0.569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1242.000 450.000,'0.021'0.014,"0.032"0.021,0.038 0.026,0.037 0.024,0.035 0.024,0.030 0.020,0.026 0.016,0.019 0.015,0.017 0.009,0.010 0.008,0.008 0.005,-0.005 0.053,-0.033 0.063,-0.040 0.070,-0.098-0.131,0.019 0.189,-0.026 0.050,-0.028-0.047,-0.052 0.352,-0.091 0.179,0.062-0.782,-0.180 0.860,-0.125 0.164,0.109-0.461,-0.010 0.008,-0.002 0.001,0.004-0.007,-0.121 0.538,0.041 0.042,0.115-0.431,0.025-0.058,-0.006 0.147,0.037-0.090,0.092-0.518,0.040 0.486,0.172-0.177,0.225-0.101,-0.048-0.239,0.310 0.033,0.442-0.022,0.208-0.101,-0.321-0.117,0.073-0.035,0.219-0.024,0.034-0.032,0.106-0.025,0.513-0.023,-0.582-0.008,-0.032-0.006,0.283-0.055,8.023-1.090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1367.000 617.000,'0.141'0.000,"-0.023"-0.012,0.634-0.095,0.325-0.037,-0.649 0.091,0.486-0.108,1.709-0.375,0.649-0.143,-2.662 0.552,2.214-0.433,1.548-0.316,0.128-0.076,-3.684 0.780,0.008 0.002,2.783-0.524,0.604-0.058,-0.057 0.064,-2.306 0.399,-0.920 0.149,3.881-0.447,-1.048 0.215,-0.168 0.110,-2.705 0.203,2.677 0.001,1.077 0.229,-0.527 0.135,-3.377-0.248,2.063 0.243,-0.144 0.036,-0.180 0.011,-0.198-0.010,6.377 1.253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1194.000 430.000,'0.023'-0.008,"0.036"-0.011,0.041-0.015,0.041-0.013,0.038-0.012,0.034-0.012,0.028-0.010,0.022-0.006,0.017-0.007,0.012-0.003,0.002 0.030,-0.011 0.050,-0.016 0.061,-0.019 0.059,-0.017 0.056,-0.017 0.050,-0.098-0.057,0.020 0.134,-0.020 0.094,-0.062-0.154,0.025 0.272,-0.014 0.077,-0.007 0.226,-0.014 0.157,-0.032-0.161,-0.029 0.079,0.003-0.576,-0.266 1.315,-0.189 0.235,0.043-0.346,-0.029 0.030,0.321-1.089,-0.516 1.427,-0.122 0.003,0.022-0.174,-0.029 0.001,0.324-0.737,-0.260 0.455,-0.034-0.047,0.235-0.489,-0.423 0.546,-0.013-0.138,-0.230 0.105,0.099-0.276,0.130-0.269,0.145-0.247,0.092-0.232,0.168-0.269,0.147-0.229,0.231-0.039,0.087-0.105,0.287-0.463,-0.090 0.407,0.375-0.709,0.130-0.139,-0.366 0.691,-0.125 0.237,0.502-0.832,0.110-0.065,0.106-0.040,-0.415 0.585,0.491-0.631,-0.428 0.622,0.771-0.716,0.057 0.076,-1.029 0.970,1.026-0.906,-0.282 0.270,0.204-0.183,-0.002-0.019,-0.536 0.474,0.802-0.668,0.020 0.017,-0.033 0.050,-0.259 0.191,-0.099 0.029,-0.524 0.444,0.818-0.954,-0.236 0.124,-0.616 0.686,-0.073 0.042,0.041-0.182,-0.115 0.024,-0.329 0.632,0.146-0.404,-0.008-0.161,-0.065-0.043,-0.074 0.053,-0.082 0.593,0.009-0.186,-0.006-0.200,-0.018-0.005,-0.483-3.559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752.000 400.000,'0.014'-0.041,"0.021"-0.064,0.025-0.076,0.026-0.078,0.026-0.075,-0.005-0.006,-0.001-0.028,-0.006-0.016,0.003-0.021,-0.016 0.096,-0.017 0.118,-0.017 0.124,-0.015 0.117,-0.011 0.105,-0.010 0.088,-0.007 0.072,-0.006 0.055,-0.003-0.177,-0.001 0.281,-0.001 0.104,-0.001 0.275,0.000 0.213,0.000-0.483,-0.076 1.314,-0.025-0.015,-0.018 0.065,0.055-1.060,-0.160 1.237,-0.083 0.076,-0.076-0.013,0.165-1.147,-0.057 0.039,-0.554 1.387,-0.132-0.010,-0.056-0.106,0.779-1.812,-0.256 0.512,-0.649 1.069,-0.024-0.225,0.012-0.260,0.627-0.938,-0.002-0.056,-0.603 0.444,0.077-0.306,0.111-0.289,0.537-0.311,0.040-0.068,-0.199-0.154,0.164-0.219,0.151-0.175,0.198 0.319,0.041-0.632,0.172-0.185,0.138-0.111,0.133-0.076,-0.039 0.227,0.427-0.651,0.195-0.107,0.171-0.074,-0.644 0.988,0.042-0.004,0.583-0.558,0.122 0.029,0.337-0.188,-0.282 0.375,-0.407 0.367,0.823-0.556,0.083-0.021,-0.252 0.195,-0.022 0.024,-0.535 0.380,-0.012 0.014,0.458-0.309,-0.079 0.039,0.098-0.120,-0.154 0.032,-0.312 0.194,-0.122 0.045,-0.119 0.043,-0.538 0.509,0.548-0.693,-0.180 0.085,-0.123-0.010,-0.163 0.089,-0.154 0.237,-0.065 0.067,-0.078-0.026,-0.091 0.006,-1.611-1.948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1285.000 395.000,'-0.021'0.086,"-0.035"0.136,-0.040 0.162,-0.002 0.054,-0.019 0.245,0.000 0.207,0.017-0.204,-0.110 0.826,-0.036-0.175,-0.114 0.076,-0.113 0.268,-0.057 0.255,0.036-0.137,-0.023 0.049,0.075-0.206,0.153-0.535,-0.240 1.098,0.075-0.111,0.091-0.177,-0.125 5.203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1286.000 389.000,'-0.074'0.025,"-0.115"0.038,-0.133 0.044,-0.164 0.086,-0.340 0.155,0.045 0.027,-0.120 0.122,0.061 0.005,-0.026 0.050,0.376-0.219,-0.341 0.320,0.051 0.064,0.562-0.508,-3.178 6.217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1295.000 386.000,'0.045'0.015,"0.072"0.024,0.086 0.029,0.092 0.030,-0.224-0.069,0.396 0.338,0.038 0.154,-0.013 0.097,-0.392-0.494,0.206 0.264,-0.002 0.016,-0.011 0.053,0.028 0.136,-0.027 0.041,0.893 4.011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824.000 374.000,'0.048'-0.032,"0.073"-0.049,0.085-0.056,0.085-0.057,0.076-0.051,0.017-0.024,-0.019-0.008,-0.039 0.004,-0.052 0.010,-0.053 0.014,-0.051 0.016,-0.048 0.089,-0.036 0.118,-0.030 0.132,-0.023 0.133,-0.017 0.026,-0.009 0.072,-0.006 0.067,-0.056-0.058,0.032-0.223,-0.138 0.541,-0.064 0.135,-0.060 0.107,0.124-0.421,-0.113 0.343,-0.139 0.457,-0.030 0.148,-0.016 0.114,0.339-1.150,-0.139 0.437,-0.433 1.299,-0.036 0.029,0.001-0.076,-3.342 7.958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814.000 390.000,'0.000'0.028,"0.000"0.042,0.000 0.046,0.000 0.046,0.000 0.040,0.000 0.035,0.000 0.026,0.000 0.020,0.000 0.014,0.000 0.010,0.000 0.006,0.000 0.003,0.000 0.001,0.000-0.258,0.013 0.134,0.024 0.008,-0.005-0.056,0.030 0.092,0.069 0.110,0.059 0.021,0.064 0.014,-0.106-0.194,0.135 0.140,0.215 0.154,0.108 0.010,0.097-0.015,-0.331-0.271,0.570 0.081,0.115-0.142,0.094-0.126,-0.340-0.061,0.003-0.055,0.331-0.246,5.606-4.642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1176.000 490.000,'0.058'0.000,"0.089"0.000,0.100 0.000,0.101 0.000,0.090 0.000,0.078 0.000,0.064 0.000,0.048 0.000,0.037 0.000,0.025 0.000,0.293-0.074,0.507-0.115,0.584-0.133,-1.633 0.252,1.933-0.334,1.573-0.283,0.816-0.139,-2.760 0.490,2.528-0.334,2.446-0.191,0.276 0.112,-4.609 0.495,2.734-0.087,23.447 1.124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110.000 385.000,'0.037'0.025,"0.057"0.037,0.063 0.043,0.063 0.042,0.056 0.036,0.047 0.033,0.038 0.025,-0.111-0.110,0.631 0.094,0.489-0.030,-0.188-0.072,-0.524-0.066,1.218 0.046,0.305-0.021,-1.677-0.065,1.279-0.001,2.629-0.126,0.875-0.118,-3.262 0.138,1.234-0.055,0.167-0.005,0.987-0.060,0.296-0.020,-0.476 0.030,1.769-0.065,1.714-0.042,-0.173 0.037,-2.860 0.071,2.686-0.169,-0.331-0.014,-0.586 0.014,-2.132 0.146,0.232-0.011,2.563-0.119,-0.081 0.019,-5.476 0.260,1.576-0.076,5.015-0.242,-1.294 0.067,-0.430 0.027,-0.559 0.036,-0.443 0.053,0.512 0.017,-0.318 0.039,-4.387 0.120,21.837-0.156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201.000 444.000,'-0.040'0.000,"-0.065"0.000,-0.080 0.000,-0.086 0.000,-0.272-0.150,-0.194-0.110,-0.145-0.080,-0.255-0.058,0.652 0.240,-0.999-0.220,-0.211 0.039,0.620 0.180,-0.527 0.159,-0.140 0.196,-0.112 0.179,-0.228 0.439,-0.111 0.432,-0.023 0.405,0.041 0.368,1.631-1.489,-1.664 2.221,0.083 0.462,0.387-0.177,0.153 0.150,0.736-1.319,-0.294 1.025,0.132 0.050,0.029 0.507,0.199-0.039,0.583-2.442,-0.087 0.944,0.252 1.741,0.482-0.296,0.415-0.367,0.349-0.402,0.287-0.457,-1.104-1.628,2.126 1.182,0.276-0.768,-1.600-0.710,1.944-0.526,0.095-0.555,-0.080-0.355,-2.482 0.947,1.490-0.929,0.960-1.040,0.510-0.841,-0.048-0.314,-1.980 1.773,2.126-2.822,-0.204-0.335,-0.320-0.107,-2.538 3.853,1.687-3.147,-0.383 0.047,-0.412 0.086,-0.407-0.840,-0.822 3.002,-0.322-1.831,-0.654 0.486,-0.579 0.531,0.908 2.124,-1.051-0.722,-20.849 5.244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220.000 486.000,'0.032'0.000,"0.049"0.000,0.056 0.000,0.057 0.000,0.051 0.000,0.044 0.000,0.037 0.000,0.029 0.000,0.022 0.000,0.015 0.000,-0.308 0.000,0.310-0.027,0.504-0.138,0.542-0.158,0.354-0.103,-0.912 0.204,0.122-0.048,1.654-0.472,0.017-0.008,0.254-0.066,-0.249 0.102,2.323-0.530,-1.458 0.402,-0.043 0.050,-2.502 0.572,2.069-0.390,1.070-0.056,0.434 0.090,-0.212 0.151,-3.400 0.337,0.002 0.009,4.033-0.101,-0.583 0.171,-0.201 0.133,-3.283-0.092,3.844 0.366,-3.820-0.314,3.845 0.485,-0.186 0.088,-3.693-0.525,0.954 0.143,1.059 0.152,2.155 0.322,-0.099 0.006,-2.071-0.321,-1.948-0.286,2.016 0.316,2.089 0.358,-0.163 0.007,-3.942-0.666,0.947 0.166,2.406 0.445,-0.288-0.024,-0.366-0.042,-2.898-0.559,0.714 0.157,1.607 0.434,-0.259 0.021,-0.542-0.109,-0.696-0.164,0.673 0.324,-0.415-0.023,1.736 2.077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239.000 455.000,'-0.050'0.033,"-0.079"0.053,-0.094 0.063,-0.096 0.064,0.012-0.033,0.183-0.160,0.241-0.202,0.254-0.210,0.239-0.196,0.208-0.170,0.118-0.180,0.692-0.650,0.485-0.462,-1.284 1.245,0.589-0.629,0.808-0.851,0.289-0.285,0.246-0.206,-2.057 2.072,2.486-2.367,0.224-0.114,0.109-0.011,0.021 0.064,-1.775 1.592,1.803-1.494,-0.019 0.067,-0.055 0.077,-0.110 0.098,-0.954 0.731,0.941-0.878,-0.327 0.248,6.750-6.422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294.000 386.000,'0.010'0.029,"0.014"0.045,0.018 0.052,0.018 0.052,0.015 0.047,0.014 0.043,0.012 0.034,0.009 0.028,0.142-0.016,-0.128-0.193,0.370 0.155,0.235 0.015,-0.152-0.100,0.096-0.007,0.419 0.041,-0.183-0.069,0.086-0.015,0.133-0.002,0.115 0.007,-0.365-0.047,1.096 0.121,0.159 0.030,0.342 0.042,-0.038-0.010,-0.555 0.013,-0.059 0.065,-0.342 0.001,0.702 0.401,-0.657-0.075,-0.227 0.070,-0.989-0.562,0.256 0.255,0.393 0.971,-0.363 0.282,-0.345 0.207,-0.211-1.494,-0.094 1.373,-0.149 0.052,-0.066-0.232,-0.077-0.024,0.133-0.691,-3.242 8.212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589.000 329.000,'0.037'-0.055,"0.060"-0.091,0.073-0.109,0.116-0.032,0.172-0.024,-0.057 0.050,0.273-0.114,0.145 0.000,0.144 0.017,-0.443 0.186,0.424-0.068,1.405-0.084,0.432 0.142,-1.155 0.113,0.176 0.079,1.856 0.178,0.555 0.094,-1.537-0.097,1.982 0.138,0.415 0.026,0.335 0.016,-1.824-0.136,0.149-0.010,2.757 0.144,-0.084 0.009,-1.006-0.089,-1.223-0.083,2.241 0.065,-0.100-0.040,-4.916-0.177,4.453 0.113,-1.363-0.057,0.821-0.005,-0.011-0.020,-3.786-0.058,4.828 0.041,-0.006-0.019,-0.209-0.015,-0.344-0.013,-4.332-0.011,6.208-0.002,0.135-0.009,-0.048-0.006,-4.686 0.008,3.121-0.007,0.606-0.001,-0.370-0.000,-5.008 0.010,2.776-0.005,1.376-0.001,0.463 0.000,-0.396 0.001,-0.725 0.003,-1.291 0.028,1.567 0.058,-0.380 0.027,-3.752-0.083,3.017 0.174,-1.122-0.014,0.788 0.126,-0.219 0.055,11.139 2.327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701.000 382.000,'-0.071'0.071,"-0.117"0.117,-0.238 0.201,-0.165 0.107,-0.137 0.070,-0.027-0.026,0.018-0.061,0.184-0.245,0.203-0.303,0.229-0.335,0.144 0.055,0.114-0.114,0.140-0.130,0.366-0.492,0.260-0.300,0.165-0.220,0.092-0.150,0.062 0.055,0.164-0.132,-0.535 0.727,0.596-0.688,0.842-0.891,-0.120 0.237,0.102-0.022,-0.251 0.300,0.417-0.393,0.043 0.014,-0.384 0.414,-0.064 0.067,-1.363 1.388,-0.004 0.004,2.512-2.496,-0.326 0.413,-0.419 0.518,-1.134 1.127,-0.161 0.291,0.252 0.328,-0.501 0.783,-0.521 0.136,-0.172 0.662,-0.342 0.718,-0.329 0.465,-0.148 0.077,0.066-0.410,-0.527 1.715,-0.019 0.188,0.170-0.590,0.185-0.775,-0.149 0.419,0.014-0.046,0.632-2.039,-0.737 2.402,-0.085 0.107,-0.016-0.255,-0.025-0.310,0.598-1.548,-0.709 1.221,0.023-0.410,0.049-0.403,0.655-1.001,-0.008-0.076,-0.994 0.312,-0.018-0.543,0.728-0.297,0.023-0.151,-0.404-0.451,0.155-0.220,0.315-0.031,0.239 0.156,-0.138-0.565,0.155-0.012,0.174 0.261,0.153 0.504,-0.031-0.591,0.117 0.089,0.030 0.781,0.049-0.658,0.065 0.222,0.303-0.389,0.190 0.111,-0.477 0.751,0.355-0.342,0.307-0.129,0.101 0.048,0.060 0.048,-0.701 0.417,1.544-0.607,0.402 0.030,0.280 0.072,-1.974 0.523,13.056-1.639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550.000 389.000,'0.028'0.019,"0.043"0.028,0.048 0.032,0.048 0.032,0.043 0.029,0.037 0.025,0.030 0.020,0.024 0.015,0.016 0.012,-0.051-0.047,0.009-0.014,0.009-0.018,0.018-0.027,0.061-0.017,0.010-0.024,0.065-0.011,-0.165-0.027,0.431 0.014,0.220-0.011,0.161-0.010,0.111-0.007,-0.154-0.034,0.139-0.022,-0.324 0.007,0.868-0.064,0.177-0.042,-1.341 0.099,2.964-0.363,-0.433 0.021,-0.681 0.069,0.076-0.026,-0.786 0.097,2.958-0.439,-0.355 0.041,-0.002-0.008,-1.523 0.231,0.813-0.101,0.194 0.003,-0.340 0.077,-0.632 0.109,-0.263 0.108,-0.011 0.080,-0.314 0.084,-0.521 0.076,-0.275 0.073,-0.189 0.064,-0.280 0.030,-0.248 0.011,-0.266-0.062,1.353 0.766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597.000 382.000,'0.015'0.023,"0.024"0.036,0.027 0.039,0.026 0.039,0.023 0.036,0.021 0.031,0.015 0.024,0.014 0.018,0.008 0.015,0.007 0.008,0.004 0.007,-0.009 0.031,-0.024 0.032,-0.064-0.145,0.015 0.017,0.010 0.046,0.003 0.070,-0.077-0.210,0.151 0.866,-0.047 0.062,0.009 0.206,0.024 0.157,0.008 0.518,-0.002 0.514,-0.013-0.042,0.019 0.183,-0.020-0.204,0.000 0.199,0.098 2.218,-0.026 0.225,-0.109-1.982,-0.013-0.049,-0.013-0.103,-0.071-1.937,0.065 2.167,-0.018-0.261,-0.023-0.601,-0.010-0.185,0.032 0.586,0.031-0.462,0.044-0.443,0.050-0.404,1.273-1.957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594.000 430.000,'0.000'-0.134,"0.000"-0.202,-0.060-0.001,-0.096-0.021,0.027 0.095,-0.161-0.167,-0.007 0.157,0.023 0.209,0.037 0.221,0.045 0.208,0.043 0.183,0.129-0.440,0.159 0.919,0.183 0.394,-0.194-0.866,0.007 0.062,0.320 1.468,0.054 0.093,-0.156-0.899,0.050 0.091,0.476 1.349,0.052-0.028,-0.413-1.273,0.022-0.051,0.477 0.702,0.111-0.287,0.135-0.461,-0.724-0.880,0.821 0.093,0.047-0.404,0.218-0.518,0.078-0.388,-0.156-0.154,0.021-0.198,-1.165 0.825,1.987-1.803,0.247-0.446,0.148-0.319,-2.230 2.291,12.010-14.773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246.000 442.000,'-0.046'0.018,"-0.072"0.030,-0.084 0.032,-0.084 0.035,-0.079 0.031,-0.070 0.028,-0.059 0.023,-0.047 0.020,0.167-0.062,-0.587 0.270,-0.259 0.137,0.770-0.318,-0.592 0.416,0.073 0.059,-0.027 0.152,0.129 0.002,-0.016 0.143,-0.368 0.678,-0.338 0.787,0.063 0.160,0.928-1.528,-0.573 1.392,-0.055 0.537,0.136 0.088,0.072 0.411,0.330-0.706,0.199-0.439,0.119-0.131,0.128-0.455,0.119-0.153,0.259 0.654,0.282-0.459,-0.215-1.180,0.218 0.185,0.377-0.011,0.036-0.317,0.109-0.194,-0.022-0.217,0.092-0.188,0.496-0.362,0.120-0.299,0.087-0.257,-1.285 0.730,0.944-0.712,1.287-1.325,-0.108-0.197,-1.115 0.952,0.023-0.208,0.516-0.899,-0.011-0.210,-0.038-0.126,-0.982 1.469,0.414-0.813,0.902-2.014,-0.297 0.208,-1.620 3.383,0.799-2.284,-0.246 0.094,-0.242 0.182,-0.392 0.166,-0.228 1.356,-0.563-1.443,-0.453 0.462,-0.318 0.458,1.007 1.430,-2.516-0.322,-1.029 0.981,-0.745 0.822,3.641-0.889,-5.018 2.381,-0.170 0.801,0.334 0.716,3.462-2.370,-2.361 2.284,0.105 0.299,1.178-0.771,0.076 0.197,0.106 0.093,-16.659 26.697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991.000 391.000,'0.080'0.000,"0.086"0.000,0.247-0.016,0.196-0.026,0.189-0.032,0.379-0.067,0.357-0.088,0.323-0.098,0.283-0.103,-0.973 0.202,0.868-0.160,2.716-0.454,0.638-0.048,-4.398 0.730,4.604-0.738,0.401 0.004,0.219 0.069,-3.697 0.511,3.285-0.300,-0.105 0.099,-2.003 0.214,-0.098 0.042,-2.382 0.177,4.157-0.176,0.252 0.061,0.057 0.054,-4.258 0.109,6.112-0.064,-2.906 0.057,0.829 0.014,-0.046 0.016,-0.783 0.011,0.081 0.008,3.193 0.019,-0.328 0.009,-3.015-0.014,0.051 0.001,3.875 0.016,-0.425-0.004,-5.152-0.023,4.321 0.012,-1.710-0.008,-0.353-0.002,-3.892-0.014,4.927-0.071,-3.777 0.036,2.764-0.071,-0.370-0.011,-0.642 0.006,-0.428 0.005,-0.443 0.010,-0.430 0.011,6.172 0.834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595.000 353.000,'-0.072'-0.036,"-0.124"-0.062,-0.226-0.098,-0.121-0.037,-0.049-0.052,-0.073-0.067,-0.068-0.030,-0.061-0.005,-0.577-0.145,0.022 0.077,-0.091 0.028,-0.039 0.044,-0.169 0.074,-0.242 0.092,-0.200 0.123,-0.186 0.140,0.502 0.096,-0.672 0.238,-0.013 0.164,1.839-0.399,-1.953 0.698,-0.779 0.515,1.048-0.325,0.078 0.061,0.050 0.150,0.096 0.103,0.917-0.532,-0.504 0.498,0.105 0.063,0.553-0.417,-1.271 1.735,0.324 0.101,0.351-0.030,1.018-1.623,-0.544 2.109,0.356-0.254,0.209-0.069,0.396-1.589,0.091 0.749,0.153 0.046,0.398 0.769,0.410-0.001,0.000-0.777,1.370 1.150,-0.142-0.873,0.215-0.219,-1.730-1.654,1.456 0.857,1.144 0.113,0.295-0.365,0.163-0.360,-2.725-0.608,3.184-0.007,2.163-0.902,0.262-0.782,-4.169 0.890,1.183-0.506,2.400-1.312,-2.491 0.892,-0.139-0.053,-2.227 1.067,3.225-1.841,1.337-1.262,-0.496-0.210,-1.715 1.028,-0.334 0.004,-0.337 0.027,-0.325 0.041,-0.700 0.594,0.535-1.165,-0.293-0.122,-0.310-0.059,-0.487 0.308,-0.356 0.036,-0.326-0.205,-0.382 0.301,-0.149 1.759,-0.015 0.672,-0.583-1.699,-0.424 0.238,-0.361 0.237,1.025 1.412,-1.008-0.785,-0.201 0.129,-1.563-0.380,-0.276 0.340,2.714 0.941,-2.729-0.213,0.474 0.390,-1.527 0.479,-0.313 0.423,1.044 0.008,1.149-0.166,-4.838 2.176,-0.593 0.974,1.321-0.225,-31.984 23.214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757.000 192.000,'0.056'-0.042,"0.085"-0.064,0.097-0.073,0.096-0.071,0.086-0.065,0.075-0.056,-0.075 0.091,0.198-0.051,0.153-0.005,0.158-0.001,-0.287 0.128,0.099 0.013,0.396-0.064,0.099-0.009,0.224 0.006,0.163 0.017,0.109 0.022,0.067 0.029,-0.457 0.064,-0.028 0.016,0.753-0.033,-0.192 0.039,3.735 0.021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772.000 185.000,'-0.040'0.040,"-0.069"0.069,0.063-0.063,-0.309 0.309,-0.337 0.426,-0.060 0.195,0.032-0.154,-0.112 0.133,-0.065 0.146,-0.051 0.145,0.242-0.207,-0.391 0.793,-0.051 0.222,-0.159 0.412,0.797-1.442,-0.445 1.288,-0.003 0.511,0.136 0.100,0.484-1.621,0.028 0.034,-0.248 1.767,0.127-0.090,0.090 0.407,0.177-1.416,0.040 0.211,0.074-0.171,1.260 6.615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758.000 219.000,'-0.012'-0.049,"-0.020"-0.077,-0.022-0.089,-0.022-0.090,-0.021-0.085,-0.019-0.074,0.045 0.181,0.001 0.003,0.053 0.182,0.041-0.126,0.171-0.234,0.107-0.033,0.087-0.006,0.069 0.012,0.300-0.128,0.195-0.013,0.155 0.020,0.122 0.043,-0.584 0.296,1.110-0.304,-0.014 0.102,-0.113 0.102,3.726-0.186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757.000 235.000,'0.081'0.020,"0.125"0.032,0.143 0.035,0.141 0.035,-0.065-0.045,0.040-0.039,-0.343-0.033,0.849-0.167,-0.278 0.000,0.279-0.127,0.160-0.099,-0.412 0.134,1.030-0.397,1.095-0.424,0.190-0.057,-2.479 0.920,13.632-6.864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820.000 197.000,'0.020'0.030,"0.031"0.047,0.037 0.055,0.038 0.056,0.035 0.054,0.032 0.047,0.027 0.041,-0.129-0.170,-0.016 0.431,-0.072-0.120,-0.038 0.043,0.020-0.363,-0.035 0.200,-0.102 0.395,-0.062 0.092,-0.056 0.145,-0.051 0.182,-0.027-0.018,-0.200 0.583,-0.034 0.108,0.134-0.439,-0.011 0.007,0.155-0.460,0.148-0.471,-4.970 11.326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819.000 197.000,'0.035'-0.035,"0.119"-0.119,0.062-0.062,-0.068 0.068,0.249-0.225,0.076-0.038,0.243-0.113,-0.426 0.331,0.365-0.157,-0.038 0.078,-0.483 0.223,0.601 0.096,-0.298 0.098,0.052 0.164,-0.033 0.111,-0.329-0.286,0.421 1.007,-0.096 0.292,-0.095 0.153,-0.289-1.255,0.128 1.012,-0.039 0.125,0.001 0.332,0.001 0.075,-0.081-0.923,0.168 1.678,0.060-0.078,0.066-0.179,-0.296-1.936,0.468 1.507,0.089-0.321,0.035-0.351,-0.250-0.675,0.243-0.123,0.014-0.401,0.184-0.481,-0.684 0.309,0.787-0.908,0.008-0.378,-0.041-0.263,-0.105 0.112,-0.089 0.110,-0.016-0.028,-0.513 1.033,0.603-1.385,-0.404 0.891,0.808-1.641,0.084 0.159,-0.387 0.818,-0.461 0.837,0.515-0.676,-0.090 0.255,-0.263 0.404,-0.073 0.136,0.060 0.178,-0.068 0.416,-0.165 0.213,-0.048 0.185,-0.230-0.244,0.197 0.695,-0.057 0.240,-0.174-0.779,0.080 0.719,-0.027 0.121,0.002 0.858,-0.041 0.233,-0.054-1.711,0.015 1.369,-0.015 0.036,0.014 0.535,0.036-0.093,-0.007-1.320,0.079 0.467,0.036-0.061,2.148 6.974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1052.000 451.000,'-0.078'-0.016,"-0.132"-0.026,-0.161-0.032,0.161 0.020,-0.577-0.239,-0.258-0.154,0.360 0.129,-0.080-0.031,-0.096-0.015,-0.066-0.015,-0.040-0.016,0.630 0.263,-0.822-0.260,-0.110 0.011,-1.176-0.163,-0.216 0.136,2.092 0.340,-1.513 0.005,-0.335 0.138,-1.982 0.428,-0.587 0.382,1.365-0.045,-0.203 0.228,-0.189 0.229,-1.532 0.808,0.005 0.287,4.166-1.776,-2.676 1.413,0.111 0.142,2.645-1.426,-3.622 2.648,0.349 0.276,1.375-0.771,0.268 0.197,-1.469 2.999,0.976-0.110,1.639-1.620,1.072-2.196,0.141 3.601,1.015-0.541,-0.325-4.295,1.769 3.260,-0.449-1.897,0.271-0.233,1.103 0.218,-0.328-0.899,0.309-0.319,0.247-0.320,0.194-0.309,2.929-0.639,-3.625-0.016,3.840-1.138,0.541-0.768,1.374-1.238,-4.933 1.898,5.566-3.076,0.189-0.557,-7.302 4.066,7.759-4.874,-0.742 0.141,-1.059 0.459,-3.629 2.247,-0.288-0.070,1.074-1.682,-0.994 0.030,-1.796 1.624,-0.568 0.080,-0.521-1.724,-1.305 0.490,-0.593 1.953,-2.668-0.905,-0.231 1.128,-0.724 0.485,0.640 0.785,-0.392 0.340,-0.407 0.466,-1.219 0.598,-0.304 0.544,-36.956 16.659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85.000 710.000,'0.053'0.080,"0.040"0.086,0.083 0.169,0.052 0.088,0.050 0.066,0.068 0.059,0.046-0.011,0.035-0.035,0.030-0.051,-0.208-0.253,0.051-0.024,1.177 0.078,0.621-0.203,-1.699-0.044,2.206-0.153,1.035-0.267,0.677-0.250,-2.685 0.400,2.004-0.336,1.807-0.309,0.050-0.014,-4.477 0.750,3.538-0.658,-0.321 0.043,0.176-0.035,2.277-0.346,-5.344 0.936,5.789-0.974,0.150-0.010,-0.147 0.082,-4.320 0.704,3.384-0.450,-0.251 0.084,-1.585 0.240,-0.299 0.068,-0.801 0.120,-0.218 0.049,-0.213 0.047,-0.980 0.111,0.845-0.040,-0.094 0.039,0.660-0.018,-0.254 0.012,8.527-0.519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286.000 293.000,'0.030'-0.020,"0.047"-0.031,0.055-0.037,0.056-0.038,0.054-0.035,0.047-0.032,0.041-0.027,0.086 0.037,0.113 0.008,0.089 0.013,0.064 0.018,-0.290 0.076,0.688-0.047,0.886-0.007,0.293 0.033,-0.849 0.049,-0.377 0.016,2.539-0.061,0.345-0.050,-3.197 0.110,1.545-0.054,0.090-0.002,1.667-0.050,-0.162 0.011,-1.338 0.054,-0.764 0.025,3.598-0.050,0.016 0.021,-1.337 0.077,-2.006 0.006,3.097 0.074,-0.194 0.027,-3.953-0.091,3.957 0.149,-0.041 0.072,-0.093 0.078,-3.846-0.254,4.011 0.361,-2.022-0.163,-0.053 0.000,2.411 0.231,-2.019-0.200,1.957 0.159,0.227 0.010,-1.832-0.164,-0.039-0.016,1.815 0.158,-0.013 0.045,-4.201-0.381,5.108 0.427,-1.146-0.136,-0.642-0.115,-0.035-0.096,0.702-0.122,0.105-0.157,-3.955 0.058,2.861-0.170,0.156-0.105,-1.376 0.058,1.631-0.204,0.069-0.050,0.091-0.052,0.049-0.039,0.018-0.030,1.573-0.264,-0.164-0.047,0.826-0.132,-0.181 0.023,-3.779 0.584,1.656-0.211,0.048 0.033,0.876-0.066,0.049 0.037,0.833-0.027,1.616-0.047,-2.563 0.307,-0.082 0.097,-0.826 0.110,2.510 0.029,-0.280 0.136,-0.374 0.116,-2.413 0.038,1.697 0.165,-0.243 0.109,-0.295 0.092,0.746 0.267,0.412 0.206,-0.294 0.042,-2.868-0.394,-0.106 0.035,1.891 0.590,-0.312 0.173,-2.926-0.812,1.640 0.630,0.790 0.564,-0.609 0.047,4.877 4.735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407.000 246.000,'-0.074'0.098,"-0.115"0.154,-0.133 0.178,0.171-0.233,-0.390 0.578,-0.028 0.160,0.463-0.758,-0.110 0.232,-0.113 0.358,-0.304 1.147,-0.004 0.315,0.365-1.337,-0.233 0.686,-0.168 0.532,-0.039 0.199,-0.200 0.603,-0.123 0.152,0.774-2.291,-0.829 2.401,-0.005-0.065,0.047-0.146,0.309-0.878,0.004-0.163,0.022-0.165,0.036-0.163,-3.089 4.981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412.000 239.000,'0.149'-0.119,"0.241"-0.193,0.200-0.142,0.158-0.098,-0.141 0.169,0.339-0.131,0.068 0.023,0.017 0.039,0.011 0.237,-0.531 0.164,0.450 0.209,-0.088 0.239,-0.103 0.215,-0.255-0.030,0.015 0.417,-0.185 0.189,-0.195 0.158,-0.337 0.633,-0.185-0.288,-0.221 0.075,-0.207 0.048,-0.157-0.050,-0.574 0.480,-0.083-0.265,0.696-0.986,-0.020-0.081,-0.633 0.364,0.072-0.250,-3.693 0.791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605.000 298.000,'-0.064'0.000,"-0.103"0.000,-0.121 0.000,-0.009-0.052,0.169-0.078,0.233-0.088,0.255-0.088,0.245-0.077,0.054 0.047,0.193-0.019,0.197-0.012,-0.797 0.283,1.081-0.286,0.264-0.007,0.205 0.014,0.157 0.026,-1.456 0.255,1.818-0.210,1.348-0.035,0.229 0.074,-3.184 0.209,2.226-0.096,-0.030 0.032,-0.111 0.027,0.663 0.017,-0.167 0.028,-0.239 0.021,-0.783 0.012,-0.205 0.006,5.395 0.117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310.000 230.000,'-0.092'-0.037,"-0.151"-0.060,-0.182-0.073,0.316 0.129,-0.840-0.214,-0.001 0.068,-0.161 0.044,0.189 0.136,0.604 0.020,-0.771 0.173,-0.131 0.139,-0.352 0.280,-0.110 0.237,1.186-0.568,-1.198 0.944,-1.669 2.030,0.516-0.161,-0.071 0.342,-0.055 0.743,-0.185 0.940,0.163 0.327,0.222 0.128,2.147-4.282,-1.125 2.668,-0.323 1.442,0.284 0.007,0.287-0.077,0.557-1.370,0.652-2.643,-0.431 3.899,0.473-0.153,0.629 0.794,0.637-0.659,-0.070-1.951,0.214-0.411,0.041-0.720,0.170-0.315,1.402 0.156,0.049-0.940,0.292-0.654,-0.101-0.594,-2.247 0.141,2.094-0.731,0.127-0.429,-0.264-0.222,0.121-0.342,2.882-2.923,0.245-1.096,-2.801 2.546,-0.126-0.065,1.237-1.889,-0.330-0.127,-2.284 2.972,0.615-1.228,-0.232 0.009,0.020-0.535,-0.315 0.128,-1.279 2.881,0.627-2.351,-0.307-0.021,-0.288 0.010,-0.352-1.084,-0.470 0.184,-0.314 1.079,-0.806-1.045,-0.436 0.189,-0.299 0.268,1.592 2.952,-0.767-0.898,-1.560-1.140,-0.415 0.319,-0.841 0.101,-0.184 0.516,-26.628 3.271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358.000 653.000,'-0.045'0.134,"-0.067"0.202,0.003 0.077,0.036 0.018,0.056-0.024,0.119-0.129,0.171-0.033,0.033-0.108,0.111-0.065,0.321-0.073,0.141-0.068,0.572-0.088,0.375-0.034,-0.424 0.054,0.115 0.002,0.774-0.011,1.395 0.131,-0.909 0.058,0.118 0.038,-2.057-0.053,1.874 0.124,1.943 0.225,0.228 0.090,0.072 0.052,-0.328 0.001,0.020 0.033,0.014 0.030,-3.586-0.449,4.553 0.511,0.081-0.137,-0.037-0.198,-2.296-0.205,1.166-0.128,1.030-0.188,-0.295-0.100,-3.117 0.144,2.462-0.348,1.335-0.332,-0.139-0.104,-2.222 0.355,2.729-0.408,-1.931 0.297,-0.094-0.012,-1.857 0.313,0.018 0.010,2.545-0.347,0.525-0.002,-0.281 0.105,-0.743 0.157,1.828-0.022,-0.080 0.142,-2.943 0.200,1.042 0.002,0.320 0.099,-0.341 0.146,-1.423 0.012,0.071 0.057,2.632 0.263,-0.188 0.043,-3.449-0.294,2.083 0.199,1.528 0.147,-0.271-0.038,-3.385-0.309,2.022 0.172,0.873 0.071,-0.357-0.038,-1.802-0.114,-0.029 0.047,0.791 0.151,-0.144 0.015,-0.179-0.011,-2.344-0.342,2.229 0.356,0.173 0.071,-0.295 0.006,-2.241-0.422,0.610 0.141,1.884 0.535,-1.299-0.311,-0.060-0.006,-0.042 0.010,-0.064 0.008,-0.082 0.005,7.275 3.298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519.000 246.000,'-0.029'-0.010,"-0.045"-0.014,-0.052-0.018,-0.052-0.018,-0.047-0.015,-0.043-0.014,-0.034-0.012,-0.028-0.009,-0.013 0.046,-0.075 0.054,0.101 0.074,-0.048 0.079,-0.431 0.443,-0.172 0.362,0.074 0.009,0.160-0.145,-0.070 0.091,-0.061 0.115,-0.050 0.129,-0.875 1.254,0.676-0.831,-0.206 0.415,0.014 0.115,0.931-1.485,-1.569 3.073,0.449-0.567,0.092 0.163,0.107 0.149,0.401-0.836,0.084 0.002,0.322-0.862,-0.218 1.327,0.139-0.022,0.425-2.174,-0.050 3.522,0.481-0.585,0.474-0.236,-0.026-1.355,1.081 0.951,0.285-0.836,0.458-0.549,-1.345-1.096,0.767 0.094,0.111-0.243,0.965-0.303,0.260-0.470,-0.735-0.203,0.047-0.220,0.005-0.182,0.424-0.358,-0.051-0.173,-1.325 0.539,-0.004-0.068,1.908-1.351,-0.178-0.154,-0.257-0.046,-0.305-0.241,0.119-0.694,-0.153-0.392,-0.169-0.319,-0.427 0.227,0.143-1.076,-0.437 0.002,-1.562 3.963,0.746-4.023,-0.799-0.302,-0.843 0.416,0.410 4.023,-1.051-2.322,-1.830-0.482,-1.149 0.804,-0.406 0.948,3.619 1.572,-4.658-0.412,-0.414 0.834,4.788-0.027,-1.363 0.213,-3.369 0.969,-0.415 0.495,-0.136 0.318,-1.963 1.082,3.430-1.120,-3.822 1.918,0.842-0.110,6.586-3.116,-5.784 3.277,0.963-0.083,5.148-3.182,-1.035 0.739,-16.623 17.234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1055.000 230.000,'-0.040'0.040,"-0.069"0.069,-0.158 0.176,-0.059 0.090,-0.024 0.060,0.110-0.100,0.021 0.032,0.035 0.028,0.014 0.118,0.039 0.056,0.215 0.204,0.348 0.347,0.074-0.167,0.138 0.042,0.162 0.032,0.092-0.028,0.041-0.065,-0.001-0.091,-0.698-0.636,0.632 0.379,0.553 0.102,0.215-0.113,0.168-0.125,-1.342-0.347,1.821 0.016,0.636-0.332,0.368-0.316,0.291-0.280,-0.995 0.124,1.990-0.712,0.052-0.098,-3.701 1.189,2.966-1.054,-1.925 0.637,3.292-1.449,0.199-0.257,-3.274 1.437,1.122-0.565,0.013-0.065,1.087-0.601,-0.104 0.015,0.100-0.123,0.052-0.117,-0.102-0.016,-0.208 0.058,13.917-9.020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1092.000 361.000,'-0.050'-0.025,"-0.075"-0.037,-0.085-0.043,-0.082-0.042,-0.076-0.036,-0.063-0.033,-0.050-0.025,0.293 0.165,-0.197-0.004,-0.064 0.062,-0.200 0.151,-0.161 0.199,0.594-0.239,-1.360 0.766,-0.397 0.334,-0.306 0.274,0.344-0.157,-0.259 0.206,-0.055 0.039,-0.026-0.004,1.225-0.854,-1.034 0.630,0.079-0.077,0.119-0.084,0.543-0.356,0.038-0.071,-6.887 2.416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1068.000 354.000,'0.141'-0.047,"0.142"-0.126,0.110-0.081,0.084-0.046,0.132-0.018,0.327-0.077,-0.242 0.133,0.023 0.021,-0.510 0.174,0.453-0.088,0.040 0.065,0.502 0.127,-0.066 0.153,-0.473 0.034,0.425 0.593,-0.151 0.130,-0.056 0.115,-0.684-0.807,0.808 1.721,-0.025 0.525,-0.051 0.373,-0.382-1.060,-0.022 0.074,0.377 1.738,-0.074-0.092,-0.675-2.898,4.057 12.285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822.000 296.000,'0.074'-0.015,"0.115"-0.023,0.133-0.026,0.136-0.028,0.126-0.025,-0.068 0.019,0.033 0.001,-0.020 0.014,0.199-0.019,0.268-0.039,0.470-0.060,0.229-0.019,-0.028-0.014,0.255-0.069,0.217-0.045,0.178-0.027,2.131-0.355,-1.130 0.195,0.213-0.017,-1.455 0.239,2.363-0.290,0.638-0.019,-0.155 0.075,-2.755 0.297,0.005-0.003,2.147-0.253,-0.157 0.026,-0.246 0.040,-2.948 0.330,18.366-2.421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365.000 291.000,'0.045'-0.011,"0.068"-0.018,0.080-0.019,0.079-0.020,0.073-0.018,0.065-0.016,0.052-0.014,-0.105 0.027,0.283-0.016,-0.083 0.020,0.135-0.025,0.290-0.033,0.139-0.006,0.139 0.002,0.135 0.009,0.615-0.015,-0.339 0.046,0.012 0.016,-0.023 0.016,-1.245 0.057,1.415-0.042,-0.025 0.014,-0.060 0.013,0.231 0.010,-1.213 0.015,0.981-0.001,-0.197 0.007,-0.652 0.002,4.517 0.051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721.000 390.000,'-0.134'-0.045,"-0.202"-0.067,0.099 0.042,-0.308-0.062,-0.104 0.001,-0.068 0.009,0.408 0.087,-0.370 0.111,-0.130 0.194,-0.011 0.170,0.637-0.332,-0.196 0.191,-0.511 0.837,-0.035 0.437,-0.009 0.380,0.513-0.960,-0.000 0.102,-0.394 1.582,0.144-0.095,0.056 0.160,0.162-0.324,-0.027 0.927,0.236-0.849,0.114 0.695,0.169-0.247,0.034-1.551,0.068-0.095,0.714 1.266,-0.210-1.291,0.128-0.280,0.538-0.296,-0.585-0.492,1.668-0.806,0.451-0.999,-0.376-0.250,-1.194 0.786,2.108-2.478,-0.049-0.527,-0.130-0.477,-1.396 1.748,0.333-0.943,-0.316 0.120,-0.398-0.651,-0.716 0.927,-0.439 0.432,-0.353 0.458,-8.693-3.242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784.000 416.000,'0.037'-0.009,"0.057"-0.015,0.068-0.016,0.066-0.017,0.065-0.016,0.055-0.014,0.047-0.012,0.037-0.009,-0.343 0.086,0.559-0.082,0.229 0.009,-0.502 0.048,0.333-0.042,-0.148 0.025,1.423-0.118,0.374-0.001,0.508 0.013,-2.279 0.137,3.185-0.123,0.216 0.030,-0.876 0.097,0.052 0.046,-0.067 0.032,-0.145 0.020,9.933 0.593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877.000 395.000,'0.006'0.029,"0.008"0.043,0.011 0.052,0.010 0.049,0.008 0.046,0.009 0.040,0.007 0.033,0.004 0.026,0.005 0.019,0.002 0.013,0.002 0.009,0.001 0.006,-0.000 0.003,0.001 0.001,-0.009 0.105,-0.042 0.136,-0.057 0.237,-0.004-0.128,-0.033 0.563,-0.083 0.554,-0.101 0.335,-0.012 0.025,-0.018 0.226,-0.022 0.166,-0.024 0.113,-0.050 0.095,-0.065-0.017,-0.024-0.073,0.005-0.108,-0.001-0.063,0.044-0.291,0.054-0.322,0.056-0.325,0.012-0.241,0.078-0.635,0.065-0.596,0.055-0.523,0.042-0.320,0.029-0.239,0.026 0.760,-0.004-0.508,0.006-0.084,0.008-0.553,0.007-0.087,-0.006 0.775,0.004-0.358,0.002-0.010,0.035-0.501,0.048 0.070,0.864-4.207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879.000 391.000,'0.047'0.000,"0.079"0.000,0.096 0.000,0.148-0.074,0.120-0.057,0.050-0.019,0.035 0.015,0.036 0.011,0.002 0.016,-0.104-0.013,-0.079 0.018,0.302-0.063,0.045 0.001,-0.602 0.131,0.595-0.046,-0.131 0.043,0.549 0.066,0.028 0.093,0.075 0.123,-1.029-0.193,1.124 0.332,-0.055 0.127,-0.258-0.027,0.080 0.128,-0.108 0.040,-0.221 0.059,0.026 0.346,-0.359-0.285,-0.114 0.015,-0.218 0.231,-0.165-0.221,-0.112 0.019,-0.097 0.005,-0.085-0.002,0.185-0.547,-0.568 0.905,-0.172 0.004,-0.130-0.029,-0.093-0.050,-0.441 0.210,0.258-0.351,0.330-0.287,0.037-0.043,0.309-0.231,-0.772 0.597,0.167-0.073,0.194-0.114,0.629-0.496,-0.354 0.397,0.259-0.182,0.103-0.031,0.202-0.248,0.034 0.021,0.041 0.330,0.203 0.153,0.198 0.067,-0.143-0.445,0.163 0.225,0.063 0.041,0.226 0.287,0.059 0.055,0.219 0.204,0.154 0.072,-0.193-0.258,0.019 0.014,0.198 0.160,0.270 0.370,-0.419-0.496,-0.008-0.061,0.392 0.330,-0.329-0.364,-0.092-0.116,-0.108-0.123,1.609 1.093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708.000 472.000,'-0.035'0.035,"-0.053"0.053,-0.061 0.061,-0.060 0.060,-0.053 0.053,-0.047 0.047,-0.038 0.038,-0.029 0.028,-0.020 0.022,-0.016 0.015,-0.009 0.009,-0.006 0.006,-0.018 0.018,-0.033 0.144,-0.023 0.195,0.402-0.616,-0.370 1.077,0.018 0.503,0.078 0.251,0.310-1.633,-0.062 0.751,0.066 0.001,0.072 0.367,0.067-0.027,0.109-0.414,0.471 0.512,0.192-0.464,0.243-0.392,-0.295-0.449,0.422-0.324,0.279-0.461,0.055-0.363,-1.204 0.679,1.130-1.055,0.657-1.131,0.004-0.401,-0.977 1.223,-0.781 1.052,1.425-2.364,-0.798 1.164,-0.085 0.039,-0.091 0.048,-0.147 0.081,0.081-1.038,-0.410 0.303,-1.905-3.566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772.000 487.000,'0.000'0.055,"0.000"0.091,0.000 0.109,0.074 0.121,0.058-0.045,0.094 0.024,0.104 0.014,0.002-0.096,0.293 0.073,0.179-0.029,0.168-0.036,-0.709-0.216,1.772 0.130,0.200-0.158,0.288-0.155,-0.556-0.030,1.195-0.188,0.377-0.106,0.243-0.078,-1.845 0.252,2.238-0.423,21.712-5.187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868.000 464.000,'0.000'0.061,"0.000"0.094,0.000 0.106,0.000 0.106,0.000-0.198,0.000 0.355,0.000 0.097,-0.141 0.094,-0.018-0.052,-0.302 0.869,-0.106 0.100,0.227-0.608,-0.163 0.645,-0.036 0.302,-0.047 0.239,-0.053 0.185,-0.030 0.208,-0.016 0.118,-3.026 12.986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134.000 286.000,'0.066'0.000,"0.107"0.000,0.124 0.000,0.128 0.000,-0.081-0.013,0.104-0.024,-0.286 0.020,0.628-0.151,0.209-0.130,0.024-0.048,1.488-0.546,-1.395 0.478,0.810-0.334,0.213-0.105,-0.606 0.223,1.487-0.632,0.250-0.090,0.676-0.242,0.079 0.018,-3.000 1.178,2.821-1.036,0.147 0.002,0.019 0.052,-0.076 0.090,-1.693 0.590,-1.117 0.360,2.888-0.725,-0.015 0.133,0.531 0.041,-0.076 0.165,-1.156 0.293,1.471 0.034,-0.001 0.195,-0.007 0.165,-1.514 0.120,1.003 0.190,-0.116 0.119,-0.135 0.082,-3.003-0.349,4.136 0.604,0.617 0.139,-0.004 0.008,-2.619-0.366,-0.048 0.010,1.001 0.188,-0.021 0.001,-0.018 0.014,-0.062-0.024,0.354 0.113,-0.207 0.060,-1.466-0.296,-0.090 0.008,1.513 0.433,-0.245 0.029,-0.907-0.247,-0.143 0.031,-0.473-0.099,-0.122-0.006,8.383 3.507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302.000 346.000,'-0.074'0.000,"-0.120"0.000,-0.146 0.000,0.052 0.000,-0.046 0.000,-0.161 0.047,-0.012 0.079,0.378-0.089,-0.004 0.009,-0.299 0.175,-0.015 0.071,-0.074 0.171,0.019 0.127,0.361-0.407,-0.255 0.593,-0.179 1.320,0.220-0.363,0.049 0.227,0.222-1.377,-0.166 2.177,0.096 0.293,0.095-0.260,0.076 0.063,0.067-0.343,0.319 1.549,0.178-0.094,0.102-0.253,0.444 0.241,-0.337-1.693,0.262 0.178,0.095-0.238,-0.470-1.028,-0.330-0.609,1.681 1.653,0.163-0.630,0.064-0.593,-1.349-0.693,0.906-0.104,-0.052-0.362,-0.090-0.311,-1.259 0.337,1.222-0.867,-0.071-0.355,-0.108-0.267,-0.131-0.192,-0.154-0.194,0.108-0.936,-0.213-0.209,-0.860 2.515,0.332-1.463,-0.102-0.191,-0.072-2.033,-0.369-0.262,-0.383-0.123,0.152 2.836,-0.697-2.293,-0.274 0.197,0.923 3.097,-0.815-1.702,-1.332-1.418,0.835 1.774,-0.134 0.196,1.136 1.377,-1.380-1.011,-0.150 0.322,0.646 0.610,-1.740-0.064,-0.154 0.581,2.519 0.197,-1.823 0.344,-0.058 0.337,0.865-0.053,-2.062 1.230,-0.067 0.425,-17.469 15.730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357.000 425.000,'-0.025'0.062,"-0.040"0.101,-0.048 0.118,-0.049 0.125,-0.049 0.121,0.013-0.058,-0.251 0.628,-0.020 0.166,-0.045 0.291,0.171-0.392,-0.098 0.601,0.032 0.164,0.043 0.120,0.277-1.524,-0.270 2.655,0.128 0.112,0.125-0.066,0.089-2.624,0.010 0.002,0.083 1.234,0.192 0.583,0.138-0.117,0.111-0.178,0.491 0.390,0.169-0.407,0.061-0.427,-1.005-1.379,0.743 0.661,0.034-0.232,0.023-0.215,0.015-0.226,-0.534-0.199,-0.002-0.072,0.502-0.277,-0.030-0.244,3.576-5.760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347.000 440.000,'-0.098'0.025,"-0.154"0.038,-0.178 0.044,0.116-0.035,-0.196 0.040,0.008-0.001,0.052-0.006,0.168-0.007,0.260-0.014,0.130-0.027,0.109-0.008,-0.022-0.024,0.770-0.022,0.469-0.082,0.413-0.090,-0.980 0.087,0.872-0.118,0.156-0.072,0.230-0.062,0.275-0.051,-0.943 0.144,2.638-0.473,0.086-0.046,-0.155 0.004,10.283-2.163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444.000 446.000,'0.053'-0.013,"0.093"-0.024,0.437-0.072,0.322-0.022,-0.462 0.065,1.287-0.306,0.196-0.080,0.283-0.081,-0.391 0.061,1.173-0.329,0.436-0.115,0.322-0.071,-2.794 0.737,3.324-0.785,0.359-0.071,-1.071 0.278,0.039 0.022,-1.182 0.263,3.776-0.881,19.151-4.695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502.000 419.000,'0.037'0.000,"0.061"0.000,0.071 0.000,0.074 0.000,0.073 0.000,0.245-0.074,0.283-0.115,0.338-0.059,-0.664 0.145,1.159-0.164,0.306 0.014,-0.735 0.138,0.051 0.058,-0.406 0.051,0.724 0.100,0.001 0.093,0.250 0.154,-0.060 0.124,-0.110 0.112,-0.145 0.100,-0.175 0.133,-0.237 0.089,-0.269 0.052,-0.281 0.023,-0.458-0.729,-0.016 0.006,0.093 0.600,-0.256 0.866,-0.085-0.650,-0.091 0.013,0.045-0.344,-0.193 0.405,-0.251 0.393,-0.062-0.046,-0.011-0.088,0.187-0.409,0.024-0.060,-2.255 3.974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571.000 409.000,'-0.147'0.221,"-0.024"0.036,-0.031 0.044,0.148-0.218,-0.137 0.220,-0.018 0.037,-0.237 0.317,-0.103 0.045,0.157-0.235,-0.214 0.400,-0.047 0.197,-0.018 0.152,0.340-0.559,-0.201 0.482,-0.201 0.621,0.017 0.167,0.046 0.107,0.503-1.524,-0.474 1.673,0.046 0.046,0.063-0.026,0.184-0.566,0.064-0.029,0.057-0.039,0.031 0.164,0.059-0.137,0.108-1.152,0.025 0.778,0.065-0.103,0.076-0.110,0.177 0.119,0.110-0.224,0.090-0.217,3.469-0.463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546.000 422.000,'0.000'0.089,"0.000"0.146,0.110 0.128,0.174 0.040,0.094-0.083,0.185-0.065,0.442-0.101,0.429-0.158,0.192-0.084,-0.204-0.036,0.808-0.116,0.251-0.043,-1.178 0.126,0.074-0.012,1.751-0.249,0.214-0.036,0.090-0.006,-0.005-0.075,14.031-3.352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627.000 391.000,'-0.140'0.028,"-0.213"0.043,-0.243 0.048,0.359-0.048,-0.321 0.158,-0.265 0.247,-0.094 0.197,0.552-0.367,-0.171 0.239,0.024 0.081,-0.097 0.257,-0.039 0.174,-0.101 0.318,-0.047 0.232,0.037 0.049,0.049-0.004,-1.982 5.974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346.000 480.000,'0.043'0.000,"0.064"0.000,0.074 0.000,0.072 0.000,0.065 0.000,0.055 0.000,0.046 0.000,0.033 0.000,0.028 0.000,0.095 0.000,0.021 0.000,-0.136 0.000,0.052 0.000,0.015 0.000,0.009 0.000,0.005 0.000,-0.055 0.000,-0.039 0.000,0.075 0.067,-0.102 0.101,-0.100 0.113,-0.087 0.110,-0.159-0.245,0.047 0.283,-0.039 0.130,-0.034 0.028,-0.023-0.126,-0.008 0.232,-0.013 0.094,-0.005-0.375,-0.012 0.691,-0.004-0.079,-0.003 0.020,0.032-0.317,0.031 0.146,0.018 0.006,0.031-0.010,0.037-0.021,-0.002-0.141,0.010-0.022,-0.087-0.460,0.195 0.651,0.023-0.008,-0.201-0.655,0.205 0.494,0.053-0.056,0.130 0.006,0.086-0.091,-0.401-0.431,0.670 0.299,0.161-0.204,-0.275-0.145,0.048-0.055,-0.229-0.041,0.333-0.093,0.065-0.078,0.053-0.069,0.199-0.163,0.006-0.128,-0.831 0.378,0.772-0.428,1.248-0.789,0.162-0.147,-1.610 0.967,0.475-0.302,1.217-0.835,-0.062-0.051,-1.629 1.117,0.878-0.632,0.352-0.261,-0.147 0.110,-0.411 0.301,-0.417 0.288,0.597-0.375,0.023 0.067,-0.270 0.169,-0.100 0.027,-0.113 0.018,-0.219 0.157,-0.025 0.060,-0.169 0.098,-0.312 0.209,0.388-0.266,-0.051 0.046,-0.415 0.272,0.421-0.304,-0.077 0.058,0.139-0.074,-0.047 0.059,-0.055 0.058,-0.133 0.102,-0.140 0.098,-0.131 0.091,-0.118 0.076,-0.097 0.062,-0.078 0.049,-0.059 0.035,-0.043 0.025,-0.030 0.017,-0.018 0.009,-0.009 0.004,-0.005 0.001,0.000-0.000,0.003-0.004,0.003-0.002,0.005-0.003,0.004-0.004,0.004-0.002,0.017-0.020,0.024-0.030,0.025-0.032,0.026-0.032,0.024-0.030,0.019-0.025,0.016-0.020,0.012-0.017,0.010-0.011,-0.111 0.131,0.198-0.095,0.076-0.025,0.060-0.010,0.046 0.003,-0.035 0.036,0.020 0.012,-0.027 0.035,0.058 0.011,0.571-0.050,0.042 0.039,-0.910 0.099,1.030-0.136,0.226-0.033,-0.022 0.008,-1.177 0.152,1.199-0.114,-0.247 0.021,0.021-0.025,0.006-0.009,-0.009-0.001,0.282-0.098,0.086-0.129,-0.495 0.102,0.012-0.015,-0.006-0.003,0.331-0.116,-0.070-0.013,-0.328 0.114,0.366-0.083,0.306-0.044,-0.119 0.067,-0.232 0.089,-0.127 0.059,-0.123 0.056,-0.023 0.047,-0.220 0.071,-0.210 0.059,-0.184 0.050,-0.154 0.037,-0.121 0.028,-0.092 0.019,-0.070 0.002,-0.051-0.012,-0.034-0.019,-0.021-0.022,-0.011-0.019,-0.004-0.019,0.001-0.015,0.003-0.011,0.005-0.010,0.004-0.007,0.005-0.003,0.005-0.004,0.002 0.000,0.004-0.001,0.002-0.001,0.001 0.002,0.001 0.000,0.000 0.000,0.001 0.001,0.000 0.001,0.000 0.000,0.000 0.001,-0.000-0.001,-0.001 0.001,0.001 0.000,-0.001 0.000,0.000 0.000,0.000 0.001,0.000-0.001,0.000 0.000,0.000 0.000,0.000 0.000,0.000 0.000,0.000 0.000,0.000 0.000,0.000 0.000,0.000 0.000,0.000 0.000,0.000 0.000,0.000 0.000,0.005 0.012,0.007 0.017,0.007 0.019,0.007 0.020,0.006 0.017,0.007 0.014,0.003 0.011,0.004 0.010,0.002 0.005,0.002 0.005,0.001 0.003,0.000 0.000,-0.000 0.002,0.001-0.001,-0.001 0.000,0.000 0.000,-0.000-0.002,0.000 0.001,0.000-0.002,-0.001 0.001,0.000-0.001,0.000 0.000,0.000-0.001,0.000 0.029,0.000 0.062,0.000 0.073,0.000 0.099,0.000 0.179,0.000 0.106,0.000 0.072,0.000-0.573,0.000 0.618,0.000 0.351,0.000 0.122,0.000-0.486,0.000 0.022,0.000 0.792,0.000 0.064,0.006-1.362,0.160 1.125,0.074-0.112,-0.056-0.476,0.003-0.092,0.108 0.137,0.003-0.238,-0.001-0.221,-0.004-0.191,-0.032-0.223,0.021-0.220,-0.033-0.177,0.002-0.124,0.007-0.066,0.006-0.018,-0.192 0.438,0.292-0.682,0.188-0.409,0.057-0.071,-0.485 1.059,0.134-0.263,0.320-0.598,0.172-0.354,-0.037-0.011,-0.191 0.364,-0.390 0.847,0.572-1.015,-0.026 0.157,-0.178 0.250,-0.129 0.256,0.249-0.304,-0.008 0.145,-0.263 0.423,0.225 0.011,-0.048 0.213,-0.046 0.142,-0.070 0.089,0.010 0.074,0.023 0.061,0.089 0.046,0.141 0.025,0.080-0.027,-0.457-0.176,0.583 0.104,0.074-0.038,0.027-0.035,-0.042-0.045,0.190-0.014,0.052-0.019,0.009-0.015,0.044-0.012,-0.069-0.008,0.075-0.006,-0.129-0.003,0.021-0.002,0.094-0.002,0.527-0.027,0.049-0.041,-0.438 0.004,0.013-0.010,0.747-0.050,0.034-0.001,-1.196 0.072,0.971-0.047,0.538-0.084,0.036-0.096,-0.981 0.098,1.025-0.216,0.039-0.029,0.054 0.013,-1.101 0.180,-0.062 0.018,0.525-0.062,-0.025-0.003,-0.016 0.011,-0.011 0.022,-1.468 0.190,1.455-0.156,-0.021 0.030,-1.443 0.142,0.469-0.037,1.272-0.069,-0.028 0.036,-0.051 0.032,-0.267 0.031,0.010 0.016,-0.243 0.015,-0.011 0.008,-1.161 0.007,1.473-0.054,0.013-0.022,-0.037-0.012,-0.069-0.004,-0.899 0.026,0.779-0.112,0.023-0.038,0.010-0.036,-0.003-0.038,1.134-0.308,0.462-0.236,-0.062-0.121,-2.697 0.784,1.725-0.609,0.632-0.326,-0.361 0.079,-1.204 0.432,-0.032-0.040,0.570-0.384,-0.158-0.011,-1.377 0.808,1.124-0.678,-0.407 0.198,0.436-0.360,-0.172 0.060,-0.214 0.096,-0.066 0.017,-0.068 0.039,-0.065 0.051,-0.720 0.602,0.657-0.615,0.100-0.191,-0.152 0.047,-0.394 0.421,0.047-0.151,-0.024-0.091,-0.130 0.111,-0.188 0.299,-0.058 0.020,-1.146-1.571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462.000 491.000,'-0.009'0.006,"-0.387"0.307,0.009-0.068,-0.415 0.149,-0.236 0.054,-0.189 0.040,-0.723 0.205,-0.232 0.149,-0.099 0.181,0.870-0.342,-0.814 0.570,0.079 0.154,0.146 0.118,1.580-1.185,0.001 0.020,-1.250 1.463,-0.287 0.938,0.226 0.288,0.791-1.047,-0.133 0.953,0.180 0.134,0.170 0.022,0.551-2.336,-0.314 2.342,0.212-0.081,0.211-0.152,0.200-0.246,0.182-0.298,-0.095-1.238,0.075-0.072,0.570 0.734,0.174-0.294,0.746-0.214,0.326-0.611,0.200-0.587,-0.889-0.185,0.045-0.204,0.757-0.536,-0.089-0.228,0.154-0.526,-0.999 0.546,5.593-9.668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452.000 517.000,'-0.110'-0.037,"-0.174"-0.057,0.024 0.013,-0.056-0.008,0.091 0.037,-0.600-0.115,-0.144-0.049,0.027 0.001,0.012 0.005,0.047 0.017,0.365 0.078,0.066 0.011,0.005-0.021,0.226 0.023,0.234 0.020,0.228 0.019,0.075 0.022,0.093 0.010,-0.275 0.023,0.777-0.014,0.320 0.008,0.030 0.007,0.147 0.005,0.944 0.005,-0.332 0.017,0.113 0.028,0.091 0.034,-0.539 0.003,0.008 0.031,0.015 0.020,0.256 0.040,-0.073 0.006,-1.358-0.127,2.002 0.280,-0.197 0.088,-0.224 0.099,-1.704-0.411,0.712 0.290,-0.118 0.057,0.238 0.418,-0.255 0.196,-0.358-0.143,-0.127 0.092,-0.044 0.494,-0.153 0.195,-0.209-0.503,-0.177 0.933,-0.078-0.358,-0.061 0.084,-0.031 0.113,-0.012 0.081,0.072-0.233,0.073 0.006,0.059 0.229,0.056-1.050,0.133 0.997,0.072-0.333,0.076-0.121,2.970 5.231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495.000 354.000,'-0.015'-0.045,"-0.024"-0.072,-0.029-0.086,-0.030-0.092,-0.177-0.234,-0.264-0.296,-0.229-0.207,0.623 0.844,-0.765-0.841,-0.235-0.014,-0.250 0.029,0.781 0.624,-1.400-0.477,-0.133 0.195,-0.309 0.113,0.712 0.262,-0.790 0.067,-1.316 0.381,-0.190 0.491,3.308-0.509,-2.271 0.785,0.041 0.301,0.123 0.227,2.134-1.067,-1.699 1.189,0.117 0.178,-0.403 0.733,0.301 0.131,1.874-2.024,-0.897 1.280,-0.193 0.955,0.306 0.182,0.309 0.067,0.762-2.300,-0.238 2.410,0.431-0.033,0.332-0.488,0.325-0.131,-0.148-1.133,1.680 1.722,0.279-0.690,0.308-0.400,-2.115-1.596,2.336 0.939,-1.376-0.800,2.524 0.123,0.300-0.499,-3.418-0.178,1.082-0.103,3.813-0.990,-0.457-0.333,-0.116-0.275,-4.146 1.295,2.295-1.010,0.985-0.908,-0.260-0.252,-0.312-0.108,-2.932 1.993,1.664-1.433,-0.230-0.033,0.907-1.676,-0.675 0.011,-1.375 1.494,-0.190-1.039,-0.695 0.085,-0.626 0.147,0.178 2.405,-1.075-2.118,-0.736 0.105,-0.672 0.154,-1.789-0.280,1.441 1.353,-2.279-0.047,-0.687 0.805,-1.309 0.939,2.709 0.311,-0.879 0.571,-0.010 0.416,3.843-1.029,-4.965 2.279,-1.969 1.906,-27.460 24.050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757.000 336.000,'0.056'0.000,"0.085"0.000,0.097 0.000,0.096 0.000,0.086 0.000,0.075 0.000,-0.015-0.030,0.073-0.048,0.524-0.117,0.815-0.264,0.704-0.284,-2.096 0.601,1.395-0.413,1.381-0.386,1.096-0.303,0.414-0.111,-3.699 1.049,2.497-0.680,0.346-0.023,2.547-0.490,0.216 0.101,-5.203 1.094,4.667-0.783,0.008 0.139,-0.127 0.145,-0.218 0.141,1.446 0.040,-2.372 0.292,-0.249 0.107,17.998 1.142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198.000 265.000,'0.027'0.005,"0.042"0.006,0.045 0.008,0.044 0.007,0.040 0.007,0.032 0.006,0.027 0.004,0.020 0.003,0.013 0.002,0.009 0.002,0.006 0.001,0.003 0.000,0.001 0.001,0.000-0.001,-0.001 0.000,-0.001 0.000,-0.002 0.000,-0.001 0.000,-0.001-0.001,-0.002 0.001,-0.039-0.025,0.389 0.007,0.283-0.003,0.271-0.006,-0.905-0.021,0.951-0.022,1.073-0.075,0.576-0.074,0.493-0.078,-0.528 0.038,-1.870 0.131,3.815-0.384,0.577-0.111,0.369-0.076,-2.810 0.318,5.233-0.574,-1.501 0.190,-0.029 0.040,-1.691 0.203,2.085-0.182,0.259 0.014,-1.797 0.181,-0.002 0.031,1.899-0.082,-3.706 0.271,5.578-0.285,-0.330 0.048,-1.687 0.137,0.110 0.045,-1.038 0.072,-0.226 0.035,-2.659 0.078,5.114-0.159,-5.158 0.163,4.154-0.108,-0.306 0.026,0.826 0.015,-0.361 0.036,-0.577 0.032,-5.716 0.084,5.800-0.050,-1.674 0.029,-0.362 0.011,-0.439 0.011,-0.160 0.008,-0.267 0.007,-0.330 0.003,-0.361 0.004,-2.732 0.001,3.309 0.160,-1.462-0.010,-0.213 0.024,-0.518 0.036,-1.358-0.139,2.179 0.483,4.396 3.157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125.000 395.000,'0.071'0.024,"0.117"0.038,0.201 0.056,0.107 0.016,-0.031-0.074,-0.049-0.035,0.332-0.055,0.069-0.073,-0.430 0.048,0.896-0.270,-0.164-0.021,0.037-0.068,-0.860 0.305,1.074-0.390,-0.199 0.085,0.583-0.220,0.101-0.077,-0.884 0.351,1.986-0.617,-1.113 0.400,0.032 0.022,0.352-0.049,0.021 0.055,-1.600 0.394,0.689-0.146,2.880-0.440,0.352 0.119,-2.887 0.413,0.022 0.016,3.375-0.211,0.185 0.112,-3.363 0.199,2.009-0.048,1.100 0.065,0.005 0.106,-2.033 0.011,1.286 0.055,-0.100 0.020,-0.132 0.007,-3.107-0.095,2.950 0.083,-0.875-0.033,1.133 0.018,0.040-0.012,-0.941-0.040,0.063-0.031,-1.047-0.015,3.062-0.048,0.000-0.028,-4.132 0.057,3.758-0.116,-1.150-0.037,2.028-0.200,-0.047-0.056,-0.422 0.039,-1.258 0.104,2.121-0.114,-0.142 0.044,-4.727 0.277,4.273-0.243,0.166-0.009,0.105-0.016,0.079 0.005,-1.551 0.098,-0.098 0.015,-0.046 0.018,-0.002 0.020,1.547-0.028,1.606 0.003,-1.654 0.076,-0.275 0.032,-0.172 0.026,-4.000 0.064,2.723-0.027,0.738-0.009,0.001-0.020,2.144-0.053,-5.546 0.102,5.535-0.106,-0.323 0.008,-3.937 0.077,4.333-0.055,0.076 0.017,-0.104 0.017,-4.199 0.044,2.793-0.015,0.748 0.007,0.019 0.009,-2.138 0.011,2.787 0.001,-0.967 0.006,-0.391 0.004,-0.861 0.002,-0.299 0.002,0.048-0.047,0.058-0.078,0.063-0.050,0.014-0.027,-0.161-0.010,-0.278 0.003,-3.159 0.155,2.992-0.139,-0.210 0.018,-0.283 0.021,-0.320 0.022,-2.420 0.098,2.925-0.083,-0.069 0.027,-0.111 0.024,-2.791 0.050,-0.001 0.001,16.631 0.010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519.000 505.000,'0.038'0.015,"0.060"0.024,0.069 0.028,0.068 0.027,0.064 0.026,0.056 0.022,0.047 0.019,0.036 0.014,0.029 0.011,0.020 0.009,-0.390-0.157,0.140 0.036,0.751 0.110,0.205-0.027,-0.405-0.107,0.710-0.041,0.244-0.045,-0.225-0.009,0.193-0.011,-0.658 0.021,1.444-0.039,-0.116-0.009,0.134-0.028,0.653-0.040,-1.509 0.073,0.102-0.024,3.429-0.278,0.490-0.051,-0.920 0.086,1.486-0.100,0.133-0.011,-3.830 0.278,2.657-0.156,0.065 0.031,-0.722 0.067,-0.121 0.030,-3.165 0.146,3.921-0.183,1.358-0.048,-2.089 0.083,-0.164-0.013,-1.870 0.094,2.432-0.123,0.476-0.013,-0.255 0.028,-1.702 0.040,-0.034-0.025,2.644-0.184,0.196 0.005,0.039 0.032,-3.774 0.229,3.383-0.084,-0.458 0.169,-2.195 0.063,-0.057 0.031,-2.074-0.022,3.734 0.171,-0.068 0.058,-0.404 0.040,0.117 0.034,0.485 0.081,-0.250 0.034,-1.537-0.095,1.328 0.219,-0.193 0.013,-0.276-0.022,-0.184-0.034,-0.020-0.018,-0.123-0.038,1.098 0.041,-1.003-0.155,0.152-0.035,-0.234-0.063,-0.269-0.056,-1.012-0.083,0.751-0.002,-0.154-0.032,0.648 0.051,9.632 0.647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175.000 513.000,'0.141'-0.047,"0.197"-0.076,0.160-0.069,-0.091 0.035,0.087-0.032,0.148-0.046,0.140-0.057,-0.186 0.069,0.940-0.332,0.291-0.075,-1.347 0.468,1.523-0.485,0.263-0.074,0.984-0.313,0.185-0.069,-0.325 0.129,0.305-0.069,-1.346 0.431,1.837-0.499,0.128-0.006,0.183-0.002,0.076 0.004,0.580-0.103,-0.161 0.097,-1.207 0.349,-0.063 0.074,-0.089 0.077,0.956-0.071,-0.201 0.130,-1.163 0.260,-0.146 0.103,-0.148 0.084,-0.160 0.070,-0.165 0.056,-0.058 0.071,0.269 0.102,-0.136 0.080,-0.153 0.048,-0.158 0.026,-1.506-0.237,9.035 3.353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110.000 481.000,'0.032'-0.011,"0.049"-0.016,0.054-0.018,0.055-0.018,0.048-0.016,0.043-0.015,0.032-0.010,0.027-0.010,0.038 0.013,-0.068 0.026,-0.027-0.020,0.015-0.056,0.139-0.067,0.095-0.071,0.180-0.082,0.094-0.008,0.016 0.007,0.085-0.006,0.040 0.013,0.009 0.026,0.397-0.030,0.150-0.011,-0.566 0.159,0.041 0.012,0.047-0.012,0.022-0.030,0.097-0.017,0.484-0.123,0.021-0.030,7.089-2.178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747.000 273.000,'0.094'0.000,"0.157"0.000,0.064 0.000,0.076 0.000,-0.272-0.006,0.689-0.160,0.073-0.073,0.140-0.078,-0.272 0.092,0.740-0.167,-0.222 0.068,0.041-0.017,0.109 0.004,0.445-0.054,-0.400 0.109,-0.064 0.035,-0.089 0.037,-0.100 0.035,-0.214 0.066,-0.047 0.056,3.759 0.867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754.000 274.000,'-0.055'0.037,"-0.091"0.060,-0.109 0.073,-0.135 0.110,-0.122 0.113,0.396-0.300,-0.429 0.381,-0.077 0.073,0.293-0.232,0.161-0.146,-0.912 1.098,-0.087 0.136,0.251-0.170,0.445-0.581,-0.815 1.265,-0.048 0.190,0.505-0.722,-0.325 0.705,-0.257 0.677,0.124-0.067,0.322-0.602,0.239-0.525,-4.510 9.660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743.000 291.000,'0.054'0.000,"0.093"0.000,0.151 0.000,0.080 0.000,0.038 0.000,0.062-0.018,0.104-0.031,0.321-0.049,0.109-0.018,-0.523 0.063,0.641-0.053,0.244-0.038,0.016-0.038,-0.456 0.054,0.022-0.002,-0.311 0.045,1.000-0.117,-0.065 0.022,-0.533 0.085,-0.064 0.045,3.576 0.686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744.000 305.000,'-0.024'0.094,"-0.038"0.157,-0.013-0.006,-0.032 0.037,0.069-0.182,-0.209 0.514,-0.009 0.076,0.055-0.036,0.078-0.079,0.116-0.170,0.121-0.066,0.132-0.065,0.094-0.071,-0.245-0.155,0.382 0.067,0.128-0.060,-0.212-0.040,0.072-0.048,1.191-0.310,0.083-0.109,0.153-0.100,-1.466 0.425,11.266-4.325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806.000 275.000,'0.064'-0.021,"0.103"-0.035,0.121-0.040,-0.153 0.051,0.276-0.092,0.002-0.001,-0.033 0.012,-0.051 0.016,-0.097 0.106,-0.040 0.135,-0.039 0.157,-0.116-0.043,-0.088 0.179,-0.067 0.097,0.083-0.385,-0.282 0.580,-0.362 0.430,-0.242 0.185,0.516-0.771,-0.854 1.089,-0.210 0.185,-0.175 0.132,1.316-1.572,-0.658 0.821,0.012 0.034,-0.469 0.669,0.041-0.025,0.776-1.065,-0.900 1.107,0.392-0.534,0.115-0.169,0.130-0.180,0.298-0.376,0.075-0.120,1.047-2.119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804.000 283.000,'0.053'-0.040,"0.093"-0.069,0.235-0.161,0.177-0.107,0.163-0.089,-0.536 0.341,0.994-0.762,0.252-0.257,-0.001-0.045,-0.688 0.564,-0.050 0.036,0.377-0.274,-0.060 0.140,-0.445 0.354,-0.046 0.074,0.146 0.029,-0.116 0.167,-0.286 0.164,-0.067 0.298,-0.119 0.225,-0.090 0.181,0.004-0.568,-0.077 0.495,-0.251 0.839,-0.018-0.203,-0.067 0.035,0.309-1.024,-0.140 0.374,-0.509 1.276,0.199-0.591,-0.020-0.025,-0.076 0.152,0.497-1.144,-0.461 1.171,0.031-0.060,0.035-0.115,-0.058 0.191,0.133-0.214,0.157-0.238,0.193-0.375,0.176-0.195,0.201-0.302,0.197-0.312,0.109-0.223,-0.233 0.072,0.891-0.873,0.185-0.246,-1.137 1.087,0.285-0.269,0.340-0.370,0.750-0.803,0.055-0.050,0.207-0.197,-1.512 1.546,1.197-1.200,-0.005 0.037,-0.047 0.083,-0.766 0.744,0.763-0.710,0.344-0.234,-0.086 0.202,-0.476 0.446,-0.276 0.301,-0.121 0.211,-0.220 0.215,-0.089 0.133,-0.140 0.134,-0.061 0.204,-0.172 0.167,-0.226 0.540,-0.162 0.016,-0.020-0.133,-0.043 0.093,0.051-0.253,-0.377 1.267,0.208-0.691,-0.115 0.469,0.021 0.022,0.330-1.250,-0.377 1.416,-0.147 0.598,0.028 0.019,0.485-1.965,-0.212 0.987,0.028-0.008,-0.084 0.694,0.069-0.097,0.064-0.160,0.059-0.192,0.110-0.373,0.113-0.194,1.838 1.794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990.000 173.000,'-0.009'0.036,"-0.014"0.055,-0.015 0.062,-0.016 0.063,-0.014 0.058,-0.013 0.049,-0.010 0.041,-0.008 0.031,-0.006 0.024,-0.067-0.014,-0.350 0.450,-0.216 0.237,0.027 0.010,0.320-0.462,-1.006 1.727,-0.204 0.245,0.014 0.207,1.262-2.246,-1.450 2.569,0.034 0.055,1.396-2.559,-0.656 1.319,0.028-0.016,-0.581 1.307,0.268-0.398,0.300-0.484,0.253-0.542,0.238-0.624,1.396-3.299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994.000 165.000,'0.061'-0.020,"0.094"-0.032,0.106-0.035,0.106-0.035,0.016 0.001,-0.007 0.015,-0.033 0.024,-0.046 0.029,-0.051 0.029,-0.051 0.029,-0.047 0.024,-0.041 0.022,-0.034 0.017,-0.027 0.013,-0.006 0.018,0.008 0.018,0.016 0.018,0.020 0.017,0.022 0.013,0.021 0.012,0.018 0.009,0.017 0.007,0.012 0.005,0.011 0.003,0.020 0.027,-0.004 0.006,-0.011 0.005,-0.012 0.004,-0.012 0.004,-0.010 0.001,-0.010 0.002,-0.008 0.001,-0.041-0.121,0.041-0.008,0.210 0.113,0.027 0.030,-0.123-0.096,0.031 0.042,0.336 0.267,0.050 0.011,-0.312-0.179,-0.115-0.093,0.432 0.478,-0.056 0.041,-0.509-0.598,0.281 0.523,-0.296-0.489,0.229 0.606,-0.054 0.046,-0.051 0.010,-0.120-0.366,-0.003 0.372,-0.056 0.113,-0.058 0.089,-0.181 0.565,-0.257 0.174,0.165-0.846,-0.430 0.822,-0.185 0.064,-0.364 0.377,0.180-0.508,-0.847 0.937,-0.206 0.025,-0.473 0.194,1.036-1.158,-0.493 0.481,0.100-0.139,0.505-0.576,0.050-0.079,-0.386 0.376,0.100-0.117,0.105-0.136,-0.165 0.112,0.403-0.364,0.234-0.180,-1.212 1.602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1046.000 180.000,'-0.023'0.000,"-0.036"0.000,-0.039 0.000,-0.039 0.000,-0.036 0.000,-0.031 0.000,-0.024 0.000,-0.018 0.000,-0.015 0.000,-0.008 0.000,-0.007 0.000,0.222 0.000,-0.286 0.094,-0.400 0.199,-0.232 0.116,0.002 0.143,0.715-0.399,-1.005 0.764,-0.192 0.249,-0.147 0.203,-0.217 0.220,1.355-1.180,-2.239 2.244,0.142 0.143,1.229-1.187,-0.286 0.672,-0.113 0.627,0.315-0.104,0.920-1.714,-0.014 0.481,0.202 0.360,0.301-0.207,0.357-0.229,0.098-0.505,0.558 0.205,0.194-0.268,0.149-0.384,-0.235-0.316,0.766-0.246,0.115-0.273,0.320-0.533,-0.913 0.210,9.051-7.329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1030.000 194.000,'-0.045'0.045,"-0.072"0.072,-0.086 0.086,-0.092 0.092,0.079-0.052,-0.171 0.317,0.084-0.003,0.021 0.121,0.120 0.102,0.142 0.083,0.185 0.220,0.178 0.101,0.009-0.343,0.140 0.045,0.585 0.560,0.283 0.080,0.361 0.274,-0.260-0.356,0.068-0.017,0.057-0.034,-0.404-0.398,-0.022-0.065,0.747 0.445,-0.047-0.177,-0.092-0.200,-0.190-0.239,-0.237-0.246,-1.083-0.418,2.632-0.329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1085.000 194.000,'-0.006'0.009,"-0.152"0.157,-0.036 0.020,-0.082 0.056,-0.056 0.064,-0.139 0.127,-0.082 0.059,0.386-0.343,-0.421 0.387,-0.066 0.082,-0.522 0.537,-0.181 0.205,0.734-0.720,-1.143 1.318,0.304-0.241,-0.013 0.119,0.375-0.432,0.036-0.005,0.055-0.026,-0.258 0.355,0.067-0.154,-3.902 4.145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1087.000 190.000,'0.009'0.028,"0.015"0.042,0.016 0.051,0.017 0.051,0.016 0.047,0.014 0.042,0.012 0.035,0.009 0.029,-0.077-0.184,-0.018-0.060,-0.085 0.641,-0.014-0.182,-0.045 0.123,0.030-0.151,-0.144 0.870,-0.218 1.055,-0.123 0.285,0.259-1.073,0.004 0.165,-0.142 1.874,0.207-0.021,0.188-1.688,0.060-0.691,0.359 1.986,0.330-0.410,-0.548-2.360,0.168 0.425,0.296 0.233,0.404-0.004,0.130-0.349,0.072-0.303,-0.889-0.406,1.230-0.197,0.750-0.752,0.210-0.588,-0.390 0.066,-0.513 0.212,0.241-0.309,-0.065-0.053,0.601-0.840,-1.446 1.414,8.004-9.926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92.000 629.000,'0.033'0.000,"0.051"0.000,0.057 0.000,0.055 0.000,0.048 0.000,0.042 0.000,0.033 0.000,0.025 0.000,-0.081 0.000,0.481 0.000,0.182 0.000,-0.144-0.047,-0.579 0.033,0.807-0.085,0.169-0.043,0.143-0.038,-0.616 0.073,0.502-0.083,0.583-0.095,0.076-0.009,-0.003 0.007,0.768-0.189,0.885-0.097,0.331 0.021,-1.686 0.270,0.849-0.056,-0.742 0.110,-0.012 0.025,0.819-0.023,-1.539 0.112,0.859-0.057,0.904-0.047,0.016 0.017,-0.006-0.025,-1.647 0.110,2.595-0.210,-0.065-0.038,0.239-0.145,-3.544 0.402,3.901-0.685,0.236-0.256,-4.017 0.835,4.325-0.989,0.124-0.036,0.010 0.030,-3.308 0.731,1.021-0.215,-0.078 0.036,0.947-0.183,-0.090 0.017,-2.006 0.424,0.925-0.164,-0.063 0.042,0.858-0.112,-0.087 0.048,-0.922 0.181,1.749-0.161,-1.032 0.182,-0.195 0.068,0.136 0.063,0.050 0.057,-0.014 0.049,-0.058 0.043,-2.475 0.079,2.615-0.038,0.081 0.075,-0.015 0.051,-0.081 0.035,-0.900 0.038,-1.686-0.087,3.386 0.395,-1.356-0.090,-0.116 0.019,0.479 0.150,-0.043 0.074,-0.133 0.057,-0.194 0.040,-1.486-0.348,0.595 0.188,1.359 0.530,-0.334 0.043,-1.945-0.715,0.870 0.342,-0.037 0.062,-0.301-0.009,-0.317-0.129,-0.112-0.015,0.078 0.100,-0.225-0.095,0.949 1.050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632.000 729.000,'0.074'0.074,"0.115"0.115,0.133 0.133,-0.255-0.255,0.342 0.363,0.003 0.033,-0.031 0.005,-0.052-0.016,-0.059-0.099,0.004-0.043,0.017-0.049,0.024-0.048,0.180 0.041,0.128-0.007,-0.132-0.067,0.058 0.017,-0.384-0.141,0.470 0.116,1.157 0.222,0.530 0.103,-1.404-0.314,1.270 0.182,0.430-0.018,0.465-0.029,0.468-0.036,1.517-0.136,-0.304-0.132,0.031-0.079,-1.398-0.053,2.820-0.235,-1.192 0.001,-0.082-0.058,-2.461 0.177,-1.232 0.110,4.068-0.489,0.723-0.151,-0.231-0.005,-4.532 0.599,2.519-0.341,2.393-0.312,-2.052 0.285,-0.223 0.048,-1.743 0.227,1.940-0.190,1.133 0.013,-0.449 0.194,-3.938 0.205,3.111 0.023,-0.710 0.157,-0.316 0.157,-1.128-0.034,6.825 3.562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744.000 740.000,'0.000'-0.025,"0.000"-0.038,0.000-0.043,0.000-0.043,0.000-0.039,0.000-0.033,0.000-0.027,0.000-0.021,0.000-0.016,0.000-0.011,0.055 0.066,0.091 0.021,0.109 0.025,0.489 0.010,-0.362 0.111,1.106-0.134,0.344-0.084,-1.448 0.224,0.506-0.062,1.454-0.127,0.478 0.005,0.396 0.015,0.461 0.022,-0.700 0.039,3.374-0.202,0.552-0.049,-1.467 0.023,0.323-0.094,0.241-0.089,1.843-0.277,-1.516 0.157,-0.883 0.086,-0.156 0.005,-3.789 0.434,6.242-0.773,-3.116 0.382,1.993-0.210,-0.190 0.069,-0.264 0.087,-0.178 0.122,-0.488 0.172,-0.510 0.181,-0.492 0.176,-0.169 0.184,-0.674 0.136,-0.552 0.135,-0.472 0.307,-0.458 0.176,2.286 4.332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225.000 304.000,'-0.025'-0.074,"-0.038"-0.115,-0.044-0.133,-0.125-0.152,-0.138-0.074,0.217 0.337,-0.134-0.148,-0.366-0.468,-0.018-0.117,0.547 0.773,-0.138-0.180,-0.566-0.618,-0.161-0.060,0.085 0.229,-0.132-0.040,0.040 0.114,-0.084 0.033,0.096 0.135,-0.059 0.043,-0.071 0.048,-0.276-0.011,-0.071 0.069,1.032 0.297,-2.109-0.167,0.913 0.210,-0.375 0.132,-0.060 0.141,0.857-0.032,-2.148 0.691,1.296-0.189,-0.031 0.131,-0.025 0.108,1.406-0.593,-1.810 1.001,0.000 0.139,1.084-0.574,-0.692 0.547,0.048 0.070,1.391-0.992,-1.602 1.415,0.163 0.069,-0.043 0.353,0.286 0.031,0.636-0.539,0.175 0.021,0.179-0.006,0.089 0.618,0.407-0.025,0.298-0.633,0.213-0.038,0.216-0.051,0.382 0.226,0.328-0.063,0.108-0.354,0.213-0.081,0.169-0.075,0.132-0.096,0.099-0.108,-1.161-0.797,2.243 0.927,0.269-0.259,0.139-0.280,0.039-0.283,-2.466-0.379,0.879 0.004,2.251-0.372,0.108-0.419,-0.003-0.344,-3.128 0.777,2.805-1.016,-0.065-0.242,-0.110-0.210,-0.135-0.179,0.822-0.902,-0.299-0.252,-0.446-0.120,-2.178 1.904,0.483-0.650,-0.189-0.016,0.201-0.715,-0.328-0.067,-0.835 1.330,0.397-2.268,-0.594 0.395,-0.478 0.125,-0.297 1.032,-1.212-1.419,-0.128 0.816,-0.325 0.158,0.907 1.320,-0.116 0.043,-1.812-0.983,-0.937 0.041,-0.326 0.336,3.293 1.408,-2.228-0.561,-3.407-0.082,-0.129 0.604,4.211 0.404,-3.026 0.589,-2.534 1.204,0.178 0.661,-18.110 10.446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87.000 281.000,'0.018'0.055,"0.031"0.091,0.036 0.109,0.078 0.151,0.051 0.024,0.041-0.022,-0.031-0.194,0.404 0.003,0.359-0.129,0.377-0.151,0.286-0.127,0.407-0.164,0.395-0.178,0.372-0.180,-2.087 0.522,1.987-0.553,2.207-0.665,0.729-0.244,0.500-0.169,-4.709 1.394,3.350-0.952,2.235-0.530,0.354 0.038,0.141 0.117,0.404 0.165,0.198 0.192,1.036 0.142,-0.204 0.349,-3.129 0.431,1.679 0.058,-0.339 0.191,-0.376 0.162,-5.122 0.055,6.446 0.138,0.238 0.134,-0.735 0.050,-6.262-0.259,3.884 0.023,18.426-1.789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838.000 281.000,'0.074'-0.030,"0.113"-0.044,0.125-0.051,0.123-0.049,0.109-0.044,0.092-0.036,-0.394 0.162,0.461-0.089,0.360-0.007,0.240 0.022,-1.003 0.130,0.808-0.061,1.296-0.032,0.363 0.028,-1.017 0.050,0.104 0.009,-1.203 0.029,2.491-0.026,0.314 0.012,0.139 0.009,-2.668 0.014,4.656-0.077,-0.041-0.020,0.376-0.013,-1.883 0.038,0.122-0.000,2.913-0.114,-0.244-0.101,-5.470 0.228,0.006-0.004,5.994-0.433,-0.714-0.006,-0.201-0.008,-5.017 0.398,2.900-0.243,0.086-0.051,3.138-0.358,-0.100 0.004,-2.855 0.326,1.724-0.096,0.766 0.011,-0.261 0.082,-5.320 0.348,3.006-0.152,1.528 0.075,0.538 0.130,-0.421 0.105,-4.802-0.044,5.043 0.226,-5.128-0.192,4.224 0.301,-0.346 0.051,-1.849-0.104,-0.139 0.016,2.246 0.281,-0.444-0.045,-4.068-0.456,3.442 0.327,0.047-0.046,-0.535-0.087,8.772-0.880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766.000 293.000,'0.129'-0.037,"0.211"-0.060,0.255-0.073,-0.421 0.123,1.301-0.260,2.048-0.379,1.167-0.232,-3.813 0.749,2.093-0.350,1.892-0.238,0.310 0.017,0.112 0.034,-0.119 0.108,1.341-0.046,-0.336 0.113,-1.286 0.179,-1.344 0.125,1.976-0.014,-0.503 0.141,-2.228 0.076,1.168 0.209,-1.237 0.071,-0.420 0.088,3.069 2.741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110.000 42.000,'-0.089'-0.030,"-0.146"-0.048,-0.265-0.148,-0.174-0.148,0.112 0.072,0.418 0.223,-0.672-0.394,-0.152-0.111,0.025-0.062,-0.015-0.106,-0.134-0.176,-0.006-0.028,0.848 0.742,-0.869-0.742,-0.662-0.497,-0.166-0.043,-0.277 0.002,-0.237 0.026,-0.082 0.124,2.034 1.083,-1.049-0.431,-0.022 0.118,-1.545 0.194,0.005 0.576,1.343 0.194,1.180-0.225,-1.871 1.076,0.010 0.417,0.076 0.282,1.791-1.439,0.003 0.027,-1.786 2.303,-0.753 1.998,0.317 0.358,2.316-4.231,-1.505 4.832,0.788 0.074,0.781-1.757,0.352-1.173,0.666 1.065,0.709-0.481,0.862-0.269,-0.649-1.537,1.192 0.303,0.283-0.523,1.084-0.675,-2.365-0.608,2.003-0.282,0.155-0.415,-0.832-0.124,0.089-0.217,-1.010 0.165,2.849-1.490,0.057-0.526,-1.219 0.425,-0.160-0.102,-1.605 0.979,1.400-1.214,-0.144-0.185,-0.635 0.355,-0.202 0.020,0.666-1.175,-0.624 0.082,-1.520 1.984,0.157-0.666,-0.327 0.103,-0.425 0.741,-0.239-0.826,-0.483 0.209,0.206 1.416,-1.126-1.217,-0.565 0.408,-0.246 0.529,-0.516 0.390,1.813 0.335,-2.466 0.201,-0.380 0.388,-0.260 0.344,-0.164 0.299,2.877-0.785,-31.269 17.323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886.000 445.000,'0.209'-0.030,"0.337"-0.048,-0.400 0.054,0.557-0.124,0.257-0.066,-0.184 0.039,1.004-0.210,0.341-0.046,-0.780 0.167,1.042-0.159,1.794-0.265,0.533-0.069,0.364-0.062,-3.887 0.631,3.978-0.603,1.598-0.180,-0.081 0.084,-2.577 0.371,1.638-0.125,1.497-0.062,-0.310 0.116,0.249 0.117,-1.610 0.165,-0.322 0.063,-0.415 0.058,-2.441 0.104,1.191-0.014,2.742-0.091,-0.622-0.079,9.731-1.192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1014.000 446.000,'0.123'0.000,"0.192"0.000,0.222 0.000,0.224 0.000,0.078 0.000,-0.673-0.003,0.458-0.030,0.094-0.019,0.601-0.085,0.205-0.061,-1.174 0.153,0.890-0.156,-0.315 0.035,2.399-0.480,0.397-0.058,-0.780 0.160,-1.416 0.273,3.061-0.492,0.007 0.014,-2.894 0.486,0.940-0.104,2.425-0.295,-0.093-0.023,-1.243 0.213,-1.840 0.245,3.508-0.310,-0.133 0.099,-4.309 0.361,0.976-0.063,2.177-0.088,0.242 0.047,1.331 0.021,-2.208 0.136,1.852 0.118,-0.031 0.081,-1.861-0.025,-0.113 0.035,-0.045 0.024,0.524 0.068,-0.008 0.035,1.479 0.162,-2.201-0.195,0.818 0.071,-0.258-0.031,-1.000-0.075,-0.117-0.002,-0.078-0.008,0.635 0.055,-0.224-0.029,-0.849-0.084,-0.135-0.019,-1.252-0.107,0.596 0.041,11.293 0.315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335.000 420.000,'-0.368'0.074,"-0.178"0.035,-0.088 0.018,-0.016 0.003,0.035-0.007,0.064-0.013,0.254-0.021,0.314-0.014,0.213-0.020,0.188-0.011,0.163-0.010,-0.222-0.019,0.721 0.008,0.238-0.008,0.138-0.005,0.062-0.005,-0.104-0.002,1.168-0.003,0.394-0.003,0.272 0.000,0.087-0.001,1.294-0.002,0.284 0.001,-1.923 0.002,0.059 0.000,2.232-0.001,0.033 0.001,-1.111 0.000,-1.076 0.002,1.483-0.001,-0.181 0.001,-0.467-0.047,0.019-0.078,-0.056-0.097,-0.106-0.105,-2.869 0.242,3.781-0.497,0.257-0.171,-0.350-0.044,8.952-2.256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406.000 271.000,'0.040'-0.027,"0.065"-0.043,0.080-0.053,0.086-0.058,-0.099 0.090,0.223-0.083,1.052-0.361,0.708-0.215,-1.281 0.457,1.377-0.348,0.779-0.122,0.335-0.013,1.142-0.186,1.134-0.133,0.400 0.031,-4.937 0.875,2.864-0.426,0.026 0.060,0.057 0.046,0.076 0.035,-1.752 0.217,3.922-0.290,-0.461 0.106,0.123 0.031,-1.948 0.104,2.903-0.252,-0.806 0.064,-0.262 0.034,-1.812 0.177,1.630-0.050,0.803 0.018,-0.140 0.060,-4.924 0.201,1.436-0.043,4.663-0.080,-1.547 0.070,-0.172 0.030,-4.350 0.059,4.275-0.029,-0.098 0.020,-0.262 0.014,-0.369 0.012,-2.555 0.026,-0.038 0.021,1.165 0.065,1.572 0.119,-0.384 0.030,11.917 1.232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575.000 233.000,'-0.089'0.134,"-0.135"0.202,-0.019 0.004,-0.092 0.100,0.016-0.055,-0.058 0.032,-0.036 0.041,-0.110 0.122,-0.029 0.031,-0.039 0.145,-0.043 0.118,-0.258 0.493,-0.057 0.230,0.739-1.227,-0.420 0.893,0.002 0.127,-0.174 0.645,0.061 0.104,0.257-0.470,0.081 0.020,0.088-0.017,0.128 0.480,0.267-0.133,0.112-0.558,0.301 0.342,0.209-0.187,0.179-0.210,0.794 0.015,0.541-0.320,-0.468-0.525,0.193-0.219,0.421-0.229,0.070-0.268,0.014-0.246,-0.027-0.221,-1.208 0.260,0.000-0.045,1.182-0.608,-0.101-0.184,-0.150-0.154,-1.098 0.621,1.410-1.419,-0.441 0.012,-0.224-0.158,-1.044 1.227,0.535-1.290,-0.135-0.482,-0.298-0.080,-0.473 0.943,-0.223-0.880,-0.331 0.078,-0.273 0.132,0.173 1.458,-0.319-0.510,-0.233 0.107,-0.654-0.303,-0.293 0.248,0.822 0.880,-1.327-0.501,0.350 0.475,-0.175 0.160,-0.134 0.154,-0.923 0.179,-0.164 0.296,1.627 0.073,-1.348 0.311,0.020 0.229,0.419 0.072,-0.911 0.567,-0.323 0.442,0.247 0.152,1.211-0.384,-14.364 15.991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526.000 265.000,'0.015'0.005,"0.022"0.007,0.025 0.009,0.025 0.008,0.024 0.008,0.019 0.006,0.016 0.006,0.012 0.004,0.009 0.002,0.007 0.003,0.005 0.002,0.001 0.000,0.002 0.001,-0.000-0.001,0.000 0.001,-0.001-0.001,-0.001 0.000,0.124-0.007,0.210-0.008,-0.091-0.020,-0.070-0.022,0.763-0.041,0.136-0.037,0.250-0.045,0.016-0.006,0.992-0.066,1.165-0.099,0.259-0.047,-1.406 0.133,0.170 0.004,2.081-0.111,-0.060 0.038,-2.835 0.171,2.747-0.034,-0.319 0.086,-0.449 0.059,7.269 0.537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99.000 590.000,'-0.086'-0.043,"-0.136"-0.068,-0.162-0.081,-0.066-0.082,0.128-0.010,0.205 0.017,0.233 0.033,0.232 0.040,0.212 0.041,-0.447 0.126,0.609-0.062,0.266-0.011,0.252-0.036,0.232-0.050,-0.665 0.086,0.110-0.016,1.409-0.199,0.397-0.074,0.311-0.067,-2.256 0.338,2.826-0.419,0.336-0.018,0.211 0.013,0.113 0.034,-2.128 0.266,0.027 0.013,2.675-0.200,0.003 0.069,-0.100 0.067,0.804-0.036,-0.066 0.031,-3.300 0.186,3.411-0.199,-1.089 0.064,-1.178 0.070,-0.079 0.010,-1.099 0.038,20.608-2.622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351.000 577.000,'0.000'0.040,"0.000"0.069,0.000 0.173,0.000 0.061,0.027 0.000,0.043-0.004,0.053-0.022,0.058-0.032,0.014-0.102,0.292 0.027,0.327-0.035,0.555-0.024,0.516-0.035,0.510-0.030,0.285-0.029,0.379-0.002,0.300 0.012,0.227 0.019,-2.675-0.063,3.552 0.118,0.128 0.050,-0.953-0.029,0.100 0.003,-2.661-0.118,2.342 0.091,2.837 0.075,0.301-0.028,-2.541-0.084,1.545 0.013,0.758-0.012,-0.126-0.022,-4.821-0.063,2.852-0.002,0.187-0.028,0.918-0.050,0.089-0.051,-2.258 0.037,5.440-0.315,-0.564-0.073,0.169-0.076,-0.831-0.003,-1.822 0.125,2.664-0.233,-0.387-0.006,-0.646 0.005,0.106-0.017,1.659-0.173,-0.505 0.021,-5.064 0.505,5.272-0.462,-1.096 0.131,-0.429 0.075,-0.932 0.130,-1.663 0.149,1.853-0.060,-0.599 0.078,-4.525 0.218,2.329-0.059,0.901 0.046,0.088 0.102,-0.534 0.102,-3.169-0.094,12.126 3.676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100.000 271.000,'0.037'0.025,"0.061"0.040,0.071 0.048,0.074 0.049,0.073 0.049,0.192 0.067,0.122-0.007,-0.375-0.176,0.649 0.113,0.084-0.017,0.149 0.021,-0.206-0.044,0.244 0.016,1.096 0.142,0.358 0.043,-2.026-0.287,1.508 0.165,1.307 0.073,1.567 0.007,0.385-0.107,-3.069-0.192,4.614-0.360,-0.322-0.184,0.037-0.147,-1.979 0.116,3.745-0.592,0.272-0.099,-1.749 0.266,-1.786 0.276,2.629-0.280,-0.432 0.135,-0.544 0.142,-5.353 0.556,1.392-0.107,2.725-0.038,-0.169 0.233,-1.516 0.122,-0.196 0.097,16.746 3.858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229.000 732.000,'0.062'0.012,"0.094"0.020,0.107 0.020,0.103 0.021,0.093 0.019,0.080 0.016,0.063 0.012,-0.023-0.048,0.011-0.067,-0.277-0.046,0.972-0.260,0.584-0.155,1.001-0.219,-0.829 0.249,1.877-0.285,0.764-0.065,1.328-0.083,-3.499 0.549,4.737-0.260,0.677 0.172,-1.350 0.170,0.280-0.020,-0.824 0.011,-0.068-0.025,-0.716-0.008,0.088-0.042,0.112-0.105,0.939-0.184,-0.098-0.082,-4.498 0.482,3.567-0.473,-0.059-0.064,0.000-0.057,-0.062-0.051,-0.108-0.043,-1.724 0.292,5.139-1.099,-1.046 0.137,-0.281 0.040,-4.072 0.856,1.407-0.293,-0.212 0.057,1.778-0.296,-0.391 0.175,-1.092 0.255,-0.519 0.137,-0.783 0.193,-0.304 0.121,8.804 0.918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282.000 34.000,'-0.123'0.049,"-0.192"0.077,-0.222 0.089,0.151-0.071,-0.441 0.191,-0.083 0.055,-0.176 0.098,0.839-0.370,-1.322 0.788,0.228-0.026,-0.022 0.141,0.368-0.174,0.035 0.081,0.039 0.080,-0.132 0.252,-0.001 0.054,-0.101 0.366,0.090 0.143,0.010 0.306,0.161-0.012,0.564-1.180,0.062-0.002,-0.030 0.916,0.199-0.070,0.164-0.102,0.412 0.183,-0.227-1.164,0.706 0.750,0.179-0.299,-0.390-0.558,0.084-0.147,0.881-0.099,0.007-0.360,-0.771-0.083,-0.019-0.149,0.548-0.504,-0.117-0.201,-0.337-0.034,-0.771 0.729,0.648-0.923,-0.113-0.069,-0.117-0.007,-0.231 0.266,-0.064-0.038,0.050-0.694,-0.196 0.121,-0.168 0.685,-0.162-0.367,-0.165 0.176,-0.135 0.189,0.118 0.430,-0.173-0.033,0.008 0.172,0.119 0.215,0.026 0.162,0.024 0.237,0.150 0.167,0.196 0.231,-0.007-0.375,0.240 0.500,0.125 0.108,-0.048-0.277,0.075 0.014,0.075-0.006,0.201 0.094,0.114-0.016,-0.596-0.507,1.137 0.782,0.000-0.006,-0.102-0.003,-1.024-0.776,0.624 0.478,-0.043-0.028,-0.062-0.028,-0.074-0.024,-0.159-0.088,0.116 0.442,-0.314-0.286,-0.119-0.025,-0.128-0.274,-0.028-0.006,-0.035 0.157,-0.068-0.029,-0.171 0.258,-0.079-0.059,-1.505 1.467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303.000 52.000,'0.045'0.089,"0.067"0.135,0.075 0.151,0.074 0.146,-0.061-0.119,0.000-0.004,-0.012-0.020,-0.141-0.280,0.120 0.395,-0.064 0.408,-0.176 0.188,-0.022-0.383,-0.069 0.121,-0.345 1.113,-0.125 0.261,0.229-0.958,-0.035 0.052,-0.029 0.034,-0.024 0.018,-0.222 0.551,-0.006 0.030,0.356-0.981,-0.182 0.428,0.015-0.058,-0.281 0.616,0.105-0.347,0.272-0.659,0.060-0.189,0.021-0.209,0.072-0.342,0.084-0.235,0.044-0.175,0.090 0.021,0.070-0.546,0.051-0.010,0.083-0.327,0.068-0.129,-0.145 0.854,0.180-0.847,0.062-0.094,0.068-0.118,0.139-0.349,0.056-0.055,-0.400 1.295,0.913-2.305,-0.378 1.111,0.186-0.286,0.055 0.038,-0.667 1.413,0.613-1.072,0.036 0.066,0.593-0.604,0.115 0.220,-0.887 1.133,0.431-0.283,0.054 0.124,0.451-0.104,-0.026 0.208,-0.840 0.493,0.362-0.064,-0.068 0.108,0.226 0.104,-0.168 0.210,-0.389 0.142,0.176 0.365,-0.253 0.208,-0.235 0.136,-0.301-0.457,-0.091-0.186,0.071 0.428,-0.081 0.045,-0.130 0.172,-0.159 0.051,-0.222 0.135,-0.131-0.026,-0.081-0.049,-0.043-0.066,-0.171 0.232,0.085-0.099,0.097-0.117,0.110-0.139,0.113-0.143,0.106-0.136,0.093-0.122,0.080-0.103,0.065-0.086,0.049-0.012,0.045 0.020,0.029 0.048,0.018 0.062,0.010 0.065,-0.003 0.008,0.001 0.083,-0.010-0.107,0.100 0.397,0.131 0.053,-0.096-0.342,-0.010-0.124,0.484 0.655,-0.123-0.254,0.028 0.021,-0.214-0.321,0.392 0.434,0.393 0.264,0.069-0.134,-0.730-0.624,0.265 0.199,0.730 0.467,0.048-0.090,4.945 1.672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358.000 51.000,'0.000'0.042,"0.000"0.064,0.000 0.073,0.000 0.071,0.000 0.065,0.000 0.056,-0.027-0.055,-0.023-0.037,-0.190 0.549,-0.121 0.201,-0.099 0.141,0.060-0.054,0.108-0.280,-0.415 1.180,-0.101 0.212,-0.081 0.109,0.187-0.445,-0.036 0.114,-0.387 1.143,0.054-0.035,0.835-2.423,-0.502 1.377,0.245-0.703,-0.477 1.252,0.058-0.203,0.085-0.259,-0.100 0.183,0.186-0.554,0.177-0.518,0.238-0.636,0.271-0.687,0.076-0.135,0.039-0.162,0.055-0.170,0.110-0.411,0.041-0.148,-0.195 0.800,0.266-1.110,-0.071 0.200,0.068-0.349,0.022-0.094,-0.248 1.159,0.643-2.171,-0.246 0.989,0.246-0.620,0.042 0.014,-0.050 0.226,0.064-0.003,-0.328 0.887,0.406-0.833,0.023 0.063,-0.360 0.851,1.090-1.394,-0.225 0.700,0.078 0.230,-0.355 0.517,-0.003 0.145,-0.018 0.149,0.315 0.048,-0.083 0.286,-0.406 0.276,0.408 0.392,-0.447 0.218,-0.192 0.266,-0.217 0.201,-0.226 0.191,-0.243 0.154,-0.246 0.118,-0.210 0.158,-0.194 0.070,-0.171 0.003,-0.146-0.044,0.701-1.208,-0.911 1.221,-0.106-0.050,-0.048-0.093,-0.005-0.121,-0.035-0.008,0.038-0.071,0.090-0.109,0.120-0.133,-0.094 0.089,0.297-0.252,0.285-0.229,1.519-2.010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387.000 66.000,'-0.021'0.021,"-0.032"0.032,-0.038 0.038,-0.037 0.037,-0.034 0.035,-0.032 0.030,-0.024 0.026,-0.021 0.019,-0.016 0.017,-0.010 0.010,-0.008 0.008,-0.023 0.107,-0.010 0.138,-0.008 0.153,0.144-0.255,0.061-0.106,-0.197 0.810,-0.021 0.153,0.270-1.039,-0.138 1.115,0.164-0.090,0.190-0.017,-0.053-0.706,0.144 0.207,0.092-0.079,0.178 0.002,0.109-0.107,-0.227-0.306,0.351-0.039,0.923-0.449,-0.171-0.209,0.117-0.184,-1.214 0.458,0.429-0.247,0.879-0.700,-0.034-0.179,-0.089-0.098,-0.807 0.649,0.351-0.472,0.646-1.302,-0.429-0.082,-0.809 1.209,-0.290 0.490,-0.161-0.785,-0.333 0.146,-0.256 0.161,0.125 0.734,-0.490-0.191,-1.579-0.237,-0.437 0.420,-9.989 1.244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649.000 678.000,'0.045'0.000,"0.068"0.000,0.079 0.000,0.078 0.000,0.072 0.000,0.062 0.000,0.051 0.000,0.039 0.000,0.030 0.000,-0.089 0.000,0.187 0.000,0.226-0.074,0.155-0.041,-0.792 0.091,0.524-0.066,0.087-0.025,1.049-0.125,0.255-0.013,-0.848 0.079,-0.032-0.039,0.541-0.175,-0.182-0.015,-0.209 0.014,-0.215 0.034,-0.204 0.045,1.041-0.547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666.000 677.000,'-0.028'0.112,"-0.043"0.171,-0.048 0.193,0.090-0.378,-0.164 0.358,-0.080 0.086,-0.151 0.255,-0.107 0.205,-0.009 0.059,-0.037 0.136,-0.002-0.048,0.171-0.343,-0.483 0.940,-0.027 0.045,0.010-0.022,0.684-1.324,0.003 0.004,-0.405 0.946,-0.374 1.258,0.178-0.090,0.225-0.468,0.140-0.304,-0.107 2.533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671.000 689.000,'0.000'0.089,"0.000"0.146,0.000 0.112,0.000 0.087,-0.021 0.136,-0.035 0.128,-0.040 0.127,-0.002-0.048,0.022-0.161,-0.028 0.272,0.004 0.051,0.052-0.460,-0.039 0.539,0.028-0.259,0.014 0.213,0.050-0.074,0.059-0.097,0.063-0.105,0.109-0.131,0.138-0.145,0.291-0.159,-0.210-0.226,0.385-0.227,0.147-0.184,-0.763 0.282,0.252-0.158,0.658-0.552,0.026-0.152,-0.028-0.068,-0.603 0.505,-0.001-0.043,0.515-0.752,-0.042-0.135,-0.062-0.091,-0.491 0.761,0.351-0.778,-0.123 0.077,-0.134 0.123,-0.136 0.152,-0.274 0.395,-4.264-2.242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707.000 671.000,'-0.014'0.021,"-0.021"0.032,-0.026 0.038,-0.024 0.037,-0.024 0.035,-0.020 0.030,-0.016 0.025,-0.015 0.021,-0.009 0.016,-0.008 0.010,-0.005 0.008,0.025-0.038,-0.113 0.264,-0.031 0.204,-0.161 0.497,0.032 0.071,0.081-0.174,-0.024 0.137,-0.236 0.638,0.098-0.348,-0.422 1.315,0.016 0.128,0.563-1.778,-0.158 0.579,0.017-0.045,-0.047 0.177,0.045-0.151,0.021 0.019,0.112-0.246,0.182 2.519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713.000 682.000,'-0.028'0.037,"-0.042"0.057,-0.051 0.068,-0.051 0.066,-0.047 0.065,-0.042 0.055,-0.035 0.047,-0.029 0.037,0.079-0.148,-0.197 0.166,-0.025-0.010,0.250-0.240,-0.017 0.015,-0.171 0.181,-0.432 0.434,-0.114 0.084,0.379-0.345,0.015 0.003,0.375-0.383,-0.577 0.651,0.090-0.026,0.049 0.154,0.210-0.166,0.130-0.058,0.132-0.079,0.125-0.091,0.192-0.028,0.187-0.123,-0.082-0.262,0.451-0.124,0.160-0.159,-0.560 0.055,0.009-0.020,0.400-0.146,0.136-0.071,0.009-0.009,-0.260 0.110,0.311-0.071,-0.008 0.029,-0.037 0.034,0.110 0.014,-0.209 0.067,0.102 0.018,0.009 0.028,-0.079 0.027,-0.050 0.019,-0.063 0.014,-0.067 0.011,0.050 0.011,-0.041 0.007,-0.026 0.005,-0.069 0.000,0.080 0.000,0.006 0.001,-0.011-0.001,0.008-0.002,0.044 0.000,0.029-0.002,0.019-0.001,0.027-0.048,0.008-0.032,-0.009-0.019,0.008-0.010,-0.388 0.040,0.214-0.055,0.106-0.074,-0.018-0.070,-0.484 0.184,0.361-0.197,-0.015-0.039,0.131-0.142,-0.064-0.005,-0.456 0.344,-0.006-0.004,0.421-0.577,-0.159-0.007,-0.156 0.049,-0.194 0.237,-0.172-0.147,-0.166 0.113,-0.134 0.158,0.069 0.151,-0.038 0.064,-0.019 0.066,-0.110 0.086,-0.048 0.082,0.399-0.096,-0.389 0.251,-0.455 0.481,0.191-0.060,0.008 0.061,0.611-0.586,-0.188 0.235,-0.159 0.285,0.041 0.044,0.046 0.015,0.048-0.010,0.280-0.516,-0.390 1.091,0.184-0.128,0.169-0.183,0.146-0.675,0.119 0.089,0.463 0.056,0.224-0.284,-0.466-0.179,0.292-0.130,0.850-0.466,0.120-0.187,-0.631 0.215,0.041-0.107,0.791-0.680,0.061-0.144,-0.335 0.207,-0.403 0.285,0.468-0.473,-0.119 0.092,-0.248 0.262,-0.117 0.131,-0.035 0.086,-0.178 0.220,-0.233 0.360,-0.175 0.267,-0.170 0.202,-0.095 0.198,-0.152-0.257,0.003 0.669,-0.196 0.263,-0.039-0.159,-0.053 0.083,0.050-0.297,-0.487 1.355,-0.058 0.019,-0.030 0.010,0.016-0.066,0.043-0.109,0.163-0.439,0.064-0.168,0.067-0.181,0.220-0.597,-0.165 0.332,0.147-0.581,0.136-0.576,0.083-0.305,0.050-0.199,-0.010 0.458,-0.021 0.169,0.276-0.798,0.212-0.322,0.115-0.115,-0.333 0.772,0.260-0.407,0.753-1.130,0.097-0.087,-1.154 1.869,0.594-0.798,0.479-0.442,0.014 0.137,-0.047 0.161,-1.004 1.054,0.561-0.485,0.358-0.022,-0.089 0.416,-0.034 0.406,-0.239 0.323,0.215 0.623,-0.160 0.303,-0.227 0.239,-0.061 0.378,-0.089 0.059,-0.436-1.586,0.080 0.367,-0.015 0.015,0.130 0.748,-0.012-0.060,0.961 5.945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799.000 686.000,'0.071'0.000,"0.117"0.000,0.107 0.000,0.093 0.000,0.079 0.000,-0.342 0.000,0.016 0.000,0.437 0.000,0.525 0.000,0.325 0.000,0.306 0.000,-1.280 0.000,1.171 0.000,2.348-0.089,0.693-0.135,-1.036 0.028,-0.776 0.042,2.272-0.109,0.155 0.015,-2.111 0.110,1.144-0.026,-0.021 0.023,-0.102 0.022,0.702 0.005,-2.114 0.109,1.007 0.111,-0.425 0.070,-0.227 0.065,3.818 1.091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819.000 671.000,'-0.223'0.134,"-0.337"0.202,0.312-0.178,-0.254 0.197,-0.484 0.422,-0.198 0.232,-0.146 0.196,0.265-0.259,-0.784 0.645,-0.121 0.050,0.202-0.185,1.330-1.094,-1.274 1.049,0.489-0.380,0.080-0.021,-0.046 0.109,0.170-0.086,0.008 0.130,0.293-0.183,0.386-0.407,0.164-0.079,0.133-0.337,0.560 0.459,0.632-0.116,-0.619-0.317,1.386 0.165,0.203-0.112,0.348-0.066,-0.705-0.054,0.765 0.035,0.077-0.008,0.002-0.013,-1.959-0.099,1.435 0.082,1.660 0.103,-0.747 0.007,-0.069 0.072,11.030 2.293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925.000 672.000,'-0.021'0.086,"-0.035"0.136,-0.040 0.162,-0.030 0.063,-0.036 0.056,-0.034 0.029,-0.138 0.139,-0.124 0.144,-0.099 0.111,-0.074 0.083,0.309-0.467,-0.024 0.051,-0.871 1.529,-0.184 0.331,0.588-1.041,-0.396 0.696,0.109-0.127,-0.009 0.122,-0.557 1.077,-0.170 0.351,0.073-0.117,0.367-0.771,0.139-0.319,0.171-0.371,0.183-0.382,0.178-0.367,0.511-2.933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916.000 673.000,'0.061'-0.081,"0.094"-0.125,0.106-0.143,0.106-0.141,-0.132 0.194,0.027-0.004,0.398-0.235,0.185 0.056,-0.348 0.241,0.043 0.024,0.560-0.074,0.195 0.065,-0.508 0.163,0.395 0.134,-0.040 0.137,-0.293 0.018,-0.042 0.060,-0.576-0.201,0.465 0.302,0.202 0.309,-0.064 0.118,-0.631-0.602,0.357 0.538,-0.054 0.076,-0.193-0.248,0.104 0.507,-0.167 0.033,-0.138 0.232,-0.100-0.667,-0.445 1.240,-0.421-0.102,0.309-0.870,-0.074-0.056,-0.494 0.354,-0.146-0.079,-5.995 3.136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1050.000 590.000,'-0.188'0.000,"-0.268"0.047,0.007 0.006,-0.087 0.012,-0.179 0.023,-0.060 0.004,-0.339 0.057,-0.102 0.041,0.090 0.040,-0.025 0.079,-0.035 0.089,-0.040 0.092,0.918-0.362,-0.642 0.326,-0.697 0.494,0.358-0.108,0.056 0.066,0.006 0.144,0.013 0.149,-0.067 0.241,0.134 0.006,0.900-1.126,-0.215 0.325,-0.330 0.721,0.006 0.363,0.188-0.076,0.386-1.019,-0.148 0.699,0.115-0.162,0.090-0.160,0.122-0.224,0.118-0.007,0.116-0.057,0.106-0.041,-0.042-0.242,0.210 0.198,0.025 0.005,-0.066-0.098,-0.028-0.044,-0.040-0.033,-0.044-0.021,-0.061 0.140,-0.209 0.002,-0.217 0.007,0.022-0.275,-0.051-0.020,-0.033-0.024,-0.136 0.071,-0.049-0.008,-0.200 0.049,0.016-0.110,-0.070-0.036,-0.043-0.037,-0.172 0.067,0.220-0.060,0.062-0.014,0.017 0.030,0.097 0.020,0.104 0.017,0.032 0.068,0.108-0.039,-0.096 0.346,0.110-0.027,0.041 0.114,0.013 0.256,0.066-0.119,0.036-0.080,0.018 0.013,0.028-0.314,-0.029 0.312,-0.037 0.371,-0.009 0.068,-0.003 0.037,0.072-0.942,-0.136 0.812,-0.166 0.629,-0.078 0.188,-0.052 0.136,0.228-1.001,-0.146 0.688,-0.432 1.583,-0.203 0.226,0.589-2.151,-0.268 0.745,-0.051 0.013,-0.507 1.230,-0.107 0.123,0.405-1.162,-0.040 0.061,-0.567 1.333,-0.013-0.002,-0.219 0.434,1.094-2.531,-0.984 2.619,0.094-0.038,0.431-0.928,0.366-0.847,-0.121 0.790,0.145-0.090,0.585-2.393,-0.411 2.420,0.219-0.770,-0.008 0.795,0.101-0.120,0.218-2.344,-0.101 1.938,0.054-0.048,0.040 0.575,0.053-0.292,0.018-1.666,0.071 1.181,0.100 0.126,0.081-0.216,0.097-0.493,3.334 4.295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1119.000 591.000,'0.013'0.013,"0.020"0.020,0.022 0.022,0.022 0.022,0.021 0.022,0.018 0.016,0.014 0.015,0.011 0.011,0.009 0.009,0.005 0.005,0.004 0.004,0.003 0.003,0.001 0.000,0.000 0.001,-0.001 0.000,0.000-0.001,0.000 0.000,-0.001-0.001,-0.001-0.001,-0.020 0.053,-0.019 0.098,-0.042-0.110,0.016 0.005,-0.062-0.134,0.190 0.420,0.059 0.124,-0.143-0.341,0.412 0.622,-0.121-0.219,0.017 0.032,0.107 0.147,0.146 0.494,-0.233-0.348,-0.034 0.026,-0.313-0.731,0.306 0.993,-0.060 0.410,-0.194-0.526,-0.086-0.037,-0.073-0.809,-0.083 0.689,-0.097 0.011,0.012-0.316,-0.279 0.598,-0.161 0.019,0.212-0.570,-0.293 0.388,-0.814 0.963,-0.063-0.095,0.966-1.302,-0.320 0.299,-0.313 0.228,0.034-0.122,0.065-0.124,-0.148 0.054,0.199-0.219,0.208-0.202,0.197-0.176,0.177-0.147,0.148-0.115,0.120-0.088,0.093-0.063,0.069-0.044,0.047-0.027,0.029 0.024,0.017 0.048,0.009 0.064,0.002 0.069,-0.002 0.066,-0.003 0.063,0.025 0.082,0.036 0.028,0.041 0.011,-0.116-0.342,0.119 0.363,0.010-0.020,0.039 0.019,-0.059-0.099,0.047 0.210,0.015 0.154,-0.018 0.045,-0.038 0.045,-0.073-0.141,-0.036 0.419,-0.049 0.027,-0.010-0.610,0.010-0.241,-0.065 0.550,-0.023 0.030,-0.084 0.303,-0.051-0.011,-0.318 0.406,0.178-0.598,-0.196 0.336,-0.044 0.003,0.464-0.950,-0.308 0.703,-0.243 0.712,0.032 0.068,0.044 0.014,0.372-1.034,0.127-0.385,-0.490 1.547,-0.021 0.153,0.003 0.099,0.188-0.463,-0.226 1.189,-0.018 0.292,-0.011 0.190,0.537-2.614,-0.703 2.658,-0.036-0.257,-0.149 0.159,-0.674 1.802,0.195-0.983,0.129-0.555,-0.032-0.066,1.024-2.539,-1.860 4.205,0.898-2.083,-0.459 0.973,0.039-0.173,0.222-0.475,0.035-0.042,0.664-1.455,-0.436 0.999,0.012-0.012,0.440-0.974,-0.420 0.977,0.016-0.059,0.442-0.972,-0.552 1.388,0.080-0.124,0.930-2.285,-0.850 2.108,0.072-0.195,-4.223 9.977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949.000 603.000,'0.006'0.019,"0.011"0.030,0.010 0.033,0.011 0.032,0.010 0.031,0.009 0.025,0.007 0.022,0.005 0.015,0.004 0.012,0.003 0.009,0.002 0.005,0.000 0.003,0.002 0.002,-0.035 0.038,-0.052 0.055,-0.061 0.062,0.052-0.316,-0.121 0.231,-0.159 0.243,-0.090 0.097,-0.070 0.062,0.220-0.340,-0.150 0.256,-0.304 0.526,0.021-0.015,0.265-0.436,-0.263 0.480,0.116-0.197,0.145-0.258,0.189-0.324,0.148-0.244,0.145-0.237,0.198-0.195,0.035-0.059,0.443-0.514,0.134-0.162,-0.481 0.578,0.769-0.723,0.100-0.065,0.005-0.009,-1.006 0.963,0.304-0.285,0.697-0.584,0.194-0.166,-0.066 0.001,-0.191 0.182,-0.143 0.175,-0.157 0.213,-0.156 0.225,-0.177 0.287,-0.153 0.240,-0.160 0.216,-0.158 0.192,-0.093-0.311,-0.204 0.646,-0.189 0.212,-0.139 0.153,-0.248 0.442,0.273-0.581,-0.117 0.199,-0.023-0.000,0.452-0.851,-0.439 0.831,0.032-0.057,-0.138 0.311,0.153-0.213,0.164-0.224,0.209-0.365,0.221-0.426,0.010-0.176,0.386-0.352,0.198-0.236,0.215-0.237,-0.406 0.412,0.967-0.813,0.148-0.094,0.018-0.001,-1.238 1.039,0.706-0.536,0.041 0.014,0.407-0.207,0.016 0.086,-0.759 0.478,0.316-0.126,-0.065 0.111,0.189 0.050,-0.152 0.182,-0.343 0.158,-0.042 0.123,-0.174 0.115,-0.127 0.200,-0.153 0.176,-0.110-0.059,-0.177 0.478,-0.033-0.267,-0.044 0.011,0.130-0.519,-0.126 0.448,-0.135 0.582,0.084-0.088,0.153-0.568,0.066-0.052,0.209 0.127,0.199-0.266,-0.096-0.254,0.265-0.145,0.248-0.202,0.129-0.153,-0.193 0.032,0.429-0.267,0.118-0.114,0.072-0.079,0.034-0.050,-1.051 0.631,1.087-0.711,0.329-0.290,-0.113 0.015,-0.590 0.407,-0.110 0.064,0.051-0.084,-0.240 0.130,-0.302 0.179,-0.356 0.231,-0.349 0.236,0.087 0.048,-0.719 0.249,0.485-0.114,-0.417 0.258,-0.101 0.130,0.364-0.193,-1.062 0.764,-0.037 0.114,0.095 0.019,0.657-0.471,-0.002 0.051,-0.664 0.749,0.185-0.102,0.707-0.724,0.095-0.065,-0.091 0.262,0.270-0.190,0.301-0.312,0.258-0.182,0.198-0.189,0.148-0.185,-0.377 0.077,0.336-0.196,0.287-0.277,0.118-0.163,0.106-0.131,-0.736 0.601,0.531-0.460,0.397-0.361,0.007-0.004,-0.023 0.034,-0.897 0.771,0.484-0.437,0.444-0.454,-0.215 0.158,-0.217 0.181,-0.197 0.179,-0.260 0.295,-0.272 0.339,-0.120 0.168,-0.100 0.187,-0.143 0.351,0.120-0.231,-0.042 0.172,0.004 0.077,0.180-0.537,-0.130 0.497,0.012 0.036,0.016 0.007,0.012 0.126,0.055-0.015,0.080-0.043,0.097-0.061,0.167 0.096,0.114-0.134,3.502-0.012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1009.000 606.000,'-0.032'0.021,"-0.049"0.033,-0.054 0.036,-0.055 0.037,-0.048 0.032,-0.043 0.028,-0.032 0.022,-0.027 0.017,0.071-0.039,-0.022 0.029,0.215-0.156,-0.365 0.275,-0.339 0.237,-0.200 0.130,0.318-0.243,-0.092 0.070,-0.940 0.669,-0.170 0.119,0.447-0.382,0.702-0.471,-1.224 0.703,0.188-0.214,1.150-0.634,-0.216 0.068,0.088-0.106,-0.002-0.113,0.117-0.163,0.196-0.298,2.571-5.741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997.000 606.000,'0.032'0.010,"0.049"0.017,0.057 0.020,0.058 0.018,0.055 0.018,0.047 0.017,0.040 0.013,0.036 0.100,-0.034 0.125,-0.049 0.134,-0.057 0.127,-0.092-0.103,0.019 0.113,0.054 0.147,0.098 0.443,0.036 0.343,-0.026 0.132,-0.257-1.366,0.303 1.010,0.184 0.475,-0.202-0.719,0.019-0.014,-0.085-0.360,5.645 6.704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967.000 619.000,'0.071'0.000,"0.117"0.000,0.122 0.000,0.075 0.000,0.049 0.000,-0.034 0.045,-0.117 0.072,-0.155 0.086,-0.173 0.092,-0.009-0.143,-0.272 0.324,-0.200 0.149,-0.181 0.141,0.537-0.580,-0.454 0.493,-0.979 1.049,-0.358 0.361,1.207-1.302,-0.906 0.987,-0.900 0.909,-0.164 0.042,1.741-1.727,-0.531 0.510,-1.020 0.961,0.142-0.175,-5.670 7.107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940.000 641.000,'-0.006'0.031,"-0.010"0.048,-0.011 0.054,-0.010 0.055,-0.011 0.049,-0.008 0.043,-0.007 0.035,-0.005 0.028,-0.005 0.020,-0.002 0.014,-0.003 0.011,0.000 0.005,-0.002 0.003,-0.043-0.046,-0.190 0.399,-0.070 0.139,0.024 0.026,0.092-0.148,-0.046 0.444,0.124 0.025,0.150-0.033,0.055-0.666,0.249 0.499,0.234-0.160,0.227-0.179,-0.141-0.290,0.154-0.152,0.280-0.145,0.098-0.163,-0.783 0.026,12.057-4.638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586.000 687.000,'-0.028'0.112,"-0.043"0.171,-0.048 0.193,0.019-0.183,-0.110 0.155,-0.053-0.008,-0.041-0.029,-0.077-0.019,-0.056-0.058,-0.051-0.060,-0.002-0.031,0.184-0.071,0.228-0.056,0.234-0.046,0.216-0.033,0.186-0.024,0.153-0.015,0.117-0.010,-0.324 0.005,0.054-0.001,0.633-0.007,0.263-0.000,-0.827 0.009,0.846-0.004,-0.214 0.002,0.403 0.001,0.155 0.001,-1.288 0.004,1.491-0.003,0.125 0.001,0.069 0.000,0.026 0.001,-0.205 0.002,0.062-0.001,0.019 0.001,0.728 0.000,-0.024 0.001,0.191-0.060,-0.257-0.095,6.526-1.625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602.000 674.000,'0.034'0.000,"0.055"0.000,0.064 0.000,0.065 0.000,0.062 0.000,0.056 0.000,-0.037 0.000,-0.146 0.000,-0.184 0.000,-0.195 0.000,0.038 0.000,-0.219 0.060,-0.089 0.096,-0.111 0.074,-0.184 0.077,-0.187 0.065,0.018-0.024,-0.077 0.003,-0.674 0.387,-0.203 0.136,-0.063 0.094,0.802-0.364,-0.415 0.252,-0.036 0.043,-0.326 0.279,0.468-0.222,0.282-0.146,0.114-0.049,0.248-0.129,0.094-0.034,0.095 0.012,0.090-0.008,0.086-0.021,-0.016 0.183,0.206-0.202,0.086-0.011,0.084 0.061,0.110-0.045,0.141-0.042,0.281 0.253,0.269 0.151,0.136 0.010,0.061-0.048,0.137 0.044,-0.759-0.702,0.578 0.467,0.036-0.005,0.568 0.298,0.120-0.093,-0.088-0.193,0.086-0.098,0.208-0.049,-0.067-0.118,5.092 0.175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489.000 633.000,'-0.007'0.022,"-0.011"0.032,-0.013 0.038,-0.011 0.035,-0.012 0.034,-0.009 0.027,-0.007 0.022,-0.006 0.018,-0.003 0.011,-0.004 0.009,-0.002 0.006,0.000 0.002,0.019 0.032,0.007 0.124,0.018-0.002,0.005 0.106,0.017-0.154,-0.008 0.488,0.004 0.186,0.001 0.851,0.006 0.413,0.025-0.354,0.034 0.120,0.011-0.284,0.043 0.244,0.041-0.112,0.025-0.386,0.057-0.128,-0.139-0.949,0.347 1.058,0.266-0.211,-0.166-0.657,0.031-0.258,-0.393-0.300,0.405-0.103,0.282-0.430,0.039-0.328,0.003-0.243,0.785-1.401,0.299-0.702,0.157-0.421,-1.334 2.197,0.459-0.726,0.474-0.699,-0.012 0.094,-0.058 0.162,6.965-8.899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520.000 634.000,'-0.018'0.054,"-0.031"0.093,0.033-0.100,-0.119 0.264,-0.074 0.161,-0.026 0.084,0.177-0.432,-0.310 0.480,0.048-0.098,-0.249 0.346,-0.055 0.042,0.069 0.021,0.153-0.177,-0.207 0.585,0.085-0.001,0.341-0.797,-0.046 0.728,0.237-0.130,0.226-0.166,-0.097-0.626,0.328 0.137,-0.052-0.219,0.039-0.102,0.326-0.238,0.134-0.249,0.212-0.335,0.028-0.247,-0.167-0.081,-0.235 0.178,0.380-0.582,-0.034-0.120,-0.193 0.130,-0.091-0.009,-0.182 0.168,-0.081-0.017,-0.139 0.205,-0.058 0.047,-0.027-0.530,-0.302 0.166,-0.029 1.101,-0.116-0.453,-0.090 0.078,0.030 0.249,-0.273-0.171,-0.123 0.132,0.213 0.233,-6.252 1.529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548.000 626.000,'-0.028'0.028,"-0.042"0.042,-0.051 0.051,-0.051 0.051,-0.047 0.047,-0.042 0.042,-0.035 0.035,-0.029 0.029,0.106-0.079,-0.027 0.033,-0.027 0.019,-0.068 0.059,-0.348 0.564,0.016 0.052,-0.024 0.068,0.540-0.805,-0.172 0.277,-0.371 0.719,-0.167 0.483,0.067 0.023,0.497-1.037,-0.140 0.686,0.143 0.265,0.221-0.136,0.164-0.679,0.256 0.141,0.350-0.021,0.155-0.275,-0.442-0.470,0.878-0.051,0.208-0.276,0.107-0.218,0.372-0.240,7.934-3.530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880.000 718.000,'-0.055'0.018,"-0.091"0.031,-0.109 0.036,-0.135 0.025,-0.122 0.009,0.135-0.028,-0.032 0.022,-0.295 0.085,-0.079 0.009,-0.096 0.063,0.059 0.056,0.099 0.060,0.153 0.011,0.177-0.024,0.222-0.113,0.121 0.006,0.256 0.032,0.224-0.018,0.438 0.001,0.417-0.038,0.109-0.079,0.334-0.025,0.777-0.010,0.541-0.028,-1.393-0.057,1.633 0.016,0.283-0.015,0.191-0.014,0.115-0.010,-0.221-0.010,0.921-0.006,0.158-0.005,0.039-0.004,-0.054-0.004,-0.643 0.000,1.821-0.005,-0.135-0.001,-0.228 0.000,-0.725 0.002,-0.061 0.019,-0.525 0.032,-0.539 0.038,6.708 0.753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67.000 76.000,'0.052'0.000,"0.082"0.000,0.093 0.000,0.092 0.000,0.086 0.000,0.075 0.000,-0.146-0.053,0.049-0.040,0.041-0.029,-0.269 0.079,0.478-0.116,0.167-0.033,-0.195 0.055,0.713-0.121,0.235-0.006,-1.085 0.186,1.196-0.174,0.225-0.007,0.285 0.000,0.219 0.007,0.162 0.013,-1.682 0.161,2.464-0.172,0.163 0.027,0.731 0.028,0.199 0.075,-2.185 0.075,1.738 0.007,-0.050 0.031,-0.034 0.024,-0.024 0.017,0.539 0.021,-1.188-0.009,-0.111 0.002,0.397 0.009,-0.112-0.002,-0.529-0.036,16.320-0.734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266.000 78.000,'0.089'-0.022,"0.135"-0.034,0.151-0.038,0.146-0.036,-0.006 0.016,0.088 0.002,0.281-0.028,0.857-0.095,0.294-0.005,-0.660 0.115,-0.312 0.057,1.593-0.014,0.331 0.044,0.173 0.032,-2.357 0.009,0.025 0.007,2.024 0.132,3.317 0.443,0.240 0.189,-1.454-0.140,-1.120-0.121,2.047 0.354,-0.114 0.073,-4.493-0.731,3.866 0.657,-2.589-0.425,4.343 0.779,-0.467-0.104,-4.086-0.720,3.048 0.431,-0.001-0.095,-0.714-0.071,-0.111-0.024,-1.202-0.160,-0.083-0.012,-0.099-0.022,1.744 0.213,-3.004-0.398,2.131 0.290,-0.364-0.056,8.530 1.058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83.000 76.000,'0.049'-0.019,"0.073"-0.030,0.083-0.033,0.081-0.033,0.072-0.028,0.062-0.025,0.049-0.020,0.038-0.014,0.026-0.012,-0.433 0.175,0.253-0.086,0.073-0.017,-0.099 0.043,0.698-0.136,0.254 0.006,-0.226 0.058,1.029-0.142,0.289-0.032,0.168-0.019,-0.717 0.133,0.930-0.091,0.241-0.027,0.171-0.034,-0.727 0.092,-0.783 0.099,1.770-0.174,0.015 0.028,-2.580 0.253,2.670-0.261,1.019-0.067,-1.882 0.167,-0.093-0.005,0.363-0.057,-0.102-0.017,12.032-1.987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108.000 145.000,'-0.055'0.000,"-0.091"0.000,-0.109 0.000,-0.048 0.000,-0.050 0.000,-0.034 0.000,-0.107 0.000,0.059-0.021,0.045-0.035,0.056-0.040,0.100-0.032,0.125-0.023,0.132-0.016,0.130-0.011,0.119-0.007,0.103-0.003,-0.061 0.044,0.562-0.133,0.103 0.025,0.130 0.012,-0.266 0.064,0.096-0.035,-0.254 0.061,0.947-0.176,0.204-0.003,1.065-0.061,-0.938 0.171,1.405-0.069,0.234 0.043,0.168 0.016,0.400 0.002,0.261 0.012,0.150 0.019,1.857-0.013,-1.181 0.066,-0.054 0.023,0.282 0.024,0.225 0.021,-0.689 0.023,-0.055 0.012,-0.791 0.014,-0.096 0.006,-2.724 0.015,2.784-0.007,0.748 0.005,-0.006 0.004,-3.483 0.000,4.452-0.049,1.762-0.052,-3.084 0.035,-0.058-0.003,-2.981 0.048,6.349-0.096,0.190 0.009,0.045 0.014,-6.463 0.075,3.215-0.062,-0.053-0.012,0.046-0.007,0.000-0.030,-0.035-0.046,-1.568 0.046,1.651-0.090,-0.015-0.012,1.674-0.109,0.039-0.028,-1.640 0.092,-0.051 0.005,-0.088 0.013,0.619-0.021,-0.237 0.026,0.780 0.003,1.465-0.003,-2.408 0.106,-0.228 0.026,-3.427 0.092,3.929-0.070,-1.467 0.054,-0.175 0.038,17.142 1.019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384.000 155.000,'0.039'0.000,"0.062"0.000,0.068 0.000,0.071 0.000,0.064 0.000,0.056 0.000,0.215 0.000,0.324 0.000,-0.702 0.000,0.602 0.000,0.206 0.000,0.695 0.000,0.293 0.000,-1.470 0.000,0.040 0.000,1.529 0.000,0.355 0.000,1.361 0.000,0.372 0.000,-0.714 0.000,2.091 0.037,0.275 0.060,0.070 0.073,-4.541-0.129,2.820 0.101,1.408 0.063,-0.175 0.003,-0.300-0.008,-2.554-0.104,0.021-0.004,3.154 0.084,-0.017-0.025,-0.125-0.026,-4.312-0.103,2.585-0.018,1.276-0.099,-0.108-0.083,-0.174-0.066,-2.483 0.113,2.273-0.155,0.360-0.041,-0.301 0.016,-0.716 0.058,-2.055 0.134,3.023-0.153,-0.487 0.059,10.634-0.124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663.000 149.000,'0.072'0.000,"0.124"0.000,0.280 0.000,0.276 0.000,0.279 0.000,0.564 0.000,0.657 0.000,0.501 0.000,-2.245 0.000,2.544 0.000,0.106 0.030,0.418 0.048,-1.914-0.038,3.273 0.087,0.542 0.081,0.348 0.111,-4.648-0.253,2.507 0.145,0.101 0.005,1.553 0.117,0.287 0.062,0.220 0.028,0.214-0.002,0.973 0.056,0.116 0.004,-3.957-0.273,1.642 0.116,0.016 0.027,1.527 0.137,-0.246-0.009,-1.423-0.108,0.054-0.003,0.010-0.010,0.758 0.034,-0.100-0.032,2.658 0.151,0.834 0.004,-0.289-0.075,-2.382-0.118,1.439 0.061,-0.277-0.042,-1.709-0.102,-1.562-0.026,2.417 0.236,-0.445 0.064,-2.603-0.204,-0.179 0.006,-0.187 0.009,-0.191 0.013,-0.188 0.013,-0.984-0.115,13.640 2.445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401.000 296.000,'0.084'0.000,"0.128"0.000,0.145 0.000,0.144 0.000,0.129 0.000,0.112 0.000,-0.416 0.000,0.273-0.027,0.781-0.072,0.325-0.030,0.599-0.081,0.711-0.112,0.244-0.069,-0.304 0.008,0.466-0.098,0.731-0.122,0.048-0.004,-3.262 0.474,1.988-0.250,1.060-0.102,-0.066 0.027,-0.168 0.023,0.175 0.038,0.330 0.021,-0.161 0.058,-0.262 0.056,-1.103 0.107,1.299-0.018,-0.054 0.044,-0.146 0.038,-2.960 0.071,1.709-0.023,0.718 0.006,-0.233 0.018,0.502 0.090,8.013 1.024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530.000 300.000,'0.052'0.013,"0.082"0.021,0.093 0.022,0.092 0.024,0.086 0.021,0.075 0.019,-0.009-0.026,0.127-0.003,0.141-0.007,0.144-0.009,-0.646-0.057,1.195 0.052,0.253-0.014,-0.277-0.019,0.075-0.007,-1.050-0.022,2.002 0.018,0.452-0.008,0.354-0.006,-1.684-0.007,2.767 0.000,0.216-0.004,0.061-0.003,-1.895 0.000,0.840-0.001,0.776-0.002,-0.168 0.001,-2.546 0.002,1.392-0.001,0.093 0.000,-0.287 0.000,-2.197 0.002,8.976-0.005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650.000 299.000,'0.089'0.000,"0.135"0.000,0.151 0.000,0.146 0.000,0.192-0.028,0.235-0.043,0.234-0.048,0.323-0.075,0.354-0.087,0.339-0.086,-0.204 0.080,0.292 0.005,0.242 0.016,0.195 0.025,-2.030 0.180,3.304-0.269,0.341 0.011,0.192 0.030,-2.692 0.179,2.025-0.081,0.692 0.012,0.137 0.035,-1.515 0.063,1.119-0.005,0.486 0.017,-0.173 0.022,-0.396-0.028,1.582-0.066,-0.292-0.010,0.053-0.201,0.712-0.171,-0.241-0.035,-4.936 0.458,0.009-0.002,3.729-0.329,1.803-0.099,0.371 0.044,-2.715 0.190,3.170-0.182,-1.408 0.101,0.080-0.003,0.098 0.016,-1.524 0.107,2.280-0.143,-0.317-0.048,-5.198 0.349,1.475-0.100,1.475-0.094,-0.050 0.013,1.346-0.063,-0.183 0.037,-1.338 0.100,3.028-0.071,-1.573 0.095,-0.238 0.038,-4.071 0.110,2.680-0.050,1.709-0.003,-0.224 0.028,-0.310 0.024,-4.011 0.024,21.878-0.859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261.000 219.000,'-0.015'0.000,"-0.258"-0.027,-0.467-0.044,-0.304-0.022,0.761 0.066,-1.041-0.107,-0.292-0.027,1.124 0.114,-2.145-0.154,-1.725 0.022,1.563 0.107,-0.123 0.042,1.923 0.024,-5.034 0.137,0.737 0.128,0.453 0.061,-0.126 0.075,3.532-0.275,-3.066 0.328,-0.125 0.100,-1.853 0.364,-0.268 0.157,1.520-0.153,-0.086 0.093,-0.018 0.070,-1.836 0.552,0.015 0.199,1.824-0.346,-1.757 0.769,0.253 0.158,0.408 0.071,4.842-1.853,-3.721 1.705,0.297 0.090,3.602-1.727,-3.246 1.837,0.317 0.051,1.938-1.078,-1.030 0.876,-1.891 2.122,1.894-1.275,0.327 0.013,-0.671 1.613,1.200-1.014,0.888-1.040,0.239-0.097,0.591-0.943,-0.285 1.675,0.575 0.585,0.547-1.384,0.374-0.173,-0.224-1.776,0.657 1.289,1.822 1.369,0.691-0.333,-1.202-1.483,0.341-0.130,2.630 0.587,0.710-0.333,0.617-0.335,-3.784-0.841,3.551 0.353,-0.003-0.215,-4.792-0.492,2.946 0.121,1.789-0.110,0.196-0.214,0.077-0.219,0.369-0.284,0.272-0.315,0.945-0.404,-0.193-0.178,-0.579-0.191,0.147-0.270,-1.867 0.376,-0.062-0.097,-0.033-0.139,-0.011-0.140,1.807-0.939,-1.004 0.214,-0.157-0.103,0.657-0.555,-1.821 0.750,1.960-1.338,-0.634 0.141,-2.307 1.291,0.809-0.752,-0.127-0.206,-0.753 0.279,-1.327 0.839,-0.485 0.170,-0.218-0.800,-0.928 0.221,-0.712 2.189,-0.192-1.022,-0.885-0.420,-0.712 0.142,-0.571 0.162,-1.055 0.196,-1.020 0.115,-1.411 0.014,-0.456 0.205,0.308 0.385,-1.163 0.269,-0.258 0.273,0.040 0.219,5.530 0.026,-3.997 0.344,-2.744 0.610,-0.514 0.394,-0.257 0.309,2.037-0.208,-0.140 0.153,-6.580 1.930,0.196 0.339,11.243-3.187,-7.270 2.255,2.643-0.743,0.244-0.033,4.593-1.460,-6.463 2.214,0.498-0.047,0.387 0.018,0.529-0.077,5.508-2.128,-6.800 3.078,-21.385 13.043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113.000 454.000,'0.028'-0.014,"0.043"-0.021,0.049-0.026,0.051-0.024,0.046-0.024,0.041-0.020,0.034-0.016,0.026-0.015,0.021-0.009,0.015-0.008,0.010-0.005,-0.201 0.112,0.224-0.045,0.116 0.009,0.195-0.008,0.175-0.018,-0.307 0.052,0.439-0.042,0.135-0.001,-0.737 0.083,1.328-0.096,0.249 0.009,0.935-0.017,0.255 0.021,-1.012 0.051,1.675-0.022,-1.107 0.040,0.043 0.011,1.341 0.000,-0.857 0.066,-0.489 0.028,-0.108 0.020,-1.906-0.044,1.490 0.113,0.945 0.166,-0.119 0.073,-0.158 0.048,-0.892-0.127,0.644 0.109,-0.083 0.001,-0.117-0.002,-1.256-0.209,0.599 0.084,0.752 0.085,-0.121-0.048,-0.161-0.051,0.328-0.025,-0.094-0.098,-0.135-0.109,5.682-0.850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240.000 467.000,'0.011'-0.032,"0.016"-0.049,0.019-0.057,0.019-0.058,0.018-0.054,0.017-0.049,0.013-0.039,0.024 0.066,0.075 0.014,0.090 0.020,-0.068 0.078,0.697-0.337,0.788-0.361,0.340-0.161,-1.621 0.811,0.041-0.006,2.300-0.769,2.315-0.543,0.671-0.058,-4.700 1.296,5.756-1.262,-2.472 0.635,0.179 0.036,3.515-0.590,-4.799 0.886,3.560-0.584,-1.675 0.322,-0.036 0.046,3.382-0.448,-6.790 1.003,5.100-0.631,-1.805 0.281,-0.163 0.064,2.868-0.319,-3.224 0.370,1.279-0.095,-0.206 0.072,-1.573 0.168,-0.214 0.043,-2.516 0.198,21.998-0.649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500.000 459.000,'0.084'0.028,"0.128"0.043,0.145 0.048,0.045-0.012,0.141 0.004,0.147-0.005,0.146-0.007,-0.111-0.062,0.704-0.111,0.386-0.158,0.370-0.169,-1.653 0.300,1.492-0.344,2.762-0.613,1.177-0.162,0.976-0.087,-0.733 0.319,0.378 0.118,0.162 0.158,-3.329 0.404,1.862 0.026,3.866 0.410,-0.044 0.557,-3.759-0.137,1.645 0.488,0.633 0.374,-0.319 0.111,-0.995-0.182,-1.685-0.376,2.141 0.354,-0.218-0.166,0.430-0.096,-2.990-0.501,0.979 0.048,-0.364-0.125,-1.365-0.183,-0.201-0.057,-0.079-0.051,15.822-0.369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298.000 631.000,'0.055'0.000,"0.087"0.000,0.100 0.000,0.101 0.000,0.003 0.000,0.032 0.000,0.021 0.000,-0.305 0.000,0.316 0.047,-0.180-0.016,0.495 0.124,0.081 0.075,0.022 0.020,0.162 0.106,0.140 0.131,0.501 0.303,0.168 0.131,0.372 0.247,0.146 0.123,-1.891-1.055,0.935 0.506,0.320 0.133,0.064-0.025,-1.242-0.606,2.303 1.005,0.164-0.076,0.070-0.134,-1.829-0.650,0.616 0.135,0.014-0.062,1.013 0.096,0.072-0.126,-1.616-0.261,1.426-0.007,0.869-0.168,0.110-0.133,-0.446-0.048,-0.156-0.029,-2.424 0.166,1.794-0.123,0.091 0.004,-1.828 0.121,1.590-0.087,0.058 0.009,1.001-0.022,0.219 0.021,-0.832 0.042,2.102-0.097,-0.871 0.003,0.122-0.038,-0.962 0.018,1.802-0.167,-0.185-0.013,-0.324 0.015,-0.929-0.017,0.120-0.085,-2.601 0.325,2.821-0.457,0.086-0.095,-2.819 0.487,5.117-1.031,-1.214 0.217,-0.101 0.026,-0.195 0.067,0.439-0.051,0.271-0.007,0.141 0.027,0.039 0.048,1.851-0.180,-0.641 0.198,-0.007 0.113,-2.332 0.341,1.456-0.013,0.496 0.092,-0.406 0.120,-4.732 0.192,1.298-0.016,2.982 0.086,-0.180 0.144,-0.240 0.126,-4.005-0.223,2.311 0.172,2.252 0.211,-1.883-0.139,-0.186-0.013,-0.645-0.058,-1.052-0.090,1.834 0.119,-0.188-0.037,-0.210-0.038,-2.568-0.152,2.479 0.107,0.283-0.023,-0.185-0.037,-2.676-0.074,1.444-0.027,11.944-1.994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294.000 573.000,'-0.221'0.221,"-0.063"-0.017,-0.480 0.306,-0.274 0.196,0.471-0.339,-1.326 0.886,-0.363 0.353,-0.202 0.303,0.808-0.438,-0.665 0.952,-0.283 0.691,0.128 0.197,1.930-2.563,-1.008 1.623,0.086 0.093,0.105 0.112,0.119 0.126,-0.476 2.172,0.838-1.915,-0.014 0.969,0.262-0.129,0.485-2.857,-0.028 3.658,0.360-1.088,0.202-0.656,0.208-0.266,0.899 0.587,-0.412-1.502,0.738 0.039,0.346-0.569,-0.421-0.583,0.087-0.288,1.145-0.537,0.152-0.589,-2.432 0.634,1.853-0.903,0.056-0.263,0.421-0.577,0.010-0.367,-1.532 1.103,0.736-0.752,-0.037-0.109,1.059-1.261,-0.077-0.096,-1.808 1.916,1.851-2.375,-0.511 0.399,-0.170 0.035,-0.970 1.207,0.754-1.529,-0.701 0.859,-0.244 0.138,-0.508 0.748,0.173-1.251,-0.502 0.837,-0.303 0.219,-0.769-0.534,-0.761 0.281,-0.641 0.297,-0.675 0.460,-0.866 0.232,-0.280 0.378,2.295 0.807,-0.978 0.076,-1.548 0.422,-0.289 0.482,-0.146 0.425,0.083 0.444,-1.892 1.415,0.079 0.513,3.948-2.165,-1.005 0.734,-2.235 1.872,0.654-0.103,3.928-3.117,-12.326 12.016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414.000 568.000,'-0.093'0.000,"-0.153"0.000,-0.186 0.000,-0.199 0.000,0.252-0.012,-0.737-0.051,-0.296-0.026,1.044 0.063,-2.158-0.264,-0.162-0.037,-0.329-0.024,1.633 0.207,-0.780-0.030,-0.050 0.050,-1.334 0.183,-0.209 0.311,2.080-0.121,-0.874 0.334,-0.027 0.200,-0.940 0.789,-0.057 0.583,1.796-0.941,-1.302 1.337,0.082 0.333,-0.279 0.862,0.190 0.402,1.603-1.957,-0.591 1.330,0.175 0.155,-0.027 0.810,0.323 0.147,0.351 0.682,0.644 1.253,0.632-2.140,0.462-0.197,0.731 0.401,0.866 0.053,0.687-0.398,0.595-0.417,0.121-0.678,1.998 0.446,0.418-0.735,-3.720-1.939,2.431 0.552,2.103-0.342,0.072-0.877,-0.270-1.075,0.874-1.178,0.011-0.845,-6.066 2.271,5.386-2.848,-0.902 0.041,-0.353-0.120,-3.101 1.910,3.396-2.632,-4.621 3.336,3.757-3.161,-0.390-0.021,0.138-0.684,-2.868 2.809,1.444-1.983,-0.367 0.007,-0.882 0.968,-0.740 0.933,0.892-2.165,-0.342-0.098,-0.327-0.026,-0.803 2.131,0.110-1.147,-0.268-0.027,-0.295-0.517,-0.361 0.111,-0.064 1.650,-0.908-1.811,-1.554-0.814,-0.754 0.760,1.150 2.026,-0.505 0.239,-3.011-0.392,-0.566 0.683,2.085 0.849,-2.743 0.398,-0.500 0.551,-0.241 0.466,5.970-0.660,-1.923 0.386,-4.387 1.397,-3.563 1.981,0.369 0.742,5.081-1.802,-0.092 0.411,-41.583 32.710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7-20T16:08: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478.000 638.000,'0.066'0.017,"0.107"0.026,0.124 0.031,0.128 0.032,0.110 0.022,0.041-0.000,0.008-0.009,-0.466-0.098,0.719-0.003,0.133-0.092,0.049-0.089,-0.814 0.129,0.812-0.130,-0.175 0.009,0.628-0.125,0.172-0.016,-0.850 0.143,1.157-0.223,1.139-0.200,0.060 0.016,-1.319 0.272,-0.544 0.106,2.687-0.242,0.046 0.086,-1.766 0.230,0.041 0.064,1.596 0.149,-0.097 0.143,-1.506-0.046,0.809 0.131,-0.810-0.067,-0.063 0.007,1.402 0.176,-2.190-0.276,0.703 0.071,-0.043-0.019,-0.061-0.021,1.293 0.075,-1.355-0.159,0.698-0.057,0.068-0.094,0.630-0.111,-0.665-0.101,11.233-2.964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image" Target="../media/image50.png"/><Relationship Id="rId98" Type="http://schemas.openxmlformats.org/officeDocument/2006/relationships/customXml" Target="../ink/ink49.xml"/><Relationship Id="rId97" Type="http://schemas.openxmlformats.org/officeDocument/2006/relationships/image" Target="../media/image49.png"/><Relationship Id="rId96" Type="http://schemas.openxmlformats.org/officeDocument/2006/relationships/customXml" Target="../ink/ink48.xml"/><Relationship Id="rId95" Type="http://schemas.openxmlformats.org/officeDocument/2006/relationships/image" Target="../media/image48.png"/><Relationship Id="rId94" Type="http://schemas.openxmlformats.org/officeDocument/2006/relationships/customXml" Target="../ink/ink47.xml"/><Relationship Id="rId93" Type="http://schemas.openxmlformats.org/officeDocument/2006/relationships/image" Target="../media/image47.png"/><Relationship Id="rId92" Type="http://schemas.openxmlformats.org/officeDocument/2006/relationships/customXml" Target="../ink/ink46.xml"/><Relationship Id="rId91" Type="http://schemas.openxmlformats.org/officeDocument/2006/relationships/image" Target="../media/image46.png"/><Relationship Id="rId90" Type="http://schemas.openxmlformats.org/officeDocument/2006/relationships/customXml" Target="../ink/ink45.xml"/><Relationship Id="rId9" Type="http://schemas.openxmlformats.org/officeDocument/2006/relationships/image" Target="../media/image5.png"/><Relationship Id="rId89" Type="http://schemas.openxmlformats.org/officeDocument/2006/relationships/image" Target="../media/image45.png"/><Relationship Id="rId88" Type="http://schemas.openxmlformats.org/officeDocument/2006/relationships/customXml" Target="../ink/ink44.xml"/><Relationship Id="rId87" Type="http://schemas.openxmlformats.org/officeDocument/2006/relationships/image" Target="../media/image44.png"/><Relationship Id="rId86" Type="http://schemas.openxmlformats.org/officeDocument/2006/relationships/customXml" Target="../ink/ink43.xml"/><Relationship Id="rId85" Type="http://schemas.openxmlformats.org/officeDocument/2006/relationships/image" Target="../media/image43.png"/><Relationship Id="rId84" Type="http://schemas.openxmlformats.org/officeDocument/2006/relationships/customXml" Target="../ink/ink42.xml"/><Relationship Id="rId83" Type="http://schemas.openxmlformats.org/officeDocument/2006/relationships/image" Target="../media/image42.png"/><Relationship Id="rId82" Type="http://schemas.openxmlformats.org/officeDocument/2006/relationships/customXml" Target="../ink/ink41.xml"/><Relationship Id="rId81" Type="http://schemas.openxmlformats.org/officeDocument/2006/relationships/image" Target="../media/image41.png"/><Relationship Id="rId80" Type="http://schemas.openxmlformats.org/officeDocument/2006/relationships/customXml" Target="../ink/ink40.xml"/><Relationship Id="rId8" Type="http://schemas.openxmlformats.org/officeDocument/2006/relationships/customXml" Target="../ink/ink4.xml"/><Relationship Id="rId79" Type="http://schemas.openxmlformats.org/officeDocument/2006/relationships/image" Target="../media/image40.png"/><Relationship Id="rId78" Type="http://schemas.openxmlformats.org/officeDocument/2006/relationships/customXml" Target="../ink/ink39.xml"/><Relationship Id="rId77" Type="http://schemas.openxmlformats.org/officeDocument/2006/relationships/image" Target="../media/image39.png"/><Relationship Id="rId76" Type="http://schemas.openxmlformats.org/officeDocument/2006/relationships/customXml" Target="../ink/ink38.xml"/><Relationship Id="rId75" Type="http://schemas.openxmlformats.org/officeDocument/2006/relationships/image" Target="../media/image38.png"/><Relationship Id="rId74" Type="http://schemas.openxmlformats.org/officeDocument/2006/relationships/customXml" Target="../ink/ink37.xml"/><Relationship Id="rId73" Type="http://schemas.openxmlformats.org/officeDocument/2006/relationships/image" Target="../media/image37.png"/><Relationship Id="rId72" Type="http://schemas.openxmlformats.org/officeDocument/2006/relationships/customXml" Target="../ink/ink36.xml"/><Relationship Id="rId71" Type="http://schemas.openxmlformats.org/officeDocument/2006/relationships/image" Target="../media/image36.png"/><Relationship Id="rId70" Type="http://schemas.openxmlformats.org/officeDocument/2006/relationships/customXml" Target="../ink/ink35.xml"/><Relationship Id="rId7" Type="http://schemas.openxmlformats.org/officeDocument/2006/relationships/image" Target="../media/image4.png"/><Relationship Id="rId69" Type="http://schemas.openxmlformats.org/officeDocument/2006/relationships/image" Target="../media/image35.png"/><Relationship Id="rId68" Type="http://schemas.openxmlformats.org/officeDocument/2006/relationships/customXml" Target="../ink/ink34.xml"/><Relationship Id="rId67" Type="http://schemas.openxmlformats.org/officeDocument/2006/relationships/image" Target="../media/image34.png"/><Relationship Id="rId66" Type="http://schemas.openxmlformats.org/officeDocument/2006/relationships/customXml" Target="../ink/ink33.xml"/><Relationship Id="rId65" Type="http://schemas.openxmlformats.org/officeDocument/2006/relationships/image" Target="../media/image33.png"/><Relationship Id="rId64" Type="http://schemas.openxmlformats.org/officeDocument/2006/relationships/customXml" Target="../ink/ink32.xml"/><Relationship Id="rId63" Type="http://schemas.openxmlformats.org/officeDocument/2006/relationships/image" Target="../media/image32.png"/><Relationship Id="rId62" Type="http://schemas.openxmlformats.org/officeDocument/2006/relationships/customXml" Target="../ink/ink31.xml"/><Relationship Id="rId61" Type="http://schemas.openxmlformats.org/officeDocument/2006/relationships/image" Target="../media/image31.png"/><Relationship Id="rId60" Type="http://schemas.openxmlformats.org/officeDocument/2006/relationships/customXml" Target="../ink/ink30.xml"/><Relationship Id="rId6" Type="http://schemas.openxmlformats.org/officeDocument/2006/relationships/customXml" Target="../ink/ink3.xml"/><Relationship Id="rId59" Type="http://schemas.openxmlformats.org/officeDocument/2006/relationships/image" Target="../media/image30.png"/><Relationship Id="rId58" Type="http://schemas.openxmlformats.org/officeDocument/2006/relationships/customXml" Target="../ink/ink29.xml"/><Relationship Id="rId57" Type="http://schemas.openxmlformats.org/officeDocument/2006/relationships/image" Target="../media/image29.png"/><Relationship Id="rId56" Type="http://schemas.openxmlformats.org/officeDocument/2006/relationships/customXml" Target="../ink/ink28.xml"/><Relationship Id="rId55" Type="http://schemas.openxmlformats.org/officeDocument/2006/relationships/image" Target="../media/image28.png"/><Relationship Id="rId54" Type="http://schemas.openxmlformats.org/officeDocument/2006/relationships/customXml" Target="../ink/ink27.xml"/><Relationship Id="rId53" Type="http://schemas.openxmlformats.org/officeDocument/2006/relationships/image" Target="../media/image27.png"/><Relationship Id="rId52" Type="http://schemas.openxmlformats.org/officeDocument/2006/relationships/customXml" Target="../ink/ink26.xml"/><Relationship Id="rId51" Type="http://schemas.openxmlformats.org/officeDocument/2006/relationships/image" Target="../media/image26.png"/><Relationship Id="rId50" Type="http://schemas.openxmlformats.org/officeDocument/2006/relationships/customXml" Target="../ink/ink25.xml"/><Relationship Id="rId5" Type="http://schemas.openxmlformats.org/officeDocument/2006/relationships/image" Target="../media/image3.png"/><Relationship Id="rId49" Type="http://schemas.openxmlformats.org/officeDocument/2006/relationships/image" Target="../media/image25.png"/><Relationship Id="rId48" Type="http://schemas.openxmlformats.org/officeDocument/2006/relationships/customXml" Target="../ink/ink24.xml"/><Relationship Id="rId47" Type="http://schemas.openxmlformats.org/officeDocument/2006/relationships/image" Target="../media/image24.png"/><Relationship Id="rId46" Type="http://schemas.openxmlformats.org/officeDocument/2006/relationships/customXml" Target="../ink/ink23.xml"/><Relationship Id="rId45" Type="http://schemas.openxmlformats.org/officeDocument/2006/relationships/image" Target="../media/image23.png"/><Relationship Id="rId44" Type="http://schemas.openxmlformats.org/officeDocument/2006/relationships/customXml" Target="../ink/ink22.xml"/><Relationship Id="rId43" Type="http://schemas.openxmlformats.org/officeDocument/2006/relationships/image" Target="../media/image22.png"/><Relationship Id="rId42" Type="http://schemas.openxmlformats.org/officeDocument/2006/relationships/customXml" Target="../ink/ink21.xml"/><Relationship Id="rId41" Type="http://schemas.openxmlformats.org/officeDocument/2006/relationships/image" Target="../media/image21.png"/><Relationship Id="rId40" Type="http://schemas.openxmlformats.org/officeDocument/2006/relationships/customXml" Target="../ink/ink20.xml"/><Relationship Id="rId4" Type="http://schemas.openxmlformats.org/officeDocument/2006/relationships/customXml" Target="../ink/ink2.xml"/><Relationship Id="rId39" Type="http://schemas.openxmlformats.org/officeDocument/2006/relationships/image" Target="../media/image20.png"/><Relationship Id="rId38" Type="http://schemas.openxmlformats.org/officeDocument/2006/relationships/customXml" Target="../ink/ink19.xml"/><Relationship Id="rId37" Type="http://schemas.openxmlformats.org/officeDocument/2006/relationships/image" Target="../media/image19.png"/><Relationship Id="rId36" Type="http://schemas.openxmlformats.org/officeDocument/2006/relationships/customXml" Target="../ink/ink18.xml"/><Relationship Id="rId35" Type="http://schemas.openxmlformats.org/officeDocument/2006/relationships/image" Target="../media/image18.png"/><Relationship Id="rId34" Type="http://schemas.openxmlformats.org/officeDocument/2006/relationships/customXml" Target="../ink/ink17.xml"/><Relationship Id="rId33" Type="http://schemas.openxmlformats.org/officeDocument/2006/relationships/image" Target="../media/image17.png"/><Relationship Id="rId32" Type="http://schemas.openxmlformats.org/officeDocument/2006/relationships/customXml" Target="../ink/ink16.xml"/><Relationship Id="rId31" Type="http://schemas.openxmlformats.org/officeDocument/2006/relationships/image" Target="../media/image16.png"/><Relationship Id="rId30" Type="http://schemas.openxmlformats.org/officeDocument/2006/relationships/customXml" Target="../ink/ink15.xml"/><Relationship Id="rId3" Type="http://schemas.openxmlformats.org/officeDocument/2006/relationships/image" Target="../media/image2.png"/><Relationship Id="rId29" Type="http://schemas.openxmlformats.org/officeDocument/2006/relationships/image" Target="../media/image15.png"/><Relationship Id="rId28" Type="http://schemas.openxmlformats.org/officeDocument/2006/relationships/customXml" Target="../ink/ink14.xml"/><Relationship Id="rId27" Type="http://schemas.openxmlformats.org/officeDocument/2006/relationships/image" Target="../media/image14.png"/><Relationship Id="rId26" Type="http://schemas.openxmlformats.org/officeDocument/2006/relationships/customXml" Target="../ink/ink13.xml"/><Relationship Id="rId25" Type="http://schemas.openxmlformats.org/officeDocument/2006/relationships/image" Target="../media/image13.png"/><Relationship Id="rId24" Type="http://schemas.openxmlformats.org/officeDocument/2006/relationships/customXml" Target="../ink/ink12.xml"/><Relationship Id="rId23" Type="http://schemas.openxmlformats.org/officeDocument/2006/relationships/image" Target="../media/image12.png"/><Relationship Id="rId22" Type="http://schemas.openxmlformats.org/officeDocument/2006/relationships/customXml" Target="../ink/ink11.xml"/><Relationship Id="rId21" Type="http://schemas.openxmlformats.org/officeDocument/2006/relationships/image" Target="../media/image11.png"/><Relationship Id="rId201" Type="http://schemas.openxmlformats.org/officeDocument/2006/relationships/notesSlide" Target="../notesSlides/notesSlide2.xml"/><Relationship Id="rId200" Type="http://schemas.openxmlformats.org/officeDocument/2006/relationships/slideLayout" Target="../slideLayouts/slideLayout1.xml"/><Relationship Id="rId20" Type="http://schemas.openxmlformats.org/officeDocument/2006/relationships/customXml" Target="../ink/ink10.xml"/><Relationship Id="rId2" Type="http://schemas.openxmlformats.org/officeDocument/2006/relationships/customXml" Target="../ink/ink1.xml"/><Relationship Id="rId199" Type="http://schemas.openxmlformats.org/officeDocument/2006/relationships/image" Target="../media/image100.png"/><Relationship Id="rId198" Type="http://schemas.openxmlformats.org/officeDocument/2006/relationships/customXml" Target="../ink/ink99.xml"/><Relationship Id="rId197" Type="http://schemas.openxmlformats.org/officeDocument/2006/relationships/image" Target="../media/image99.png"/><Relationship Id="rId196" Type="http://schemas.openxmlformats.org/officeDocument/2006/relationships/customXml" Target="../ink/ink98.xml"/><Relationship Id="rId195" Type="http://schemas.openxmlformats.org/officeDocument/2006/relationships/image" Target="../media/image98.png"/><Relationship Id="rId194" Type="http://schemas.openxmlformats.org/officeDocument/2006/relationships/customXml" Target="../ink/ink97.xml"/><Relationship Id="rId193" Type="http://schemas.openxmlformats.org/officeDocument/2006/relationships/image" Target="../media/image97.png"/><Relationship Id="rId192" Type="http://schemas.openxmlformats.org/officeDocument/2006/relationships/customXml" Target="../ink/ink96.xml"/><Relationship Id="rId191" Type="http://schemas.openxmlformats.org/officeDocument/2006/relationships/image" Target="../media/image96.png"/><Relationship Id="rId190" Type="http://schemas.openxmlformats.org/officeDocument/2006/relationships/customXml" Target="../ink/ink95.xml"/><Relationship Id="rId19" Type="http://schemas.openxmlformats.org/officeDocument/2006/relationships/image" Target="../media/image10.png"/><Relationship Id="rId189" Type="http://schemas.openxmlformats.org/officeDocument/2006/relationships/image" Target="../media/image95.png"/><Relationship Id="rId188" Type="http://schemas.openxmlformats.org/officeDocument/2006/relationships/customXml" Target="../ink/ink94.xml"/><Relationship Id="rId187" Type="http://schemas.openxmlformats.org/officeDocument/2006/relationships/image" Target="../media/image94.png"/><Relationship Id="rId186" Type="http://schemas.openxmlformats.org/officeDocument/2006/relationships/customXml" Target="../ink/ink93.xml"/><Relationship Id="rId185" Type="http://schemas.openxmlformats.org/officeDocument/2006/relationships/image" Target="../media/image93.png"/><Relationship Id="rId184" Type="http://schemas.openxmlformats.org/officeDocument/2006/relationships/customXml" Target="../ink/ink92.xml"/><Relationship Id="rId183" Type="http://schemas.openxmlformats.org/officeDocument/2006/relationships/image" Target="../media/image92.png"/><Relationship Id="rId182" Type="http://schemas.openxmlformats.org/officeDocument/2006/relationships/customXml" Target="../ink/ink91.xml"/><Relationship Id="rId181" Type="http://schemas.openxmlformats.org/officeDocument/2006/relationships/image" Target="../media/image91.png"/><Relationship Id="rId180" Type="http://schemas.openxmlformats.org/officeDocument/2006/relationships/customXml" Target="../ink/ink90.xml"/><Relationship Id="rId18" Type="http://schemas.openxmlformats.org/officeDocument/2006/relationships/customXml" Target="../ink/ink9.xml"/><Relationship Id="rId179" Type="http://schemas.openxmlformats.org/officeDocument/2006/relationships/image" Target="../media/image90.png"/><Relationship Id="rId178" Type="http://schemas.openxmlformats.org/officeDocument/2006/relationships/customXml" Target="../ink/ink89.xml"/><Relationship Id="rId177" Type="http://schemas.openxmlformats.org/officeDocument/2006/relationships/image" Target="../media/image89.png"/><Relationship Id="rId176" Type="http://schemas.openxmlformats.org/officeDocument/2006/relationships/customXml" Target="../ink/ink88.xml"/><Relationship Id="rId175" Type="http://schemas.openxmlformats.org/officeDocument/2006/relationships/image" Target="../media/image88.png"/><Relationship Id="rId174" Type="http://schemas.openxmlformats.org/officeDocument/2006/relationships/customXml" Target="../ink/ink87.xml"/><Relationship Id="rId173" Type="http://schemas.openxmlformats.org/officeDocument/2006/relationships/image" Target="../media/image87.png"/><Relationship Id="rId172" Type="http://schemas.openxmlformats.org/officeDocument/2006/relationships/customXml" Target="../ink/ink86.xml"/><Relationship Id="rId171" Type="http://schemas.openxmlformats.org/officeDocument/2006/relationships/image" Target="../media/image86.png"/><Relationship Id="rId170" Type="http://schemas.openxmlformats.org/officeDocument/2006/relationships/customXml" Target="../ink/ink85.xml"/><Relationship Id="rId17" Type="http://schemas.openxmlformats.org/officeDocument/2006/relationships/image" Target="../media/image9.png"/><Relationship Id="rId169" Type="http://schemas.openxmlformats.org/officeDocument/2006/relationships/image" Target="../media/image85.png"/><Relationship Id="rId168" Type="http://schemas.openxmlformats.org/officeDocument/2006/relationships/customXml" Target="../ink/ink84.xml"/><Relationship Id="rId167" Type="http://schemas.openxmlformats.org/officeDocument/2006/relationships/image" Target="../media/image84.png"/><Relationship Id="rId166" Type="http://schemas.openxmlformats.org/officeDocument/2006/relationships/customXml" Target="../ink/ink83.xml"/><Relationship Id="rId165" Type="http://schemas.openxmlformats.org/officeDocument/2006/relationships/image" Target="../media/image83.png"/><Relationship Id="rId164" Type="http://schemas.openxmlformats.org/officeDocument/2006/relationships/customXml" Target="../ink/ink82.xml"/><Relationship Id="rId163" Type="http://schemas.openxmlformats.org/officeDocument/2006/relationships/image" Target="../media/image82.png"/><Relationship Id="rId162" Type="http://schemas.openxmlformats.org/officeDocument/2006/relationships/customXml" Target="../ink/ink81.xml"/><Relationship Id="rId161" Type="http://schemas.openxmlformats.org/officeDocument/2006/relationships/image" Target="../media/image81.png"/><Relationship Id="rId160" Type="http://schemas.openxmlformats.org/officeDocument/2006/relationships/customXml" Target="../ink/ink80.xml"/><Relationship Id="rId16" Type="http://schemas.openxmlformats.org/officeDocument/2006/relationships/customXml" Target="../ink/ink8.xml"/><Relationship Id="rId159" Type="http://schemas.openxmlformats.org/officeDocument/2006/relationships/image" Target="../media/image80.png"/><Relationship Id="rId158" Type="http://schemas.openxmlformats.org/officeDocument/2006/relationships/customXml" Target="../ink/ink79.xml"/><Relationship Id="rId157" Type="http://schemas.openxmlformats.org/officeDocument/2006/relationships/image" Target="../media/image79.png"/><Relationship Id="rId156" Type="http://schemas.openxmlformats.org/officeDocument/2006/relationships/customXml" Target="../ink/ink78.xml"/><Relationship Id="rId155" Type="http://schemas.openxmlformats.org/officeDocument/2006/relationships/image" Target="../media/image78.png"/><Relationship Id="rId154" Type="http://schemas.openxmlformats.org/officeDocument/2006/relationships/customXml" Target="../ink/ink77.xml"/><Relationship Id="rId153" Type="http://schemas.openxmlformats.org/officeDocument/2006/relationships/image" Target="../media/image77.png"/><Relationship Id="rId152" Type="http://schemas.openxmlformats.org/officeDocument/2006/relationships/customXml" Target="../ink/ink76.xml"/><Relationship Id="rId151" Type="http://schemas.openxmlformats.org/officeDocument/2006/relationships/image" Target="../media/image76.png"/><Relationship Id="rId150" Type="http://schemas.openxmlformats.org/officeDocument/2006/relationships/customXml" Target="../ink/ink75.xml"/><Relationship Id="rId15" Type="http://schemas.openxmlformats.org/officeDocument/2006/relationships/image" Target="../media/image8.png"/><Relationship Id="rId149" Type="http://schemas.openxmlformats.org/officeDocument/2006/relationships/image" Target="../media/image75.png"/><Relationship Id="rId148" Type="http://schemas.openxmlformats.org/officeDocument/2006/relationships/customXml" Target="../ink/ink74.xml"/><Relationship Id="rId147" Type="http://schemas.openxmlformats.org/officeDocument/2006/relationships/image" Target="../media/image74.png"/><Relationship Id="rId146" Type="http://schemas.openxmlformats.org/officeDocument/2006/relationships/customXml" Target="../ink/ink73.xml"/><Relationship Id="rId145" Type="http://schemas.openxmlformats.org/officeDocument/2006/relationships/image" Target="../media/image73.png"/><Relationship Id="rId144" Type="http://schemas.openxmlformats.org/officeDocument/2006/relationships/customXml" Target="../ink/ink72.xml"/><Relationship Id="rId143" Type="http://schemas.openxmlformats.org/officeDocument/2006/relationships/image" Target="../media/image72.png"/><Relationship Id="rId142" Type="http://schemas.openxmlformats.org/officeDocument/2006/relationships/customXml" Target="../ink/ink71.xml"/><Relationship Id="rId141" Type="http://schemas.openxmlformats.org/officeDocument/2006/relationships/image" Target="../media/image71.png"/><Relationship Id="rId140" Type="http://schemas.openxmlformats.org/officeDocument/2006/relationships/customXml" Target="../ink/ink70.xml"/><Relationship Id="rId14" Type="http://schemas.openxmlformats.org/officeDocument/2006/relationships/customXml" Target="../ink/ink7.xml"/><Relationship Id="rId139" Type="http://schemas.openxmlformats.org/officeDocument/2006/relationships/image" Target="../media/image70.png"/><Relationship Id="rId138" Type="http://schemas.openxmlformats.org/officeDocument/2006/relationships/customXml" Target="../ink/ink69.xml"/><Relationship Id="rId137" Type="http://schemas.openxmlformats.org/officeDocument/2006/relationships/image" Target="../media/image69.png"/><Relationship Id="rId136" Type="http://schemas.openxmlformats.org/officeDocument/2006/relationships/customXml" Target="../ink/ink68.xml"/><Relationship Id="rId135" Type="http://schemas.openxmlformats.org/officeDocument/2006/relationships/image" Target="../media/image68.png"/><Relationship Id="rId134" Type="http://schemas.openxmlformats.org/officeDocument/2006/relationships/customXml" Target="../ink/ink67.xml"/><Relationship Id="rId133" Type="http://schemas.openxmlformats.org/officeDocument/2006/relationships/image" Target="../media/image67.png"/><Relationship Id="rId132" Type="http://schemas.openxmlformats.org/officeDocument/2006/relationships/customXml" Target="../ink/ink66.xml"/><Relationship Id="rId131" Type="http://schemas.openxmlformats.org/officeDocument/2006/relationships/image" Target="../media/image66.png"/><Relationship Id="rId130" Type="http://schemas.openxmlformats.org/officeDocument/2006/relationships/customXml" Target="../ink/ink65.xml"/><Relationship Id="rId13" Type="http://schemas.openxmlformats.org/officeDocument/2006/relationships/image" Target="../media/image7.png"/><Relationship Id="rId129" Type="http://schemas.openxmlformats.org/officeDocument/2006/relationships/image" Target="../media/image65.png"/><Relationship Id="rId128" Type="http://schemas.openxmlformats.org/officeDocument/2006/relationships/customXml" Target="../ink/ink64.xml"/><Relationship Id="rId127" Type="http://schemas.openxmlformats.org/officeDocument/2006/relationships/image" Target="../media/image64.png"/><Relationship Id="rId126" Type="http://schemas.openxmlformats.org/officeDocument/2006/relationships/customXml" Target="../ink/ink63.xml"/><Relationship Id="rId125" Type="http://schemas.openxmlformats.org/officeDocument/2006/relationships/image" Target="../media/image63.png"/><Relationship Id="rId124" Type="http://schemas.openxmlformats.org/officeDocument/2006/relationships/customXml" Target="../ink/ink62.xml"/><Relationship Id="rId123" Type="http://schemas.openxmlformats.org/officeDocument/2006/relationships/image" Target="../media/image62.png"/><Relationship Id="rId122" Type="http://schemas.openxmlformats.org/officeDocument/2006/relationships/customXml" Target="../ink/ink61.xml"/><Relationship Id="rId121" Type="http://schemas.openxmlformats.org/officeDocument/2006/relationships/image" Target="../media/image61.png"/><Relationship Id="rId120" Type="http://schemas.openxmlformats.org/officeDocument/2006/relationships/customXml" Target="../ink/ink60.xml"/><Relationship Id="rId12" Type="http://schemas.openxmlformats.org/officeDocument/2006/relationships/customXml" Target="../ink/ink6.xml"/><Relationship Id="rId119" Type="http://schemas.openxmlformats.org/officeDocument/2006/relationships/image" Target="../media/image60.png"/><Relationship Id="rId118" Type="http://schemas.openxmlformats.org/officeDocument/2006/relationships/customXml" Target="../ink/ink59.xml"/><Relationship Id="rId117" Type="http://schemas.openxmlformats.org/officeDocument/2006/relationships/image" Target="../media/image59.png"/><Relationship Id="rId116" Type="http://schemas.openxmlformats.org/officeDocument/2006/relationships/customXml" Target="../ink/ink58.xml"/><Relationship Id="rId115" Type="http://schemas.openxmlformats.org/officeDocument/2006/relationships/image" Target="../media/image58.png"/><Relationship Id="rId114" Type="http://schemas.openxmlformats.org/officeDocument/2006/relationships/customXml" Target="../ink/ink57.xml"/><Relationship Id="rId113" Type="http://schemas.openxmlformats.org/officeDocument/2006/relationships/image" Target="../media/image57.png"/><Relationship Id="rId112" Type="http://schemas.openxmlformats.org/officeDocument/2006/relationships/customXml" Target="../ink/ink56.xml"/><Relationship Id="rId111" Type="http://schemas.openxmlformats.org/officeDocument/2006/relationships/image" Target="../media/image56.png"/><Relationship Id="rId110" Type="http://schemas.openxmlformats.org/officeDocument/2006/relationships/customXml" Target="../ink/ink55.xml"/><Relationship Id="rId11" Type="http://schemas.openxmlformats.org/officeDocument/2006/relationships/image" Target="../media/image6.png"/><Relationship Id="rId109" Type="http://schemas.openxmlformats.org/officeDocument/2006/relationships/image" Target="../media/image55.png"/><Relationship Id="rId108" Type="http://schemas.openxmlformats.org/officeDocument/2006/relationships/customXml" Target="../ink/ink54.xml"/><Relationship Id="rId107" Type="http://schemas.openxmlformats.org/officeDocument/2006/relationships/image" Target="../media/image54.png"/><Relationship Id="rId106" Type="http://schemas.openxmlformats.org/officeDocument/2006/relationships/customXml" Target="../ink/ink53.xml"/><Relationship Id="rId105" Type="http://schemas.openxmlformats.org/officeDocument/2006/relationships/image" Target="../media/image53.png"/><Relationship Id="rId104" Type="http://schemas.openxmlformats.org/officeDocument/2006/relationships/customXml" Target="../ink/ink52.xml"/><Relationship Id="rId103" Type="http://schemas.openxmlformats.org/officeDocument/2006/relationships/image" Target="../media/image52.png"/><Relationship Id="rId102" Type="http://schemas.openxmlformats.org/officeDocument/2006/relationships/customXml" Target="../ink/ink51.xml"/><Relationship Id="rId101" Type="http://schemas.openxmlformats.org/officeDocument/2006/relationships/image" Target="../media/image51.png"/><Relationship Id="rId100" Type="http://schemas.openxmlformats.org/officeDocument/2006/relationships/customXml" Target="../ink/ink50.xml"/><Relationship Id="rId10" Type="http://schemas.openxmlformats.org/officeDocument/2006/relationships/customXml" Target="../ink/ink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customXml" Target="../ink/ink149.xml"/><Relationship Id="rId98" Type="http://schemas.openxmlformats.org/officeDocument/2006/relationships/image" Target="../media/image149.png"/><Relationship Id="rId97" Type="http://schemas.openxmlformats.org/officeDocument/2006/relationships/customXml" Target="../ink/ink148.xml"/><Relationship Id="rId96" Type="http://schemas.openxmlformats.org/officeDocument/2006/relationships/image" Target="../media/image148.png"/><Relationship Id="rId95" Type="http://schemas.openxmlformats.org/officeDocument/2006/relationships/customXml" Target="../ink/ink147.xml"/><Relationship Id="rId94" Type="http://schemas.openxmlformats.org/officeDocument/2006/relationships/image" Target="../media/image147.png"/><Relationship Id="rId93" Type="http://schemas.openxmlformats.org/officeDocument/2006/relationships/customXml" Target="../ink/ink146.xml"/><Relationship Id="rId92" Type="http://schemas.openxmlformats.org/officeDocument/2006/relationships/image" Target="../media/image146.png"/><Relationship Id="rId91" Type="http://schemas.openxmlformats.org/officeDocument/2006/relationships/customXml" Target="../ink/ink145.xml"/><Relationship Id="rId90" Type="http://schemas.openxmlformats.org/officeDocument/2006/relationships/image" Target="../media/image145.png"/><Relationship Id="rId9" Type="http://schemas.openxmlformats.org/officeDocument/2006/relationships/customXml" Target="../ink/ink104.xml"/><Relationship Id="rId89" Type="http://schemas.openxmlformats.org/officeDocument/2006/relationships/customXml" Target="../ink/ink144.xml"/><Relationship Id="rId88" Type="http://schemas.openxmlformats.org/officeDocument/2006/relationships/image" Target="../media/image144.png"/><Relationship Id="rId87" Type="http://schemas.openxmlformats.org/officeDocument/2006/relationships/customXml" Target="../ink/ink143.xml"/><Relationship Id="rId86" Type="http://schemas.openxmlformats.org/officeDocument/2006/relationships/image" Target="../media/image143.png"/><Relationship Id="rId85" Type="http://schemas.openxmlformats.org/officeDocument/2006/relationships/customXml" Target="../ink/ink142.xml"/><Relationship Id="rId84" Type="http://schemas.openxmlformats.org/officeDocument/2006/relationships/image" Target="../media/image142.png"/><Relationship Id="rId83" Type="http://schemas.openxmlformats.org/officeDocument/2006/relationships/customXml" Target="../ink/ink141.xml"/><Relationship Id="rId82" Type="http://schemas.openxmlformats.org/officeDocument/2006/relationships/image" Target="../media/image141.png"/><Relationship Id="rId81" Type="http://schemas.openxmlformats.org/officeDocument/2006/relationships/customXml" Target="../ink/ink140.xml"/><Relationship Id="rId80" Type="http://schemas.openxmlformats.org/officeDocument/2006/relationships/image" Target="../media/image140.png"/><Relationship Id="rId8" Type="http://schemas.openxmlformats.org/officeDocument/2006/relationships/image" Target="../media/image104.png"/><Relationship Id="rId79" Type="http://schemas.openxmlformats.org/officeDocument/2006/relationships/customXml" Target="../ink/ink139.xml"/><Relationship Id="rId78" Type="http://schemas.openxmlformats.org/officeDocument/2006/relationships/image" Target="../media/image139.png"/><Relationship Id="rId77" Type="http://schemas.openxmlformats.org/officeDocument/2006/relationships/customXml" Target="../ink/ink138.xml"/><Relationship Id="rId76" Type="http://schemas.openxmlformats.org/officeDocument/2006/relationships/image" Target="../media/image138.png"/><Relationship Id="rId75" Type="http://schemas.openxmlformats.org/officeDocument/2006/relationships/customXml" Target="../ink/ink137.xml"/><Relationship Id="rId74" Type="http://schemas.openxmlformats.org/officeDocument/2006/relationships/image" Target="../media/image137.png"/><Relationship Id="rId73" Type="http://schemas.openxmlformats.org/officeDocument/2006/relationships/customXml" Target="../ink/ink136.xml"/><Relationship Id="rId72" Type="http://schemas.openxmlformats.org/officeDocument/2006/relationships/image" Target="../media/image136.png"/><Relationship Id="rId71" Type="http://schemas.openxmlformats.org/officeDocument/2006/relationships/customXml" Target="../ink/ink135.xml"/><Relationship Id="rId70" Type="http://schemas.openxmlformats.org/officeDocument/2006/relationships/image" Target="../media/image135.png"/><Relationship Id="rId7" Type="http://schemas.openxmlformats.org/officeDocument/2006/relationships/customXml" Target="../ink/ink103.xml"/><Relationship Id="rId69" Type="http://schemas.openxmlformats.org/officeDocument/2006/relationships/customXml" Target="../ink/ink134.xml"/><Relationship Id="rId68" Type="http://schemas.openxmlformats.org/officeDocument/2006/relationships/image" Target="../media/image134.png"/><Relationship Id="rId67" Type="http://schemas.openxmlformats.org/officeDocument/2006/relationships/customXml" Target="../ink/ink133.xml"/><Relationship Id="rId66" Type="http://schemas.openxmlformats.org/officeDocument/2006/relationships/image" Target="../media/image133.png"/><Relationship Id="rId65" Type="http://schemas.openxmlformats.org/officeDocument/2006/relationships/customXml" Target="../ink/ink132.xml"/><Relationship Id="rId64" Type="http://schemas.openxmlformats.org/officeDocument/2006/relationships/image" Target="../media/image132.png"/><Relationship Id="rId63" Type="http://schemas.openxmlformats.org/officeDocument/2006/relationships/customXml" Target="../ink/ink131.xml"/><Relationship Id="rId62" Type="http://schemas.openxmlformats.org/officeDocument/2006/relationships/image" Target="../media/image131.png"/><Relationship Id="rId61" Type="http://schemas.openxmlformats.org/officeDocument/2006/relationships/customXml" Target="../ink/ink130.xml"/><Relationship Id="rId60" Type="http://schemas.openxmlformats.org/officeDocument/2006/relationships/image" Target="../media/image130.png"/><Relationship Id="rId6" Type="http://schemas.openxmlformats.org/officeDocument/2006/relationships/image" Target="../media/image103.png"/><Relationship Id="rId59" Type="http://schemas.openxmlformats.org/officeDocument/2006/relationships/customXml" Target="../ink/ink129.xml"/><Relationship Id="rId58" Type="http://schemas.openxmlformats.org/officeDocument/2006/relationships/image" Target="../media/image129.png"/><Relationship Id="rId57" Type="http://schemas.openxmlformats.org/officeDocument/2006/relationships/customXml" Target="../ink/ink128.xml"/><Relationship Id="rId56" Type="http://schemas.openxmlformats.org/officeDocument/2006/relationships/image" Target="../media/image128.png"/><Relationship Id="rId55" Type="http://schemas.openxmlformats.org/officeDocument/2006/relationships/customXml" Target="../ink/ink127.xml"/><Relationship Id="rId54" Type="http://schemas.openxmlformats.org/officeDocument/2006/relationships/image" Target="../media/image127.png"/><Relationship Id="rId53" Type="http://schemas.openxmlformats.org/officeDocument/2006/relationships/customXml" Target="../ink/ink126.xml"/><Relationship Id="rId52" Type="http://schemas.openxmlformats.org/officeDocument/2006/relationships/image" Target="../media/image126.png"/><Relationship Id="rId51" Type="http://schemas.openxmlformats.org/officeDocument/2006/relationships/customXml" Target="../ink/ink125.xml"/><Relationship Id="rId50" Type="http://schemas.openxmlformats.org/officeDocument/2006/relationships/image" Target="../media/image125.png"/><Relationship Id="rId5" Type="http://schemas.openxmlformats.org/officeDocument/2006/relationships/customXml" Target="../ink/ink102.xml"/><Relationship Id="rId49" Type="http://schemas.openxmlformats.org/officeDocument/2006/relationships/customXml" Target="../ink/ink124.xml"/><Relationship Id="rId48" Type="http://schemas.openxmlformats.org/officeDocument/2006/relationships/image" Target="../media/image124.png"/><Relationship Id="rId47" Type="http://schemas.openxmlformats.org/officeDocument/2006/relationships/customXml" Target="../ink/ink123.xml"/><Relationship Id="rId46" Type="http://schemas.openxmlformats.org/officeDocument/2006/relationships/image" Target="../media/image123.png"/><Relationship Id="rId45" Type="http://schemas.openxmlformats.org/officeDocument/2006/relationships/customXml" Target="../ink/ink122.xml"/><Relationship Id="rId44" Type="http://schemas.openxmlformats.org/officeDocument/2006/relationships/image" Target="../media/image122.png"/><Relationship Id="rId43" Type="http://schemas.openxmlformats.org/officeDocument/2006/relationships/customXml" Target="../ink/ink121.xml"/><Relationship Id="rId42" Type="http://schemas.openxmlformats.org/officeDocument/2006/relationships/image" Target="../media/image121.png"/><Relationship Id="rId41" Type="http://schemas.openxmlformats.org/officeDocument/2006/relationships/customXml" Target="../ink/ink120.xml"/><Relationship Id="rId40" Type="http://schemas.openxmlformats.org/officeDocument/2006/relationships/image" Target="../media/image120.png"/><Relationship Id="rId4" Type="http://schemas.openxmlformats.org/officeDocument/2006/relationships/image" Target="../media/image102.png"/><Relationship Id="rId39" Type="http://schemas.openxmlformats.org/officeDocument/2006/relationships/customXml" Target="../ink/ink119.xml"/><Relationship Id="rId38" Type="http://schemas.openxmlformats.org/officeDocument/2006/relationships/image" Target="../media/image119.png"/><Relationship Id="rId37" Type="http://schemas.openxmlformats.org/officeDocument/2006/relationships/customXml" Target="../ink/ink118.xml"/><Relationship Id="rId36" Type="http://schemas.openxmlformats.org/officeDocument/2006/relationships/image" Target="../media/image118.png"/><Relationship Id="rId35" Type="http://schemas.openxmlformats.org/officeDocument/2006/relationships/customXml" Target="../ink/ink117.xml"/><Relationship Id="rId34" Type="http://schemas.openxmlformats.org/officeDocument/2006/relationships/image" Target="../media/image117.png"/><Relationship Id="rId33" Type="http://schemas.openxmlformats.org/officeDocument/2006/relationships/customXml" Target="../ink/ink116.xml"/><Relationship Id="rId32" Type="http://schemas.openxmlformats.org/officeDocument/2006/relationships/image" Target="../media/image116.png"/><Relationship Id="rId31" Type="http://schemas.openxmlformats.org/officeDocument/2006/relationships/customXml" Target="../ink/ink115.xml"/><Relationship Id="rId30" Type="http://schemas.openxmlformats.org/officeDocument/2006/relationships/image" Target="../media/image115.png"/><Relationship Id="rId3" Type="http://schemas.openxmlformats.org/officeDocument/2006/relationships/customXml" Target="../ink/ink101.xml"/><Relationship Id="rId29" Type="http://schemas.openxmlformats.org/officeDocument/2006/relationships/customXml" Target="../ink/ink114.xml"/><Relationship Id="rId28" Type="http://schemas.openxmlformats.org/officeDocument/2006/relationships/image" Target="../media/image114.png"/><Relationship Id="rId27" Type="http://schemas.openxmlformats.org/officeDocument/2006/relationships/customXml" Target="../ink/ink113.xml"/><Relationship Id="rId26" Type="http://schemas.openxmlformats.org/officeDocument/2006/relationships/image" Target="../media/image113.png"/><Relationship Id="rId25" Type="http://schemas.openxmlformats.org/officeDocument/2006/relationships/customXml" Target="../ink/ink112.xml"/><Relationship Id="rId24" Type="http://schemas.openxmlformats.org/officeDocument/2006/relationships/image" Target="../media/image112.png"/><Relationship Id="rId23" Type="http://schemas.openxmlformats.org/officeDocument/2006/relationships/customXml" Target="../ink/ink111.xml"/><Relationship Id="rId22" Type="http://schemas.openxmlformats.org/officeDocument/2006/relationships/image" Target="../media/image111.png"/><Relationship Id="rId21" Type="http://schemas.openxmlformats.org/officeDocument/2006/relationships/customXml" Target="../ink/ink110.xml"/><Relationship Id="rId20" Type="http://schemas.openxmlformats.org/officeDocument/2006/relationships/image" Target="../media/image110.png"/><Relationship Id="rId2" Type="http://schemas.openxmlformats.org/officeDocument/2006/relationships/image" Target="../media/image101.png"/><Relationship Id="rId19" Type="http://schemas.openxmlformats.org/officeDocument/2006/relationships/customXml" Target="../ink/ink109.xml"/><Relationship Id="rId18" Type="http://schemas.openxmlformats.org/officeDocument/2006/relationships/image" Target="../media/image109.png"/><Relationship Id="rId17" Type="http://schemas.openxmlformats.org/officeDocument/2006/relationships/customXml" Target="../ink/ink108.xml"/><Relationship Id="rId16" Type="http://schemas.openxmlformats.org/officeDocument/2006/relationships/image" Target="../media/image108.png"/><Relationship Id="rId15" Type="http://schemas.openxmlformats.org/officeDocument/2006/relationships/customXml" Target="../ink/ink107.xml"/><Relationship Id="rId14" Type="http://schemas.openxmlformats.org/officeDocument/2006/relationships/image" Target="../media/image107.png"/><Relationship Id="rId13" Type="http://schemas.openxmlformats.org/officeDocument/2006/relationships/customXml" Target="../ink/ink106.xml"/><Relationship Id="rId120" Type="http://schemas.openxmlformats.org/officeDocument/2006/relationships/notesSlide" Target="../notesSlides/notesSlide3.xml"/><Relationship Id="rId12" Type="http://schemas.openxmlformats.org/officeDocument/2006/relationships/image" Target="../media/image106.png"/><Relationship Id="rId119" Type="http://schemas.openxmlformats.org/officeDocument/2006/relationships/slideLayout" Target="../slideLayouts/slideLayout1.xml"/><Relationship Id="rId118" Type="http://schemas.openxmlformats.org/officeDocument/2006/relationships/image" Target="../media/image159.png"/><Relationship Id="rId117" Type="http://schemas.openxmlformats.org/officeDocument/2006/relationships/customXml" Target="../ink/ink158.xml"/><Relationship Id="rId116" Type="http://schemas.openxmlformats.org/officeDocument/2006/relationships/image" Target="../media/image158.png"/><Relationship Id="rId115" Type="http://schemas.openxmlformats.org/officeDocument/2006/relationships/customXml" Target="../ink/ink157.xml"/><Relationship Id="rId114" Type="http://schemas.openxmlformats.org/officeDocument/2006/relationships/image" Target="../media/image157.png"/><Relationship Id="rId113" Type="http://schemas.openxmlformats.org/officeDocument/2006/relationships/customXml" Target="../ink/ink156.xml"/><Relationship Id="rId112" Type="http://schemas.openxmlformats.org/officeDocument/2006/relationships/image" Target="../media/image156.png"/><Relationship Id="rId111" Type="http://schemas.openxmlformats.org/officeDocument/2006/relationships/customXml" Target="../ink/ink155.xml"/><Relationship Id="rId110" Type="http://schemas.openxmlformats.org/officeDocument/2006/relationships/image" Target="../media/image155.png"/><Relationship Id="rId11" Type="http://schemas.openxmlformats.org/officeDocument/2006/relationships/customXml" Target="../ink/ink105.xml"/><Relationship Id="rId109" Type="http://schemas.openxmlformats.org/officeDocument/2006/relationships/customXml" Target="../ink/ink154.xml"/><Relationship Id="rId108" Type="http://schemas.openxmlformats.org/officeDocument/2006/relationships/image" Target="../media/image154.png"/><Relationship Id="rId107" Type="http://schemas.openxmlformats.org/officeDocument/2006/relationships/customXml" Target="../ink/ink153.xml"/><Relationship Id="rId106" Type="http://schemas.openxmlformats.org/officeDocument/2006/relationships/image" Target="../media/image153.png"/><Relationship Id="rId105" Type="http://schemas.openxmlformats.org/officeDocument/2006/relationships/customXml" Target="../ink/ink152.xml"/><Relationship Id="rId104" Type="http://schemas.openxmlformats.org/officeDocument/2006/relationships/image" Target="../media/image152.png"/><Relationship Id="rId103" Type="http://schemas.openxmlformats.org/officeDocument/2006/relationships/customXml" Target="../ink/ink151.xml"/><Relationship Id="rId102" Type="http://schemas.openxmlformats.org/officeDocument/2006/relationships/image" Target="../media/image151.png"/><Relationship Id="rId101" Type="http://schemas.openxmlformats.org/officeDocument/2006/relationships/customXml" Target="../ink/ink150.xml"/><Relationship Id="rId100" Type="http://schemas.openxmlformats.org/officeDocument/2006/relationships/image" Target="../media/image150.png"/><Relationship Id="rId10" Type="http://schemas.openxmlformats.org/officeDocument/2006/relationships/image" Target="../media/image105.png"/><Relationship Id="rId1" Type="http://schemas.openxmlformats.org/officeDocument/2006/relationships/customXml" Target="../ink/ink10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ustomXml" Target="../ink/ink163.xml"/><Relationship Id="rId8" Type="http://schemas.openxmlformats.org/officeDocument/2006/relationships/image" Target="../media/image163.png"/><Relationship Id="rId7" Type="http://schemas.openxmlformats.org/officeDocument/2006/relationships/customXml" Target="../ink/ink162.xml"/><Relationship Id="rId6" Type="http://schemas.openxmlformats.org/officeDocument/2006/relationships/image" Target="../media/image162.png"/><Relationship Id="rId5" Type="http://schemas.openxmlformats.org/officeDocument/2006/relationships/customXml" Target="../ink/ink161.xml"/><Relationship Id="rId44" Type="http://schemas.openxmlformats.org/officeDocument/2006/relationships/notesSlide" Target="../notesSlides/notesSlide4.xml"/><Relationship Id="rId43" Type="http://schemas.openxmlformats.org/officeDocument/2006/relationships/slideLayout" Target="../slideLayouts/slideLayout1.xml"/><Relationship Id="rId42" Type="http://schemas.openxmlformats.org/officeDocument/2006/relationships/image" Target="../media/image180.png"/><Relationship Id="rId41" Type="http://schemas.openxmlformats.org/officeDocument/2006/relationships/customXml" Target="../ink/ink179.xml"/><Relationship Id="rId40" Type="http://schemas.openxmlformats.org/officeDocument/2006/relationships/image" Target="../media/image179.png"/><Relationship Id="rId4" Type="http://schemas.openxmlformats.org/officeDocument/2006/relationships/image" Target="../media/image161.png"/><Relationship Id="rId39" Type="http://schemas.openxmlformats.org/officeDocument/2006/relationships/customXml" Target="../ink/ink178.xml"/><Relationship Id="rId38" Type="http://schemas.openxmlformats.org/officeDocument/2006/relationships/image" Target="../media/image178.png"/><Relationship Id="rId37" Type="http://schemas.openxmlformats.org/officeDocument/2006/relationships/customXml" Target="../ink/ink177.xml"/><Relationship Id="rId36" Type="http://schemas.openxmlformats.org/officeDocument/2006/relationships/image" Target="../media/image177.png"/><Relationship Id="rId35" Type="http://schemas.openxmlformats.org/officeDocument/2006/relationships/customXml" Target="../ink/ink176.xml"/><Relationship Id="rId34" Type="http://schemas.openxmlformats.org/officeDocument/2006/relationships/image" Target="../media/image176.png"/><Relationship Id="rId33" Type="http://schemas.openxmlformats.org/officeDocument/2006/relationships/customXml" Target="../ink/ink175.xml"/><Relationship Id="rId32" Type="http://schemas.openxmlformats.org/officeDocument/2006/relationships/image" Target="../media/image175.png"/><Relationship Id="rId31" Type="http://schemas.openxmlformats.org/officeDocument/2006/relationships/customXml" Target="../ink/ink174.xml"/><Relationship Id="rId30" Type="http://schemas.openxmlformats.org/officeDocument/2006/relationships/image" Target="../media/image174.png"/><Relationship Id="rId3" Type="http://schemas.openxmlformats.org/officeDocument/2006/relationships/customXml" Target="../ink/ink160.xml"/><Relationship Id="rId29" Type="http://schemas.openxmlformats.org/officeDocument/2006/relationships/customXml" Target="../ink/ink173.xml"/><Relationship Id="rId28" Type="http://schemas.openxmlformats.org/officeDocument/2006/relationships/image" Target="../media/image173.png"/><Relationship Id="rId27" Type="http://schemas.openxmlformats.org/officeDocument/2006/relationships/customXml" Target="../ink/ink172.xml"/><Relationship Id="rId26" Type="http://schemas.openxmlformats.org/officeDocument/2006/relationships/image" Target="../media/image172.png"/><Relationship Id="rId25" Type="http://schemas.openxmlformats.org/officeDocument/2006/relationships/customXml" Target="../ink/ink171.xml"/><Relationship Id="rId24" Type="http://schemas.openxmlformats.org/officeDocument/2006/relationships/image" Target="../media/image171.png"/><Relationship Id="rId23" Type="http://schemas.openxmlformats.org/officeDocument/2006/relationships/customXml" Target="../ink/ink170.xml"/><Relationship Id="rId22" Type="http://schemas.openxmlformats.org/officeDocument/2006/relationships/image" Target="../media/image170.png"/><Relationship Id="rId21" Type="http://schemas.openxmlformats.org/officeDocument/2006/relationships/customXml" Target="../ink/ink169.xml"/><Relationship Id="rId20" Type="http://schemas.openxmlformats.org/officeDocument/2006/relationships/image" Target="../media/image169.png"/><Relationship Id="rId2" Type="http://schemas.openxmlformats.org/officeDocument/2006/relationships/image" Target="../media/image160.png"/><Relationship Id="rId19" Type="http://schemas.openxmlformats.org/officeDocument/2006/relationships/customXml" Target="../ink/ink168.xml"/><Relationship Id="rId18" Type="http://schemas.openxmlformats.org/officeDocument/2006/relationships/image" Target="../media/image168.png"/><Relationship Id="rId17" Type="http://schemas.openxmlformats.org/officeDocument/2006/relationships/customXml" Target="../ink/ink167.xml"/><Relationship Id="rId16" Type="http://schemas.openxmlformats.org/officeDocument/2006/relationships/image" Target="../media/image167.png"/><Relationship Id="rId15" Type="http://schemas.openxmlformats.org/officeDocument/2006/relationships/customXml" Target="../ink/ink166.xml"/><Relationship Id="rId14" Type="http://schemas.openxmlformats.org/officeDocument/2006/relationships/image" Target="../media/image166.png"/><Relationship Id="rId13" Type="http://schemas.openxmlformats.org/officeDocument/2006/relationships/customXml" Target="../ink/ink165.xml"/><Relationship Id="rId12" Type="http://schemas.openxmlformats.org/officeDocument/2006/relationships/image" Target="../media/image165.png"/><Relationship Id="rId11" Type="http://schemas.openxmlformats.org/officeDocument/2006/relationships/customXml" Target="../ink/ink164.xml"/><Relationship Id="rId10" Type="http://schemas.openxmlformats.org/officeDocument/2006/relationships/image" Target="../media/image164.png"/><Relationship Id="rId1" Type="http://schemas.openxmlformats.org/officeDocument/2006/relationships/customXml" Target="../ink/ink15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customXml" Target="../ink/ink184.xml"/><Relationship Id="rId8" Type="http://schemas.openxmlformats.org/officeDocument/2006/relationships/image" Target="../media/image184.png"/><Relationship Id="rId7" Type="http://schemas.openxmlformats.org/officeDocument/2006/relationships/customXml" Target="../ink/ink183.xml"/><Relationship Id="rId6" Type="http://schemas.openxmlformats.org/officeDocument/2006/relationships/image" Target="../media/image183.png"/><Relationship Id="rId5" Type="http://schemas.openxmlformats.org/officeDocument/2006/relationships/customXml" Target="../ink/ink182.xml"/><Relationship Id="rId40" Type="http://schemas.openxmlformats.org/officeDocument/2006/relationships/notesSlide" Target="../notesSlides/notesSlide5.xml"/><Relationship Id="rId4" Type="http://schemas.openxmlformats.org/officeDocument/2006/relationships/image" Target="../media/image182.png"/><Relationship Id="rId39" Type="http://schemas.openxmlformats.org/officeDocument/2006/relationships/slideLayout" Target="../slideLayouts/slideLayout1.xml"/><Relationship Id="rId38" Type="http://schemas.openxmlformats.org/officeDocument/2006/relationships/image" Target="../media/image199.png"/><Relationship Id="rId37" Type="http://schemas.openxmlformats.org/officeDocument/2006/relationships/customXml" Target="../ink/ink198.xml"/><Relationship Id="rId36" Type="http://schemas.openxmlformats.org/officeDocument/2006/relationships/image" Target="../media/image198.png"/><Relationship Id="rId35" Type="http://schemas.openxmlformats.org/officeDocument/2006/relationships/customXml" Target="../ink/ink197.xml"/><Relationship Id="rId34" Type="http://schemas.openxmlformats.org/officeDocument/2006/relationships/image" Target="../media/image197.png"/><Relationship Id="rId33" Type="http://schemas.openxmlformats.org/officeDocument/2006/relationships/customXml" Target="../ink/ink196.xml"/><Relationship Id="rId32" Type="http://schemas.openxmlformats.org/officeDocument/2006/relationships/image" Target="../media/image196.png"/><Relationship Id="rId31" Type="http://schemas.openxmlformats.org/officeDocument/2006/relationships/customXml" Target="../ink/ink195.xml"/><Relationship Id="rId30" Type="http://schemas.openxmlformats.org/officeDocument/2006/relationships/image" Target="../media/image195.png"/><Relationship Id="rId3" Type="http://schemas.openxmlformats.org/officeDocument/2006/relationships/customXml" Target="../ink/ink181.xml"/><Relationship Id="rId29" Type="http://schemas.openxmlformats.org/officeDocument/2006/relationships/customXml" Target="../ink/ink194.xml"/><Relationship Id="rId28" Type="http://schemas.openxmlformats.org/officeDocument/2006/relationships/image" Target="../media/image194.png"/><Relationship Id="rId27" Type="http://schemas.openxmlformats.org/officeDocument/2006/relationships/customXml" Target="../ink/ink193.xml"/><Relationship Id="rId26" Type="http://schemas.openxmlformats.org/officeDocument/2006/relationships/image" Target="../media/image193.png"/><Relationship Id="rId25" Type="http://schemas.openxmlformats.org/officeDocument/2006/relationships/customXml" Target="../ink/ink192.xml"/><Relationship Id="rId24" Type="http://schemas.openxmlformats.org/officeDocument/2006/relationships/image" Target="../media/image192.png"/><Relationship Id="rId23" Type="http://schemas.openxmlformats.org/officeDocument/2006/relationships/customXml" Target="../ink/ink191.xml"/><Relationship Id="rId22" Type="http://schemas.openxmlformats.org/officeDocument/2006/relationships/image" Target="../media/image191.png"/><Relationship Id="rId21" Type="http://schemas.openxmlformats.org/officeDocument/2006/relationships/customXml" Target="../ink/ink190.xml"/><Relationship Id="rId20" Type="http://schemas.openxmlformats.org/officeDocument/2006/relationships/image" Target="../media/image190.png"/><Relationship Id="rId2" Type="http://schemas.openxmlformats.org/officeDocument/2006/relationships/image" Target="../media/image181.png"/><Relationship Id="rId19" Type="http://schemas.openxmlformats.org/officeDocument/2006/relationships/customXml" Target="../ink/ink189.xml"/><Relationship Id="rId18" Type="http://schemas.openxmlformats.org/officeDocument/2006/relationships/image" Target="../media/image189.png"/><Relationship Id="rId17" Type="http://schemas.openxmlformats.org/officeDocument/2006/relationships/customXml" Target="../ink/ink188.xml"/><Relationship Id="rId16" Type="http://schemas.openxmlformats.org/officeDocument/2006/relationships/image" Target="../media/image188.png"/><Relationship Id="rId15" Type="http://schemas.openxmlformats.org/officeDocument/2006/relationships/customXml" Target="../ink/ink187.xml"/><Relationship Id="rId14" Type="http://schemas.openxmlformats.org/officeDocument/2006/relationships/image" Target="../media/image187.png"/><Relationship Id="rId13" Type="http://schemas.openxmlformats.org/officeDocument/2006/relationships/customXml" Target="../ink/ink186.xml"/><Relationship Id="rId12" Type="http://schemas.openxmlformats.org/officeDocument/2006/relationships/image" Target="../media/image186.png"/><Relationship Id="rId11" Type="http://schemas.openxmlformats.org/officeDocument/2006/relationships/customXml" Target="../ink/ink185.xml"/><Relationship Id="rId10" Type="http://schemas.openxmlformats.org/officeDocument/2006/relationships/image" Target="../media/image185.png"/><Relationship Id="rId1" Type="http://schemas.openxmlformats.org/officeDocument/2006/relationships/customXml" Target="../ink/ink18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4.png"/><Relationship Id="rId8" Type="http://schemas.openxmlformats.org/officeDocument/2006/relationships/customXml" Target="../ink/ink202.xml"/><Relationship Id="rId7" Type="http://schemas.openxmlformats.org/officeDocument/2006/relationships/image" Target="../media/image203.png"/><Relationship Id="rId6" Type="http://schemas.openxmlformats.org/officeDocument/2006/relationships/customXml" Target="../ink/ink201.xml"/><Relationship Id="rId5" Type="http://schemas.openxmlformats.org/officeDocument/2006/relationships/image" Target="../media/image202.png"/><Relationship Id="rId4" Type="http://schemas.openxmlformats.org/officeDocument/2006/relationships/customXml" Target="../ink/ink200.xml"/><Relationship Id="rId31" Type="http://schemas.openxmlformats.org/officeDocument/2006/relationships/notesSlide" Target="../notesSlides/notesSlide6.x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201.png"/><Relationship Id="rId29" Type="http://schemas.openxmlformats.org/officeDocument/2006/relationships/image" Target="../media/image214.png"/><Relationship Id="rId28" Type="http://schemas.openxmlformats.org/officeDocument/2006/relationships/customXml" Target="../ink/ink212.xml"/><Relationship Id="rId27" Type="http://schemas.openxmlformats.org/officeDocument/2006/relationships/image" Target="../media/image213.png"/><Relationship Id="rId26" Type="http://schemas.openxmlformats.org/officeDocument/2006/relationships/customXml" Target="../ink/ink211.xml"/><Relationship Id="rId25" Type="http://schemas.openxmlformats.org/officeDocument/2006/relationships/image" Target="../media/image212.png"/><Relationship Id="rId24" Type="http://schemas.openxmlformats.org/officeDocument/2006/relationships/customXml" Target="../ink/ink210.xml"/><Relationship Id="rId23" Type="http://schemas.openxmlformats.org/officeDocument/2006/relationships/image" Target="../media/image211.png"/><Relationship Id="rId22" Type="http://schemas.openxmlformats.org/officeDocument/2006/relationships/customXml" Target="../ink/ink209.xml"/><Relationship Id="rId21" Type="http://schemas.openxmlformats.org/officeDocument/2006/relationships/image" Target="../media/image210.png"/><Relationship Id="rId20" Type="http://schemas.openxmlformats.org/officeDocument/2006/relationships/customXml" Target="../ink/ink208.xml"/><Relationship Id="rId2" Type="http://schemas.openxmlformats.org/officeDocument/2006/relationships/customXml" Target="../ink/ink199.xml"/><Relationship Id="rId19" Type="http://schemas.openxmlformats.org/officeDocument/2006/relationships/image" Target="../media/image209.png"/><Relationship Id="rId18" Type="http://schemas.openxmlformats.org/officeDocument/2006/relationships/customXml" Target="../ink/ink207.xml"/><Relationship Id="rId17" Type="http://schemas.openxmlformats.org/officeDocument/2006/relationships/image" Target="../media/image208.png"/><Relationship Id="rId16" Type="http://schemas.openxmlformats.org/officeDocument/2006/relationships/customXml" Target="../ink/ink206.xml"/><Relationship Id="rId15" Type="http://schemas.openxmlformats.org/officeDocument/2006/relationships/image" Target="../media/image207.png"/><Relationship Id="rId14" Type="http://schemas.openxmlformats.org/officeDocument/2006/relationships/customXml" Target="../ink/ink205.xml"/><Relationship Id="rId13" Type="http://schemas.openxmlformats.org/officeDocument/2006/relationships/image" Target="../media/image206.png"/><Relationship Id="rId12" Type="http://schemas.openxmlformats.org/officeDocument/2006/relationships/customXml" Target="../ink/ink204.xml"/><Relationship Id="rId11" Type="http://schemas.openxmlformats.org/officeDocument/2006/relationships/image" Target="../media/image205.png"/><Relationship Id="rId10" Type="http://schemas.openxmlformats.org/officeDocument/2006/relationships/customXml" Target="../ink/ink203.xml"/><Relationship Id="rId1" Type="http://schemas.openxmlformats.org/officeDocument/2006/relationships/image" Target="../media/image20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customXml" Target="../ink/ink217.xml"/><Relationship Id="rId8" Type="http://schemas.openxmlformats.org/officeDocument/2006/relationships/image" Target="../media/image218.png"/><Relationship Id="rId7" Type="http://schemas.openxmlformats.org/officeDocument/2006/relationships/customXml" Target="../ink/ink216.xml"/><Relationship Id="rId6" Type="http://schemas.openxmlformats.org/officeDocument/2006/relationships/image" Target="../media/image217.png"/><Relationship Id="rId5" Type="http://schemas.openxmlformats.org/officeDocument/2006/relationships/customXml" Target="../ink/ink215.xml"/><Relationship Id="rId42" Type="http://schemas.openxmlformats.org/officeDocument/2006/relationships/notesSlide" Target="../notesSlides/notesSlide7.xml"/><Relationship Id="rId41" Type="http://schemas.openxmlformats.org/officeDocument/2006/relationships/slideLayout" Target="../slideLayouts/slideLayout1.xml"/><Relationship Id="rId40" Type="http://schemas.openxmlformats.org/officeDocument/2006/relationships/image" Target="../media/image234.png"/><Relationship Id="rId4" Type="http://schemas.openxmlformats.org/officeDocument/2006/relationships/image" Target="../media/image216.png"/><Relationship Id="rId39" Type="http://schemas.openxmlformats.org/officeDocument/2006/relationships/customXml" Target="../ink/ink232.xml"/><Relationship Id="rId38" Type="http://schemas.openxmlformats.org/officeDocument/2006/relationships/image" Target="../media/image233.png"/><Relationship Id="rId37" Type="http://schemas.openxmlformats.org/officeDocument/2006/relationships/customXml" Target="../ink/ink231.xml"/><Relationship Id="rId36" Type="http://schemas.openxmlformats.org/officeDocument/2006/relationships/image" Target="../media/image232.png"/><Relationship Id="rId35" Type="http://schemas.openxmlformats.org/officeDocument/2006/relationships/customXml" Target="../ink/ink230.xml"/><Relationship Id="rId34" Type="http://schemas.openxmlformats.org/officeDocument/2006/relationships/image" Target="../media/image231.png"/><Relationship Id="rId33" Type="http://schemas.openxmlformats.org/officeDocument/2006/relationships/customXml" Target="../ink/ink229.xml"/><Relationship Id="rId32" Type="http://schemas.openxmlformats.org/officeDocument/2006/relationships/image" Target="../media/image230.png"/><Relationship Id="rId31" Type="http://schemas.openxmlformats.org/officeDocument/2006/relationships/customXml" Target="../ink/ink228.xml"/><Relationship Id="rId30" Type="http://schemas.openxmlformats.org/officeDocument/2006/relationships/image" Target="../media/image229.png"/><Relationship Id="rId3" Type="http://schemas.openxmlformats.org/officeDocument/2006/relationships/customXml" Target="../ink/ink214.xml"/><Relationship Id="rId29" Type="http://schemas.openxmlformats.org/officeDocument/2006/relationships/customXml" Target="../ink/ink227.xml"/><Relationship Id="rId28" Type="http://schemas.openxmlformats.org/officeDocument/2006/relationships/image" Target="../media/image228.png"/><Relationship Id="rId27" Type="http://schemas.openxmlformats.org/officeDocument/2006/relationships/customXml" Target="../ink/ink226.xml"/><Relationship Id="rId26" Type="http://schemas.openxmlformats.org/officeDocument/2006/relationships/image" Target="../media/image227.png"/><Relationship Id="rId25" Type="http://schemas.openxmlformats.org/officeDocument/2006/relationships/customXml" Target="../ink/ink225.xml"/><Relationship Id="rId24" Type="http://schemas.openxmlformats.org/officeDocument/2006/relationships/image" Target="../media/image226.png"/><Relationship Id="rId23" Type="http://schemas.openxmlformats.org/officeDocument/2006/relationships/customXml" Target="../ink/ink224.xml"/><Relationship Id="rId22" Type="http://schemas.openxmlformats.org/officeDocument/2006/relationships/image" Target="../media/image225.png"/><Relationship Id="rId21" Type="http://schemas.openxmlformats.org/officeDocument/2006/relationships/customXml" Target="../ink/ink223.xml"/><Relationship Id="rId20" Type="http://schemas.openxmlformats.org/officeDocument/2006/relationships/image" Target="../media/image224.png"/><Relationship Id="rId2" Type="http://schemas.openxmlformats.org/officeDocument/2006/relationships/image" Target="../media/image215.png"/><Relationship Id="rId19" Type="http://schemas.openxmlformats.org/officeDocument/2006/relationships/customXml" Target="../ink/ink222.xml"/><Relationship Id="rId18" Type="http://schemas.openxmlformats.org/officeDocument/2006/relationships/image" Target="../media/image223.png"/><Relationship Id="rId17" Type="http://schemas.openxmlformats.org/officeDocument/2006/relationships/customXml" Target="../ink/ink221.xml"/><Relationship Id="rId16" Type="http://schemas.openxmlformats.org/officeDocument/2006/relationships/image" Target="../media/image222.png"/><Relationship Id="rId15" Type="http://schemas.openxmlformats.org/officeDocument/2006/relationships/customXml" Target="../ink/ink220.xml"/><Relationship Id="rId14" Type="http://schemas.openxmlformats.org/officeDocument/2006/relationships/image" Target="../media/image221.png"/><Relationship Id="rId13" Type="http://schemas.openxmlformats.org/officeDocument/2006/relationships/customXml" Target="../ink/ink219.xml"/><Relationship Id="rId12" Type="http://schemas.openxmlformats.org/officeDocument/2006/relationships/image" Target="../media/image220.png"/><Relationship Id="rId11" Type="http://schemas.openxmlformats.org/officeDocument/2006/relationships/customXml" Target="../ink/ink218.xml"/><Relationship Id="rId10" Type="http://schemas.openxmlformats.org/officeDocument/2006/relationships/image" Target="../media/image219.png"/><Relationship Id="rId1" Type="http://schemas.openxmlformats.org/officeDocument/2006/relationships/customXml" Target="../ink/ink21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39.png"/><Relationship Id="rId7" Type="http://schemas.openxmlformats.org/officeDocument/2006/relationships/customXml" Target="../ink/ink235.xml"/><Relationship Id="rId6" Type="http://schemas.openxmlformats.org/officeDocument/2006/relationships/image" Target="../media/image238.png"/><Relationship Id="rId5" Type="http://schemas.openxmlformats.org/officeDocument/2006/relationships/customXml" Target="../ink/ink234.xml"/><Relationship Id="rId4" Type="http://schemas.openxmlformats.org/officeDocument/2006/relationships/image" Target="../media/image237.png"/><Relationship Id="rId3" Type="http://schemas.openxmlformats.org/officeDocument/2006/relationships/customXml" Target="../ink/ink233.xml"/><Relationship Id="rId2" Type="http://schemas.openxmlformats.org/officeDocument/2006/relationships/image" Target="../media/image236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3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0.png"/><Relationship Id="rId2" Type="http://schemas.openxmlformats.org/officeDocument/2006/relationships/customXml" Target="../ink/ink236.xml"/><Relationship Id="rId1" Type="http://schemas.openxmlformats.org/officeDocument/2006/relationships/image" Target="../media/image23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customXml" Target="../ink/ink241.xml"/><Relationship Id="rId80" Type="http://schemas.openxmlformats.org/officeDocument/2006/relationships/notesSlide" Target="../notesSlides/notesSlide10.xml"/><Relationship Id="rId8" Type="http://schemas.openxmlformats.org/officeDocument/2006/relationships/image" Target="../media/image244.png"/><Relationship Id="rId79" Type="http://schemas.openxmlformats.org/officeDocument/2006/relationships/slideLayout" Target="../slideLayouts/slideLayout1.xml"/><Relationship Id="rId78" Type="http://schemas.openxmlformats.org/officeDocument/2006/relationships/image" Target="../media/image279.png"/><Relationship Id="rId77" Type="http://schemas.openxmlformats.org/officeDocument/2006/relationships/customXml" Target="../ink/ink275.xml"/><Relationship Id="rId76" Type="http://schemas.openxmlformats.org/officeDocument/2006/relationships/image" Target="../media/image278.png"/><Relationship Id="rId75" Type="http://schemas.openxmlformats.org/officeDocument/2006/relationships/customXml" Target="../ink/ink274.xml"/><Relationship Id="rId74" Type="http://schemas.openxmlformats.org/officeDocument/2006/relationships/image" Target="../media/image277.png"/><Relationship Id="rId73" Type="http://schemas.openxmlformats.org/officeDocument/2006/relationships/customXml" Target="../ink/ink273.xml"/><Relationship Id="rId72" Type="http://schemas.openxmlformats.org/officeDocument/2006/relationships/image" Target="../media/image276.png"/><Relationship Id="rId71" Type="http://schemas.openxmlformats.org/officeDocument/2006/relationships/customXml" Target="../ink/ink272.xml"/><Relationship Id="rId70" Type="http://schemas.openxmlformats.org/officeDocument/2006/relationships/image" Target="../media/image275.png"/><Relationship Id="rId7" Type="http://schemas.openxmlformats.org/officeDocument/2006/relationships/customXml" Target="../ink/ink240.xml"/><Relationship Id="rId69" Type="http://schemas.openxmlformats.org/officeDocument/2006/relationships/customXml" Target="../ink/ink271.xml"/><Relationship Id="rId68" Type="http://schemas.openxmlformats.org/officeDocument/2006/relationships/image" Target="../media/image274.png"/><Relationship Id="rId67" Type="http://schemas.openxmlformats.org/officeDocument/2006/relationships/customXml" Target="../ink/ink270.xml"/><Relationship Id="rId66" Type="http://schemas.openxmlformats.org/officeDocument/2006/relationships/image" Target="../media/image273.png"/><Relationship Id="rId65" Type="http://schemas.openxmlformats.org/officeDocument/2006/relationships/customXml" Target="../ink/ink269.xml"/><Relationship Id="rId64" Type="http://schemas.openxmlformats.org/officeDocument/2006/relationships/image" Target="../media/image272.png"/><Relationship Id="rId63" Type="http://schemas.openxmlformats.org/officeDocument/2006/relationships/customXml" Target="../ink/ink268.xml"/><Relationship Id="rId62" Type="http://schemas.openxmlformats.org/officeDocument/2006/relationships/image" Target="../media/image271.png"/><Relationship Id="rId61" Type="http://schemas.openxmlformats.org/officeDocument/2006/relationships/customXml" Target="../ink/ink267.xml"/><Relationship Id="rId60" Type="http://schemas.openxmlformats.org/officeDocument/2006/relationships/image" Target="../media/image270.png"/><Relationship Id="rId6" Type="http://schemas.openxmlformats.org/officeDocument/2006/relationships/image" Target="../media/image243.png"/><Relationship Id="rId59" Type="http://schemas.openxmlformats.org/officeDocument/2006/relationships/customXml" Target="../ink/ink266.xml"/><Relationship Id="rId58" Type="http://schemas.openxmlformats.org/officeDocument/2006/relationships/image" Target="../media/image269.png"/><Relationship Id="rId57" Type="http://schemas.openxmlformats.org/officeDocument/2006/relationships/customXml" Target="../ink/ink265.xml"/><Relationship Id="rId56" Type="http://schemas.openxmlformats.org/officeDocument/2006/relationships/image" Target="../media/image268.png"/><Relationship Id="rId55" Type="http://schemas.openxmlformats.org/officeDocument/2006/relationships/customXml" Target="../ink/ink264.xml"/><Relationship Id="rId54" Type="http://schemas.openxmlformats.org/officeDocument/2006/relationships/image" Target="../media/image267.png"/><Relationship Id="rId53" Type="http://schemas.openxmlformats.org/officeDocument/2006/relationships/customXml" Target="../ink/ink263.xml"/><Relationship Id="rId52" Type="http://schemas.openxmlformats.org/officeDocument/2006/relationships/image" Target="../media/image266.png"/><Relationship Id="rId51" Type="http://schemas.openxmlformats.org/officeDocument/2006/relationships/customXml" Target="../ink/ink262.xml"/><Relationship Id="rId50" Type="http://schemas.openxmlformats.org/officeDocument/2006/relationships/image" Target="../media/image265.png"/><Relationship Id="rId5" Type="http://schemas.openxmlformats.org/officeDocument/2006/relationships/customXml" Target="../ink/ink239.xml"/><Relationship Id="rId49" Type="http://schemas.openxmlformats.org/officeDocument/2006/relationships/customXml" Target="../ink/ink261.xml"/><Relationship Id="rId48" Type="http://schemas.openxmlformats.org/officeDocument/2006/relationships/image" Target="../media/image264.png"/><Relationship Id="rId47" Type="http://schemas.openxmlformats.org/officeDocument/2006/relationships/customXml" Target="../ink/ink260.xml"/><Relationship Id="rId46" Type="http://schemas.openxmlformats.org/officeDocument/2006/relationships/image" Target="../media/image263.png"/><Relationship Id="rId45" Type="http://schemas.openxmlformats.org/officeDocument/2006/relationships/customXml" Target="../ink/ink259.xml"/><Relationship Id="rId44" Type="http://schemas.openxmlformats.org/officeDocument/2006/relationships/image" Target="../media/image262.png"/><Relationship Id="rId43" Type="http://schemas.openxmlformats.org/officeDocument/2006/relationships/customXml" Target="../ink/ink258.xml"/><Relationship Id="rId42" Type="http://schemas.openxmlformats.org/officeDocument/2006/relationships/image" Target="../media/image261.png"/><Relationship Id="rId41" Type="http://schemas.openxmlformats.org/officeDocument/2006/relationships/customXml" Target="../ink/ink257.xml"/><Relationship Id="rId40" Type="http://schemas.openxmlformats.org/officeDocument/2006/relationships/image" Target="../media/image260.png"/><Relationship Id="rId4" Type="http://schemas.openxmlformats.org/officeDocument/2006/relationships/image" Target="../media/image242.png"/><Relationship Id="rId39" Type="http://schemas.openxmlformats.org/officeDocument/2006/relationships/customXml" Target="../ink/ink256.xml"/><Relationship Id="rId38" Type="http://schemas.openxmlformats.org/officeDocument/2006/relationships/image" Target="../media/image259.png"/><Relationship Id="rId37" Type="http://schemas.openxmlformats.org/officeDocument/2006/relationships/customXml" Target="../ink/ink255.xml"/><Relationship Id="rId36" Type="http://schemas.openxmlformats.org/officeDocument/2006/relationships/image" Target="../media/image258.png"/><Relationship Id="rId35" Type="http://schemas.openxmlformats.org/officeDocument/2006/relationships/customXml" Target="../ink/ink254.xml"/><Relationship Id="rId34" Type="http://schemas.openxmlformats.org/officeDocument/2006/relationships/image" Target="../media/image257.png"/><Relationship Id="rId33" Type="http://schemas.openxmlformats.org/officeDocument/2006/relationships/customXml" Target="../ink/ink253.xml"/><Relationship Id="rId32" Type="http://schemas.openxmlformats.org/officeDocument/2006/relationships/image" Target="../media/image256.png"/><Relationship Id="rId31" Type="http://schemas.openxmlformats.org/officeDocument/2006/relationships/customXml" Target="../ink/ink252.xml"/><Relationship Id="rId30" Type="http://schemas.openxmlformats.org/officeDocument/2006/relationships/image" Target="../media/image255.png"/><Relationship Id="rId3" Type="http://schemas.openxmlformats.org/officeDocument/2006/relationships/customXml" Target="../ink/ink238.xml"/><Relationship Id="rId29" Type="http://schemas.openxmlformats.org/officeDocument/2006/relationships/customXml" Target="../ink/ink251.xml"/><Relationship Id="rId28" Type="http://schemas.openxmlformats.org/officeDocument/2006/relationships/image" Target="../media/image254.png"/><Relationship Id="rId27" Type="http://schemas.openxmlformats.org/officeDocument/2006/relationships/customXml" Target="../ink/ink250.xml"/><Relationship Id="rId26" Type="http://schemas.openxmlformats.org/officeDocument/2006/relationships/image" Target="../media/image253.png"/><Relationship Id="rId25" Type="http://schemas.openxmlformats.org/officeDocument/2006/relationships/customXml" Target="../ink/ink249.xml"/><Relationship Id="rId24" Type="http://schemas.openxmlformats.org/officeDocument/2006/relationships/image" Target="../media/image252.png"/><Relationship Id="rId23" Type="http://schemas.openxmlformats.org/officeDocument/2006/relationships/customXml" Target="../ink/ink248.xml"/><Relationship Id="rId22" Type="http://schemas.openxmlformats.org/officeDocument/2006/relationships/image" Target="../media/image251.png"/><Relationship Id="rId21" Type="http://schemas.openxmlformats.org/officeDocument/2006/relationships/customXml" Target="../ink/ink247.xml"/><Relationship Id="rId20" Type="http://schemas.openxmlformats.org/officeDocument/2006/relationships/image" Target="../media/image250.png"/><Relationship Id="rId2" Type="http://schemas.openxmlformats.org/officeDocument/2006/relationships/image" Target="../media/image241.png"/><Relationship Id="rId19" Type="http://schemas.openxmlformats.org/officeDocument/2006/relationships/customXml" Target="../ink/ink246.xml"/><Relationship Id="rId18" Type="http://schemas.openxmlformats.org/officeDocument/2006/relationships/image" Target="../media/image249.png"/><Relationship Id="rId17" Type="http://schemas.openxmlformats.org/officeDocument/2006/relationships/customXml" Target="../ink/ink245.xml"/><Relationship Id="rId16" Type="http://schemas.openxmlformats.org/officeDocument/2006/relationships/image" Target="../media/image248.png"/><Relationship Id="rId15" Type="http://schemas.openxmlformats.org/officeDocument/2006/relationships/customXml" Target="../ink/ink244.xml"/><Relationship Id="rId14" Type="http://schemas.openxmlformats.org/officeDocument/2006/relationships/image" Target="../media/image247.png"/><Relationship Id="rId13" Type="http://schemas.openxmlformats.org/officeDocument/2006/relationships/customXml" Target="../ink/ink243.xml"/><Relationship Id="rId12" Type="http://schemas.openxmlformats.org/officeDocument/2006/relationships/image" Target="../media/image246.png"/><Relationship Id="rId11" Type="http://schemas.openxmlformats.org/officeDocument/2006/relationships/customXml" Target="../ink/ink242.xml"/><Relationship Id="rId10" Type="http://schemas.openxmlformats.org/officeDocument/2006/relationships/image" Target="../media/image245.png"/><Relationship Id="rId1" Type="http://schemas.openxmlformats.org/officeDocument/2006/relationships/customXml" Target="../ink/ink23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3.png"/><Relationship Id="rId7" Type="http://schemas.openxmlformats.org/officeDocument/2006/relationships/customXml" Target="../ink/ink279.xml"/><Relationship Id="rId6" Type="http://schemas.openxmlformats.org/officeDocument/2006/relationships/image" Target="../media/image282.png"/><Relationship Id="rId5" Type="http://schemas.openxmlformats.org/officeDocument/2006/relationships/customXml" Target="../ink/ink278.xml"/><Relationship Id="rId4" Type="http://schemas.openxmlformats.org/officeDocument/2006/relationships/image" Target="../media/image281.png"/><Relationship Id="rId3" Type="http://schemas.openxmlformats.org/officeDocument/2006/relationships/customXml" Target="../ink/ink277.xml"/><Relationship Id="rId2" Type="http://schemas.openxmlformats.org/officeDocument/2006/relationships/image" Target="../media/image280.png"/><Relationship Id="rId10" Type="http://schemas.openxmlformats.org/officeDocument/2006/relationships/notesSlide" Target="../notesSlides/notesSlide11.xml"/><Relationship Id="rId1" Type="http://schemas.openxmlformats.org/officeDocument/2006/relationships/customXml" Target="../ink/ink27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customXml" Target="../ink/ink284.xml"/><Relationship Id="rId8" Type="http://schemas.openxmlformats.org/officeDocument/2006/relationships/image" Target="../media/image287.png"/><Relationship Id="rId7" Type="http://schemas.openxmlformats.org/officeDocument/2006/relationships/customXml" Target="../ink/ink283.xml"/><Relationship Id="rId6" Type="http://schemas.openxmlformats.org/officeDocument/2006/relationships/image" Target="../media/image286.png"/><Relationship Id="rId5" Type="http://schemas.openxmlformats.org/officeDocument/2006/relationships/customXml" Target="../ink/ink282.xml"/><Relationship Id="rId4" Type="http://schemas.openxmlformats.org/officeDocument/2006/relationships/image" Target="../media/image285.png"/><Relationship Id="rId3" Type="http://schemas.openxmlformats.org/officeDocument/2006/relationships/customXml" Target="../ink/ink281.xml"/><Relationship Id="rId24" Type="http://schemas.openxmlformats.org/officeDocument/2006/relationships/notesSlide" Target="../notesSlides/notesSlide12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294.png"/><Relationship Id="rId21" Type="http://schemas.openxmlformats.org/officeDocument/2006/relationships/customXml" Target="../ink/ink290.xml"/><Relationship Id="rId20" Type="http://schemas.openxmlformats.org/officeDocument/2006/relationships/image" Target="../media/image293.png"/><Relationship Id="rId2" Type="http://schemas.openxmlformats.org/officeDocument/2006/relationships/image" Target="../media/image284.png"/><Relationship Id="rId19" Type="http://schemas.openxmlformats.org/officeDocument/2006/relationships/customXml" Target="../ink/ink289.xml"/><Relationship Id="rId18" Type="http://schemas.openxmlformats.org/officeDocument/2006/relationships/image" Target="../media/image292.png"/><Relationship Id="rId17" Type="http://schemas.openxmlformats.org/officeDocument/2006/relationships/customXml" Target="../ink/ink288.xml"/><Relationship Id="rId16" Type="http://schemas.openxmlformats.org/officeDocument/2006/relationships/image" Target="../media/image291.png"/><Relationship Id="rId15" Type="http://schemas.openxmlformats.org/officeDocument/2006/relationships/customXml" Target="../ink/ink287.xml"/><Relationship Id="rId14" Type="http://schemas.openxmlformats.org/officeDocument/2006/relationships/image" Target="../media/image290.png"/><Relationship Id="rId13" Type="http://schemas.openxmlformats.org/officeDocument/2006/relationships/customXml" Target="../ink/ink286.xml"/><Relationship Id="rId12" Type="http://schemas.openxmlformats.org/officeDocument/2006/relationships/image" Target="../media/image289.png"/><Relationship Id="rId11" Type="http://schemas.openxmlformats.org/officeDocument/2006/relationships/customXml" Target="../ink/ink285.xml"/><Relationship Id="rId10" Type="http://schemas.openxmlformats.org/officeDocument/2006/relationships/image" Target="../media/image288.png"/><Relationship Id="rId1" Type="http://schemas.openxmlformats.org/officeDocument/2006/relationships/customXml" Target="../ink/ink28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628650"/>
            <a:ext cx="1333500" cy="66675"/>
          </a:xfrm>
          <a:prstGeom prst="rect">
            <a:avLst/>
          </a:prstGeom>
          <a:solidFill>
            <a:srgbClr val="F26B38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1239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强化学习</a:t>
            </a:r>
            <a:endParaRPr sz="45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038350"/>
            <a:ext cx="895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325" b="1">
                <a:solidFill>
                  <a:srgbClr val="DCE4EF"/>
                </a:solidFill>
              </a:defRPr>
            </a:pPr>
            <a:r>
              <a:rPr sz="2325" b="1">
                <a:solidFill>
                  <a:srgbClr val="DCE4EF"/>
                </a:solidFill>
              </a:rPr>
              <a:t>Reinforcement Learning</a:t>
            </a:r>
            <a:endParaRPr sz="2325" b="1">
              <a:solidFill>
                <a:srgbClr val="DCE4E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02895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9EB0C8"/>
                </a:solidFill>
              </a:defRPr>
            </a:pPr>
            <a:r>
              <a:rPr sz="1575" b="0">
                <a:solidFill>
                  <a:srgbClr val="9EB0C8"/>
                </a:solidFill>
              </a:rPr>
              <a:t>从序贯决策到智能体系统</a:t>
            </a:r>
            <a:endParaRPr sz="1575" b="0">
              <a:solidFill>
                <a:srgbClr val="9EB0C8"/>
              </a:solidFill>
            </a:endParaR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8763000" y="971550"/>
            <a:ext cx="2381250" cy="2381250"/>
          </a:xfrm>
          <a:prstGeom prst="ellipse">
            <a:avLst/>
          </a:prstGeom>
          <a:solidFill>
            <a:srgbClr val="203A6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616315" y="1485265"/>
            <a:ext cx="264541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4200" b="1">
                <a:solidFill>
                  <a:srgbClr val="F26B38"/>
                </a:solidFill>
              </a:defRPr>
            </a:pPr>
            <a:r>
              <a:rPr sz="4200" b="1">
                <a:solidFill>
                  <a:srgbClr val="F26B38"/>
                </a:solidFill>
              </a:rPr>
              <a:t>课程讲义</a:t>
            </a:r>
            <a:endParaRPr sz="4200" b="1">
              <a:solidFill>
                <a:srgbClr val="F26B3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858250" y="20955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2026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9391650" y="3638550"/>
            <a:ext cx="1352550" cy="1352550"/>
          </a:xfrm>
          <a:prstGeom prst="ellipse">
            <a:avLst/>
          </a:prstGeom>
          <a:solidFill>
            <a:srgbClr val="F26B3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486900" y="3838575"/>
            <a:ext cx="116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3000" b="1">
                <a:solidFill>
                  <a:srgbClr val="172A46"/>
                </a:solidFill>
              </a:defRPr>
            </a:pPr>
            <a:r>
              <a:rPr sz="3000" b="1">
                <a:solidFill>
                  <a:srgbClr val="172A46"/>
                </a:solidFill>
              </a:rPr>
              <a:t>RL</a:t>
            </a:r>
            <a:endParaRPr sz="3000" b="1">
              <a:solidFill>
                <a:srgbClr val="172A4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486900" y="434340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72A46"/>
                </a:solidFill>
              </a:defRPr>
            </a:pPr>
            <a:r>
              <a:rPr sz="1200" b="1">
                <a:solidFill>
                  <a:srgbClr val="172A46"/>
                </a:solidFill>
              </a:rPr>
              <a:t>Agent</a:t>
            </a:r>
            <a:endParaRPr sz="1200" b="1">
              <a:solidFill>
                <a:srgbClr val="172A4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1722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9EB0C8"/>
                </a:solidFill>
              </a:defRPr>
            </a:pPr>
            <a:r>
              <a:rPr sz="1125" b="0">
                <a:solidFill>
                  <a:srgbClr val="9EB0C8"/>
                </a:solidFill>
              </a:rPr>
              <a:t>理解反馈、价值与策略</a:t>
            </a:r>
            <a:endParaRPr sz="1125" b="0">
              <a:solidFill>
                <a:srgbClr val="9EB0C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强化学习课程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Agent 在反馈中持续做出更好决策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02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885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325" b="1">
                <a:solidFill>
                  <a:srgbClr val="172A46"/>
                </a:solidFill>
              </a:defRPr>
            </a:pPr>
            <a:r>
              <a:rPr sz="2325" b="1">
                <a:solidFill>
                  <a:srgbClr val="172A46"/>
                </a:solidFill>
              </a:rPr>
              <a:t>强化学习不是一次预测，而是一连串相互影响的选择。</a:t>
            </a:r>
            <a:endParaRPr sz="2325" b="1">
              <a:solidFill>
                <a:srgbClr val="172A4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781300"/>
            <a:ext cx="10001250" cy="47625"/>
          </a:xfrm>
          <a:prstGeom prst="rect">
            <a:avLst/>
          </a:prstGeom>
          <a:solidFill>
            <a:srgbClr val="F26B38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3162300"/>
            <a:ext cx="10144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52235"/>
                </a:solidFill>
              </a:defRPr>
            </a:pPr>
            <a:r>
              <a:rPr sz="1800" b="0">
                <a:solidFill>
                  <a:srgbClr val="152235"/>
                </a:solidFill>
              </a:rPr>
              <a:t>状态、行动、奖励与环境转移共同决定下一步；学习目标是提升长期回报。</a:t>
            </a:r>
            <a:endParaRPr sz="1800" b="0">
              <a:solidFill>
                <a:srgbClr val="152235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4514850"/>
            <a:ext cx="9886950" cy="1066800"/>
          </a:xfrm>
          <a:prstGeom prst="roundRect">
            <a:avLst>
              <a:gd name="adj" fmla="val 10714"/>
            </a:avLst>
          </a:prstGeom>
          <a:solidFill>
            <a:srgbClr val="EBF3F1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4686300"/>
            <a:ext cx="9391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E9E91"/>
                </a:solidFill>
              </a:defRPr>
            </a:pPr>
            <a:r>
              <a:rPr sz="1875" b="1">
                <a:solidFill>
                  <a:srgbClr val="1E9E91"/>
                </a:solidFill>
              </a:rPr>
              <a:t>关键结论：把任务写成可交互、可反馈的决策过程，才能训练出可靠策略。</a:t>
            </a:r>
            <a:endParaRPr sz="1875" b="1">
              <a:solidFill>
                <a:srgbClr val="1E9E9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来源：强化学习课程整理</a:t>
            </a:r>
            <a:endParaRPr sz="750" b="0">
              <a:solidFill>
                <a:srgbClr val="607086"/>
              </a:solidFill>
            </a:endParaRPr>
          </a:p>
        </p:txBody>
      </p:sp>
      <p:pic>
        <p:nvPicPr>
          <p:cNvPr id="2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71945" y="45085"/>
            <a:ext cx="5143500" cy="19716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2" name="墨迹 11"/>
              <p14:cNvContentPartPr/>
              <p14:nvPr/>
            </p14:nvContentPartPr>
            <p14:xfrm>
              <a:off x="1865630" y="2470785"/>
              <a:ext cx="1816735" cy="11620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3"/>
            </p:blipFill>
            <p:spPr>
              <a:xfrm>
                <a:off x="1865630" y="2470785"/>
                <a:ext cx="181673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3" name="墨迹 12"/>
              <p14:cNvContentPartPr/>
              <p14:nvPr/>
            </p14:nvContentPartPr>
            <p14:xfrm>
              <a:off x="4801870" y="2255520"/>
              <a:ext cx="2181225" cy="15748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5"/>
            </p:blipFill>
            <p:spPr>
              <a:xfrm>
                <a:off x="4801870" y="2255520"/>
                <a:ext cx="218122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4" name="墨迹 13"/>
              <p14:cNvContentPartPr/>
              <p14:nvPr/>
            </p14:nvContentPartPr>
            <p14:xfrm>
              <a:off x="6917055" y="240030"/>
              <a:ext cx="4320540" cy="165862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7"/>
            </p:blipFill>
            <p:spPr>
              <a:xfrm>
                <a:off x="6917055" y="240030"/>
                <a:ext cx="4320540" cy="1658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5" name="墨迹 14"/>
              <p14:cNvContentPartPr/>
              <p14:nvPr/>
            </p14:nvContentPartPr>
            <p14:xfrm>
              <a:off x="8998585" y="256540"/>
              <a:ext cx="887095" cy="55562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9"/>
            </p:blipFill>
            <p:spPr>
              <a:xfrm>
                <a:off x="8998585" y="256540"/>
                <a:ext cx="887095" cy="555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6" name="墨迹 15"/>
              <p14:cNvContentPartPr/>
              <p14:nvPr/>
            </p14:nvContentPartPr>
            <p14:xfrm>
              <a:off x="9894570" y="223520"/>
              <a:ext cx="895350" cy="27368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11"/>
            </p:blipFill>
            <p:spPr>
              <a:xfrm>
                <a:off x="9894570" y="223520"/>
                <a:ext cx="895350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7" name="墨迹 16"/>
              <p14:cNvContentPartPr/>
              <p14:nvPr/>
            </p14:nvContentPartPr>
            <p14:xfrm>
              <a:off x="9794875" y="306705"/>
              <a:ext cx="339725" cy="24828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13"/>
            </p:blipFill>
            <p:spPr>
              <a:xfrm>
                <a:off x="9794875" y="306705"/>
                <a:ext cx="339725" cy="2482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8" name="墨迹 17"/>
              <p14:cNvContentPartPr/>
              <p14:nvPr/>
            </p14:nvContentPartPr>
            <p14:xfrm>
              <a:off x="10732135" y="157480"/>
              <a:ext cx="165735" cy="20701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15"/>
            </p:blipFill>
            <p:spPr>
              <a:xfrm>
                <a:off x="10732135" y="157480"/>
                <a:ext cx="165735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9" name="墨迹 18"/>
              <p14:cNvContentPartPr/>
              <p14:nvPr/>
            </p14:nvContentPartPr>
            <p14:xfrm>
              <a:off x="10831195" y="149225"/>
              <a:ext cx="248920" cy="19050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17"/>
            </p:blipFill>
            <p:spPr>
              <a:xfrm>
                <a:off x="10831195" y="149225"/>
                <a:ext cx="24892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20" name="墨迹 19"/>
              <p14:cNvContentPartPr/>
              <p14:nvPr/>
            </p14:nvContentPartPr>
            <p14:xfrm>
              <a:off x="11014075" y="198755"/>
              <a:ext cx="90805" cy="24892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19"/>
            </p:blipFill>
            <p:spPr>
              <a:xfrm>
                <a:off x="11014075" y="198755"/>
                <a:ext cx="90805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21" name="墨迹 20"/>
              <p14:cNvContentPartPr/>
              <p14:nvPr/>
            </p14:nvContentPartPr>
            <p14:xfrm>
              <a:off x="11080115" y="173990"/>
              <a:ext cx="290195" cy="23177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1"/>
            </p:blipFill>
            <p:spPr>
              <a:xfrm>
                <a:off x="11080115" y="173990"/>
                <a:ext cx="290195" cy="231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22" name="墨迹 21"/>
              <p14:cNvContentPartPr/>
              <p14:nvPr/>
            </p14:nvContentPartPr>
            <p14:xfrm>
              <a:off x="10955655" y="1136015"/>
              <a:ext cx="530860" cy="4953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23"/>
            </p:blipFill>
            <p:spPr>
              <a:xfrm>
                <a:off x="10955655" y="1136015"/>
                <a:ext cx="53086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24" name="墨迹 23"/>
              <p14:cNvContentPartPr/>
              <p14:nvPr/>
            </p14:nvContentPartPr>
            <p14:xfrm>
              <a:off x="9064625" y="1657985"/>
              <a:ext cx="763270" cy="4191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25"/>
            </p:blipFill>
            <p:spPr>
              <a:xfrm>
                <a:off x="9064625" y="1657985"/>
                <a:ext cx="763270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5" name="墨迹 24"/>
              <p14:cNvContentPartPr/>
              <p14:nvPr/>
            </p14:nvContentPartPr>
            <p14:xfrm>
              <a:off x="8128000" y="1102360"/>
              <a:ext cx="680085" cy="7493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7"/>
            </p:blipFill>
            <p:spPr>
              <a:xfrm>
                <a:off x="8128000" y="1102360"/>
                <a:ext cx="68008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6" name="墨迹 25"/>
              <p14:cNvContentPartPr/>
              <p14:nvPr/>
            </p14:nvContentPartPr>
            <p14:xfrm>
              <a:off x="7165340" y="1127760"/>
              <a:ext cx="497840" cy="5778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9"/>
            </p:blipFill>
            <p:spPr>
              <a:xfrm>
                <a:off x="7165340" y="1127760"/>
                <a:ext cx="497840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7" name="墨迹 26"/>
              <p14:cNvContentPartPr/>
              <p14:nvPr/>
            </p14:nvContentPartPr>
            <p14:xfrm>
              <a:off x="9048115" y="364490"/>
              <a:ext cx="829310" cy="42291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31"/>
            </p:blipFill>
            <p:spPr>
              <a:xfrm>
                <a:off x="9048115" y="364490"/>
                <a:ext cx="829310" cy="422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8" name="墨迹 27"/>
              <p14:cNvContentPartPr/>
              <p14:nvPr/>
            </p14:nvContentPartPr>
            <p14:xfrm>
              <a:off x="10873105" y="1110615"/>
              <a:ext cx="671830" cy="9969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33"/>
            </p:blipFill>
            <p:spPr>
              <a:xfrm>
                <a:off x="10873105" y="1110615"/>
                <a:ext cx="67183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9" name="墨迹 28"/>
              <p14:cNvContentPartPr/>
              <p14:nvPr/>
            </p14:nvContentPartPr>
            <p14:xfrm>
              <a:off x="9090025" y="654685"/>
              <a:ext cx="721360" cy="12446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35"/>
            </p:blipFill>
            <p:spPr>
              <a:xfrm>
                <a:off x="9090025" y="654685"/>
                <a:ext cx="72136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30" name="墨迹 29"/>
              <p14:cNvContentPartPr/>
              <p14:nvPr/>
            </p14:nvContentPartPr>
            <p14:xfrm>
              <a:off x="10814685" y="1136015"/>
              <a:ext cx="862965" cy="9906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37"/>
            </p:blipFill>
            <p:spPr>
              <a:xfrm>
                <a:off x="10814685" y="1136015"/>
                <a:ext cx="862965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31" name="墨迹 30"/>
              <p14:cNvContentPartPr/>
              <p14:nvPr/>
            </p14:nvContentPartPr>
            <p14:xfrm>
              <a:off x="10955655" y="1235075"/>
              <a:ext cx="191135" cy="52260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39"/>
            </p:blipFill>
            <p:spPr>
              <a:xfrm>
                <a:off x="10955655" y="1235075"/>
                <a:ext cx="191135" cy="522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32" name="墨迹 31"/>
              <p14:cNvContentPartPr/>
              <p14:nvPr/>
            </p14:nvContentPartPr>
            <p14:xfrm>
              <a:off x="10856595" y="1641475"/>
              <a:ext cx="265430" cy="17399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41"/>
            </p:blipFill>
            <p:spPr>
              <a:xfrm>
                <a:off x="10856595" y="1641475"/>
                <a:ext cx="265430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33" name="墨迹 32"/>
              <p14:cNvContentPartPr/>
              <p14:nvPr/>
            </p14:nvContentPartPr>
            <p14:xfrm>
              <a:off x="11296015" y="1310005"/>
              <a:ext cx="232410" cy="51435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43"/>
            </p:blipFill>
            <p:spPr>
              <a:xfrm>
                <a:off x="11296015" y="1310005"/>
                <a:ext cx="232410" cy="514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34" name="墨迹 33"/>
              <p14:cNvContentPartPr/>
              <p14:nvPr/>
            </p14:nvContentPartPr>
            <p14:xfrm>
              <a:off x="11320780" y="1757680"/>
              <a:ext cx="273685" cy="14922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45"/>
            </p:blipFill>
            <p:spPr>
              <a:xfrm>
                <a:off x="11320780" y="1757680"/>
                <a:ext cx="273685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35" name="墨迹 34"/>
              <p14:cNvContentPartPr/>
              <p14:nvPr/>
            </p14:nvContentPartPr>
            <p14:xfrm>
              <a:off x="10309225" y="2064385"/>
              <a:ext cx="472440" cy="24892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47"/>
            </p:blipFill>
            <p:spPr>
              <a:xfrm>
                <a:off x="10309225" y="2064385"/>
                <a:ext cx="472440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36" name="墨迹 35"/>
              <p14:cNvContentPartPr/>
              <p14:nvPr/>
            </p14:nvContentPartPr>
            <p14:xfrm>
              <a:off x="10806430" y="2122805"/>
              <a:ext cx="257175" cy="17399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49"/>
            </p:blipFill>
            <p:spPr>
              <a:xfrm>
                <a:off x="10806430" y="2122805"/>
                <a:ext cx="257175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37" name="墨迹 36"/>
              <p14:cNvContentPartPr/>
              <p14:nvPr/>
            </p14:nvContentPartPr>
            <p14:xfrm>
              <a:off x="10947400" y="2155825"/>
              <a:ext cx="149225" cy="15748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51"/>
            </p:blipFill>
            <p:spPr>
              <a:xfrm>
                <a:off x="10947400" y="2155825"/>
                <a:ext cx="14922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38" name="墨迹 37"/>
              <p14:cNvContentPartPr/>
              <p14:nvPr/>
            </p14:nvContentPartPr>
            <p14:xfrm>
              <a:off x="11320780" y="2230120"/>
              <a:ext cx="132715" cy="26543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53"/>
            </p:blipFill>
            <p:spPr>
              <a:xfrm>
                <a:off x="11320780" y="2230120"/>
                <a:ext cx="132715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9" name="墨迹 38"/>
              <p14:cNvContentPartPr/>
              <p14:nvPr/>
            </p14:nvContentPartPr>
            <p14:xfrm>
              <a:off x="11420475" y="2230120"/>
              <a:ext cx="116205" cy="11620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55"/>
            </p:blipFill>
            <p:spPr>
              <a:xfrm>
                <a:off x="11420475" y="2230120"/>
                <a:ext cx="11620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40" name="墨迹 39"/>
              <p14:cNvContentPartPr/>
              <p14:nvPr/>
            </p14:nvContentPartPr>
            <p14:xfrm>
              <a:off x="11520170" y="2263775"/>
              <a:ext cx="66040" cy="9906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57"/>
            </p:blipFill>
            <p:spPr>
              <a:xfrm>
                <a:off x="11520170" y="2263775"/>
                <a:ext cx="66040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41" name="墨迹 40"/>
              <p14:cNvContentPartPr/>
              <p14:nvPr/>
            </p14:nvContentPartPr>
            <p14:xfrm>
              <a:off x="11619230" y="2205355"/>
              <a:ext cx="16510" cy="36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59"/>
            </p:blipFill>
            <p:spPr>
              <a:xfrm>
                <a:off x="11619230" y="2205355"/>
                <a:ext cx="1651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42" name="墨迹 41"/>
              <p14:cNvContentPartPr/>
              <p14:nvPr/>
            </p14:nvContentPartPr>
            <p14:xfrm>
              <a:off x="11594465" y="2238375"/>
              <a:ext cx="149225" cy="132715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61"/>
            </p:blipFill>
            <p:spPr>
              <a:xfrm>
                <a:off x="11594465" y="2238375"/>
                <a:ext cx="14922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43" name="墨迹 42"/>
              <p14:cNvContentPartPr/>
              <p14:nvPr/>
            </p14:nvContentPartPr>
            <p14:xfrm>
              <a:off x="11718925" y="2180590"/>
              <a:ext cx="107950" cy="22415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63"/>
            </p:blipFill>
            <p:spPr>
              <a:xfrm>
                <a:off x="11718925" y="2180590"/>
                <a:ext cx="107950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44" name="墨迹 43"/>
              <p14:cNvContentPartPr/>
              <p14:nvPr/>
            </p14:nvContentPartPr>
            <p14:xfrm>
              <a:off x="11751945" y="2305050"/>
              <a:ext cx="157480" cy="12446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65"/>
            </p:blipFill>
            <p:spPr>
              <a:xfrm>
                <a:off x="11751945" y="2305050"/>
                <a:ext cx="15748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45" name="墨迹 44"/>
              <p14:cNvContentPartPr/>
              <p14:nvPr/>
            </p14:nvContentPartPr>
            <p14:xfrm>
              <a:off x="11312525" y="2479040"/>
              <a:ext cx="481330" cy="3302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67"/>
            </p:blipFill>
            <p:spPr>
              <a:xfrm>
                <a:off x="11312525" y="2479040"/>
                <a:ext cx="48133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8" p14:bwMode="auto">
            <p14:nvContentPartPr>
              <p14:cNvPr id="46" name="墨迹 45"/>
              <p14:cNvContentPartPr/>
              <p14:nvPr/>
            </p14:nvContentPartPr>
            <p14:xfrm>
              <a:off x="10681970" y="1815465"/>
              <a:ext cx="265430" cy="224155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69"/>
            </p:blipFill>
            <p:spPr>
              <a:xfrm>
                <a:off x="10681970" y="1815465"/>
                <a:ext cx="265430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47" name="墨迹 46"/>
              <p14:cNvContentPartPr/>
              <p14:nvPr/>
            </p14:nvContentPartPr>
            <p14:xfrm>
              <a:off x="10814685" y="1840865"/>
              <a:ext cx="58420" cy="182245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71"/>
            </p:blipFill>
            <p:spPr>
              <a:xfrm>
                <a:off x="10814685" y="1840865"/>
                <a:ext cx="58420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48" name="墨迹 47"/>
              <p14:cNvContentPartPr/>
              <p14:nvPr/>
            </p14:nvContentPartPr>
            <p14:xfrm>
              <a:off x="11461750" y="1923415"/>
              <a:ext cx="356870" cy="224155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73"/>
            </p:blipFill>
            <p:spPr>
              <a:xfrm>
                <a:off x="11461750" y="1923415"/>
                <a:ext cx="356870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4" p14:bwMode="auto">
            <p14:nvContentPartPr>
              <p14:cNvPr id="49" name="墨迹 48"/>
              <p14:cNvContentPartPr/>
              <p14:nvPr/>
            </p14:nvContentPartPr>
            <p14:xfrm>
              <a:off x="11536680" y="1981835"/>
              <a:ext cx="223520" cy="132715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75"/>
            </p:blipFill>
            <p:spPr>
              <a:xfrm>
                <a:off x="11536680" y="1981835"/>
                <a:ext cx="223520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6" p14:bwMode="auto">
            <p14:nvContentPartPr>
              <p14:cNvPr id="50" name="墨迹 49"/>
              <p14:cNvContentPartPr/>
              <p14:nvPr/>
            </p14:nvContentPartPr>
            <p14:xfrm>
              <a:off x="9894570" y="2537460"/>
              <a:ext cx="149225" cy="23177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77"/>
            </p:blipFill>
            <p:spPr>
              <a:xfrm>
                <a:off x="9894570" y="2537460"/>
                <a:ext cx="149225" cy="231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8" p14:bwMode="auto">
            <p14:nvContentPartPr>
              <p14:cNvPr id="51" name="墨迹 50"/>
              <p14:cNvContentPartPr/>
              <p14:nvPr/>
            </p14:nvContentPartPr>
            <p14:xfrm>
              <a:off x="9985375" y="2562225"/>
              <a:ext cx="224155" cy="20701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79"/>
            </p:blipFill>
            <p:spPr>
              <a:xfrm>
                <a:off x="9985375" y="2562225"/>
                <a:ext cx="224155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0" p14:bwMode="auto">
            <p14:nvContentPartPr>
              <p14:cNvPr id="52" name="墨迹 51"/>
              <p14:cNvContentPartPr/>
              <p14:nvPr/>
            </p14:nvContentPartPr>
            <p14:xfrm>
              <a:off x="10317480" y="2520950"/>
              <a:ext cx="157480" cy="27305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81"/>
            </p:blipFill>
            <p:spPr>
              <a:xfrm>
                <a:off x="10317480" y="2520950"/>
                <a:ext cx="157480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2" p14:bwMode="auto">
            <p14:nvContentPartPr>
              <p14:cNvPr id="53" name="墨迹 52"/>
              <p14:cNvContentPartPr/>
              <p14:nvPr/>
            </p14:nvContentPartPr>
            <p14:xfrm>
              <a:off x="10283825" y="2661920"/>
              <a:ext cx="323850" cy="4953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83"/>
            </p:blipFill>
            <p:spPr>
              <a:xfrm>
                <a:off x="10283825" y="2661920"/>
                <a:ext cx="32385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54" name="墨迹 53"/>
              <p14:cNvContentPartPr/>
              <p14:nvPr/>
            </p14:nvContentPartPr>
            <p14:xfrm>
              <a:off x="10657205" y="2570480"/>
              <a:ext cx="240665" cy="422910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85"/>
            </p:blipFill>
            <p:spPr>
              <a:xfrm>
                <a:off x="10657205" y="2570480"/>
                <a:ext cx="240665" cy="422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6" p14:bwMode="auto">
            <p14:nvContentPartPr>
              <p14:cNvPr id="55" name="墨迹 54"/>
              <p14:cNvContentPartPr/>
              <p14:nvPr/>
            </p14:nvContentPartPr>
            <p14:xfrm>
              <a:off x="10972800" y="2703195"/>
              <a:ext cx="290195" cy="18224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87"/>
            </p:blipFill>
            <p:spPr>
              <a:xfrm>
                <a:off x="10972800" y="2703195"/>
                <a:ext cx="290195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8" p14:bwMode="auto">
            <p14:nvContentPartPr>
              <p14:cNvPr id="56" name="墨迹 55"/>
              <p14:cNvContentPartPr/>
              <p14:nvPr/>
            </p14:nvContentPartPr>
            <p14:xfrm>
              <a:off x="11080115" y="2727960"/>
              <a:ext cx="107950" cy="182245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89"/>
            </p:blipFill>
            <p:spPr>
              <a:xfrm>
                <a:off x="11080115" y="2727960"/>
                <a:ext cx="107950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0" p14:bwMode="auto">
            <p14:nvContentPartPr>
              <p14:cNvPr id="57" name="墨迹 56"/>
              <p14:cNvContentPartPr/>
              <p14:nvPr/>
            </p14:nvContentPartPr>
            <p14:xfrm>
              <a:off x="11461750" y="2785745"/>
              <a:ext cx="348615" cy="191135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91"/>
            </p:blipFill>
            <p:spPr>
              <a:xfrm>
                <a:off x="11461750" y="2785745"/>
                <a:ext cx="348615" cy="1911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2" p14:bwMode="auto">
            <p14:nvContentPartPr>
              <p14:cNvPr id="58" name="墨迹 57"/>
              <p14:cNvContentPartPr/>
              <p14:nvPr/>
            </p14:nvContentPartPr>
            <p14:xfrm>
              <a:off x="11553190" y="2844165"/>
              <a:ext cx="198755" cy="99695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93"/>
            </p:blipFill>
            <p:spPr>
              <a:xfrm>
                <a:off x="11553190" y="2844165"/>
                <a:ext cx="198755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4" p14:bwMode="auto">
            <p14:nvContentPartPr>
              <p14:cNvPr id="59" name="墨迹 58"/>
              <p14:cNvContentPartPr/>
              <p14:nvPr/>
            </p14:nvContentPartPr>
            <p14:xfrm>
              <a:off x="11751945" y="2719705"/>
              <a:ext cx="207645" cy="431165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95"/>
            </p:blipFill>
            <p:spPr>
              <a:xfrm>
                <a:off x="11751945" y="2719705"/>
                <a:ext cx="207645" cy="431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6" p14:bwMode="auto">
            <p14:nvContentPartPr>
              <p14:cNvPr id="60" name="墨迹 59"/>
              <p14:cNvContentPartPr/>
              <p14:nvPr/>
            </p14:nvContentPartPr>
            <p14:xfrm>
              <a:off x="9222740" y="1882140"/>
              <a:ext cx="671830" cy="762635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97"/>
            </p:blipFill>
            <p:spPr>
              <a:xfrm>
                <a:off x="9222740" y="1882140"/>
                <a:ext cx="671830" cy="762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8" p14:bwMode="auto">
            <p14:nvContentPartPr>
              <p14:cNvPr id="61" name="墨迹 60"/>
              <p14:cNvContentPartPr/>
              <p14:nvPr/>
            </p14:nvContentPartPr>
            <p14:xfrm>
              <a:off x="9197340" y="1865630"/>
              <a:ext cx="281940" cy="290195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99"/>
            </p:blipFill>
            <p:spPr>
              <a:xfrm>
                <a:off x="9197340" y="1865630"/>
                <a:ext cx="281940" cy="290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0" p14:bwMode="auto">
            <p14:nvContentPartPr>
              <p14:cNvPr id="62" name="墨迹 61"/>
              <p14:cNvContentPartPr/>
              <p14:nvPr/>
            </p14:nvContentPartPr>
            <p14:xfrm>
              <a:off x="9363710" y="1857375"/>
              <a:ext cx="290195" cy="281940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101"/>
            </p:blipFill>
            <p:spPr>
              <a:xfrm>
                <a:off x="9363710" y="1857375"/>
                <a:ext cx="290195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2" p14:bwMode="auto">
            <p14:nvContentPartPr>
              <p14:cNvPr id="63" name="墨迹 62"/>
              <p14:cNvContentPartPr/>
              <p14:nvPr/>
            </p14:nvContentPartPr>
            <p14:xfrm>
              <a:off x="7372985" y="1110615"/>
              <a:ext cx="49530" cy="647065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103"/>
            </p:blipFill>
            <p:spPr>
              <a:xfrm>
                <a:off x="7372985" y="1110615"/>
                <a:ext cx="49530" cy="6470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4" p14:bwMode="auto">
            <p14:nvContentPartPr>
              <p14:cNvPr id="64" name="墨迹 63"/>
              <p14:cNvContentPartPr/>
              <p14:nvPr/>
            </p14:nvContentPartPr>
            <p14:xfrm>
              <a:off x="7323455" y="1110615"/>
              <a:ext cx="90805" cy="257175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105"/>
            </p:blipFill>
            <p:spPr>
              <a:xfrm>
                <a:off x="7323455" y="1110615"/>
                <a:ext cx="90805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6" p14:bwMode="auto">
            <p14:nvContentPartPr>
              <p14:cNvPr id="65" name="墨迹 64"/>
              <p14:cNvContentPartPr/>
              <p14:nvPr/>
            </p14:nvContentPartPr>
            <p14:xfrm>
              <a:off x="7381240" y="1077595"/>
              <a:ext cx="257175" cy="373380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107"/>
            </p:blipFill>
            <p:spPr>
              <a:xfrm>
                <a:off x="7381240" y="1077595"/>
                <a:ext cx="257175" cy="373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8" p14:bwMode="auto">
            <p14:nvContentPartPr>
              <p14:cNvPr id="66" name="墨迹 65"/>
              <p14:cNvContentPartPr/>
              <p14:nvPr/>
            </p14:nvContentPartPr>
            <p14:xfrm>
              <a:off x="7323455" y="1699895"/>
              <a:ext cx="1517650" cy="99060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109"/>
            </p:blipFill>
            <p:spPr>
              <a:xfrm>
                <a:off x="7323455" y="1699895"/>
                <a:ext cx="1517650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0" p14:bwMode="auto">
            <p14:nvContentPartPr>
              <p14:cNvPr id="67" name="墨迹 66"/>
              <p14:cNvContentPartPr/>
              <p14:nvPr/>
            </p14:nvContentPartPr>
            <p14:xfrm>
              <a:off x="7397750" y="339725"/>
              <a:ext cx="1277620" cy="555625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111"/>
            </p:blipFill>
            <p:spPr>
              <a:xfrm>
                <a:off x="7397750" y="339725"/>
                <a:ext cx="1277620" cy="555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2" p14:bwMode="auto">
            <p14:nvContentPartPr>
              <p14:cNvPr id="68" name="墨迹 67"/>
              <p14:cNvContentPartPr/>
              <p14:nvPr/>
            </p14:nvContentPartPr>
            <p14:xfrm>
              <a:off x="8517255" y="264795"/>
              <a:ext cx="240665" cy="240665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113"/>
            </p:blipFill>
            <p:spPr>
              <a:xfrm>
                <a:off x="8517255" y="264795"/>
                <a:ext cx="240665" cy="2406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4" p14:bwMode="auto">
            <p14:nvContentPartPr>
              <p14:cNvPr id="69" name="墨迹 68"/>
              <p14:cNvContentPartPr/>
              <p14:nvPr/>
            </p14:nvContentPartPr>
            <p14:xfrm>
              <a:off x="7936865" y="779145"/>
              <a:ext cx="895985" cy="389890"/>
            </p14:xfrm>
          </p:contentPart>
        </mc:Choice>
        <mc:Fallback xmlns="">
          <p:pic>
            <p:nvPicPr>
              <p:cNvPr id="69" name="墨迹 68"/>
            </p:nvPicPr>
            <p:blipFill>
              <a:blip r:embed="rId115"/>
            </p:blipFill>
            <p:spPr>
              <a:xfrm>
                <a:off x="7936865" y="779145"/>
                <a:ext cx="895985" cy="389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6" p14:bwMode="auto">
            <p14:nvContentPartPr>
              <p14:cNvPr id="70" name="墨迹 69"/>
              <p14:cNvContentPartPr/>
              <p14:nvPr/>
            </p14:nvContentPartPr>
            <p14:xfrm>
              <a:off x="10831195" y="3109595"/>
              <a:ext cx="1128395" cy="99060"/>
            </p14:xfrm>
          </p:contentPart>
        </mc:Choice>
        <mc:Fallback xmlns="">
          <p:pic>
            <p:nvPicPr>
              <p:cNvPr id="70" name="墨迹 69"/>
            </p:nvPicPr>
            <p:blipFill>
              <a:blip r:embed="rId117"/>
            </p:blipFill>
            <p:spPr>
              <a:xfrm>
                <a:off x="10831195" y="3109595"/>
                <a:ext cx="1128395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8" p14:bwMode="auto">
            <p14:nvContentPartPr>
              <p14:cNvPr id="71" name="墨迹 70"/>
              <p14:cNvContentPartPr/>
              <p14:nvPr/>
            </p14:nvContentPartPr>
            <p14:xfrm>
              <a:off x="10873105" y="1152525"/>
              <a:ext cx="671830" cy="41275"/>
            </p14:xfrm>
          </p:contentPart>
        </mc:Choice>
        <mc:Fallback xmlns="">
          <p:pic>
            <p:nvPicPr>
              <p:cNvPr id="71" name="墨迹 70"/>
            </p:nvPicPr>
            <p:blipFill>
              <a:blip r:embed="rId119"/>
            </p:blipFill>
            <p:spPr>
              <a:xfrm>
                <a:off x="10873105" y="1152525"/>
                <a:ext cx="671830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0" p14:bwMode="auto">
            <p14:nvContentPartPr>
              <p14:cNvPr id="72" name="墨迹 71"/>
              <p14:cNvContentPartPr/>
              <p14:nvPr/>
            </p14:nvContentPartPr>
            <p14:xfrm>
              <a:off x="795655" y="3565525"/>
              <a:ext cx="2488565" cy="331470"/>
            </p14:xfrm>
          </p:contentPart>
        </mc:Choice>
        <mc:Fallback xmlns="">
          <p:pic>
            <p:nvPicPr>
              <p:cNvPr id="72" name="墨迹 71"/>
            </p:nvPicPr>
            <p:blipFill>
              <a:blip r:embed="rId121"/>
            </p:blipFill>
            <p:spPr>
              <a:xfrm>
                <a:off x="795655" y="3565525"/>
                <a:ext cx="2488565" cy="3314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2" p14:bwMode="auto">
            <p14:nvContentPartPr>
              <p14:cNvPr id="73" name="墨迹 72"/>
              <p14:cNvContentPartPr/>
              <p14:nvPr/>
            </p14:nvContentPartPr>
            <p14:xfrm>
              <a:off x="3674110" y="3656965"/>
              <a:ext cx="1750060" cy="198755"/>
            </p14:xfrm>
          </p:contentPart>
        </mc:Choice>
        <mc:Fallback xmlns="">
          <p:pic>
            <p:nvPicPr>
              <p:cNvPr id="73" name="墨迹 72"/>
            </p:nvPicPr>
            <p:blipFill>
              <a:blip r:embed="rId123"/>
            </p:blipFill>
            <p:spPr>
              <a:xfrm>
                <a:off x="3674110" y="3656965"/>
                <a:ext cx="1750060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4" p14:bwMode="auto">
            <p14:nvContentPartPr>
              <p14:cNvPr id="74" name="墨迹 73"/>
              <p14:cNvContentPartPr/>
              <p14:nvPr/>
            </p14:nvContentPartPr>
            <p14:xfrm>
              <a:off x="4237990" y="4585335"/>
              <a:ext cx="1036320" cy="704850"/>
            </p14:xfrm>
          </p:contentPart>
        </mc:Choice>
        <mc:Fallback xmlns="">
          <p:pic>
            <p:nvPicPr>
              <p:cNvPr id="74" name="墨迹 73"/>
            </p:nvPicPr>
            <p:blipFill>
              <a:blip r:embed="rId125"/>
            </p:blipFill>
            <p:spPr>
              <a:xfrm>
                <a:off x="4237990" y="4585335"/>
                <a:ext cx="1036320" cy="704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6" p14:bwMode="auto">
            <p14:nvContentPartPr>
              <p14:cNvPr id="75" name="墨迹 74"/>
              <p14:cNvContentPartPr/>
              <p14:nvPr/>
            </p14:nvContentPartPr>
            <p14:xfrm>
              <a:off x="7961630" y="812165"/>
              <a:ext cx="696595" cy="290195"/>
            </p14:xfrm>
          </p:contentPart>
        </mc:Choice>
        <mc:Fallback xmlns="">
          <p:pic>
            <p:nvPicPr>
              <p:cNvPr id="75" name="墨迹 74"/>
            </p:nvPicPr>
            <p:blipFill>
              <a:blip r:embed="rId127"/>
            </p:blipFill>
            <p:spPr>
              <a:xfrm>
                <a:off x="7961630" y="812165"/>
                <a:ext cx="696595" cy="290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8" p14:bwMode="auto">
            <p14:nvContentPartPr>
              <p14:cNvPr id="76" name="墨迹 75"/>
              <p14:cNvContentPartPr/>
              <p14:nvPr/>
            </p14:nvContentPartPr>
            <p14:xfrm>
              <a:off x="9521190" y="803910"/>
              <a:ext cx="41275" cy="248920"/>
            </p14:xfrm>
          </p:contentPart>
        </mc:Choice>
        <mc:Fallback xmlns="">
          <p:pic>
            <p:nvPicPr>
              <p:cNvPr id="76" name="墨迹 75"/>
            </p:nvPicPr>
            <p:blipFill>
              <a:blip r:embed="rId129"/>
            </p:blipFill>
            <p:spPr>
              <a:xfrm>
                <a:off x="9521190" y="803910"/>
                <a:ext cx="41275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0" p14:bwMode="auto">
            <p14:nvContentPartPr>
              <p14:cNvPr id="77" name="墨迹 76"/>
              <p14:cNvContentPartPr/>
              <p14:nvPr/>
            </p14:nvContentPartPr>
            <p14:xfrm>
              <a:off x="9462770" y="803910"/>
              <a:ext cx="58420" cy="58420"/>
            </p14:xfrm>
          </p:contentPart>
        </mc:Choice>
        <mc:Fallback xmlns="">
          <p:pic>
            <p:nvPicPr>
              <p:cNvPr id="77" name="墨迹 76"/>
            </p:nvPicPr>
            <p:blipFill>
              <a:blip r:embed="rId131"/>
            </p:blipFill>
            <p:spPr>
              <a:xfrm>
                <a:off x="9462770" y="803910"/>
                <a:ext cx="58420" cy="58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2" p14:bwMode="auto">
            <p14:nvContentPartPr>
              <p14:cNvPr id="78" name="墨迹 77"/>
              <p14:cNvContentPartPr/>
              <p14:nvPr/>
            </p14:nvContentPartPr>
            <p14:xfrm>
              <a:off x="9545955" y="770890"/>
              <a:ext cx="124460" cy="124460"/>
            </p14:xfrm>
          </p:contentPart>
        </mc:Choice>
        <mc:Fallback xmlns="">
          <p:pic>
            <p:nvPicPr>
              <p:cNvPr id="78" name="墨迹 77"/>
            </p:nvPicPr>
            <p:blipFill>
              <a:blip r:embed="rId133"/>
            </p:blipFill>
            <p:spPr>
              <a:xfrm>
                <a:off x="9545955" y="770890"/>
                <a:ext cx="124460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4" p14:bwMode="auto">
            <p14:nvContentPartPr>
              <p14:cNvPr id="79" name="墨迹 78"/>
              <p14:cNvContentPartPr/>
              <p14:nvPr/>
            </p14:nvContentPartPr>
            <p14:xfrm>
              <a:off x="10532745" y="74295"/>
              <a:ext cx="1061720" cy="480695"/>
            </p14:xfrm>
          </p:contentPart>
        </mc:Choice>
        <mc:Fallback xmlns="">
          <p:pic>
            <p:nvPicPr>
              <p:cNvPr id="79" name="墨迹 78"/>
            </p:nvPicPr>
            <p:blipFill>
              <a:blip r:embed="rId135"/>
            </p:blipFill>
            <p:spPr>
              <a:xfrm>
                <a:off x="10532745" y="74295"/>
                <a:ext cx="1061720" cy="480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6" p14:bwMode="auto">
            <p14:nvContentPartPr>
              <p14:cNvPr id="80" name="墨迹 79"/>
              <p14:cNvContentPartPr/>
              <p14:nvPr/>
            </p14:nvContentPartPr>
            <p14:xfrm>
              <a:off x="3897630" y="5182870"/>
              <a:ext cx="1998980" cy="66040"/>
            </p14:xfrm>
          </p:contentPart>
        </mc:Choice>
        <mc:Fallback xmlns="">
          <p:pic>
            <p:nvPicPr>
              <p:cNvPr id="80" name="墨迹 79"/>
            </p:nvPicPr>
            <p:blipFill>
              <a:blip r:embed="rId137"/>
            </p:blipFill>
            <p:spPr>
              <a:xfrm>
                <a:off x="3897630" y="5182870"/>
                <a:ext cx="1998980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8" p14:bwMode="auto">
            <p14:nvContentPartPr>
              <p14:cNvPr id="81" name="墨迹 80"/>
              <p14:cNvContentPartPr/>
              <p14:nvPr/>
            </p14:nvContentPartPr>
            <p14:xfrm>
              <a:off x="9529445" y="2305050"/>
              <a:ext cx="1210945" cy="837565"/>
            </p14:xfrm>
          </p:contentPart>
        </mc:Choice>
        <mc:Fallback xmlns="">
          <p:pic>
            <p:nvPicPr>
              <p:cNvPr id="81" name="墨迹 80"/>
            </p:nvPicPr>
            <p:blipFill>
              <a:blip r:embed="rId139"/>
            </p:blipFill>
            <p:spPr>
              <a:xfrm>
                <a:off x="9529445" y="2305050"/>
                <a:ext cx="1210945" cy="8375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0" p14:bwMode="auto">
            <p14:nvContentPartPr>
              <p14:cNvPr id="82" name="墨迹 81"/>
              <p14:cNvContentPartPr/>
              <p14:nvPr/>
            </p14:nvContentPartPr>
            <p14:xfrm>
              <a:off x="9429750" y="2910205"/>
              <a:ext cx="1210945" cy="74930"/>
            </p14:xfrm>
          </p:contentPart>
        </mc:Choice>
        <mc:Fallback xmlns="">
          <p:pic>
            <p:nvPicPr>
              <p:cNvPr id="82" name="墨迹 81"/>
            </p:nvPicPr>
            <p:blipFill>
              <a:blip r:embed="rId141"/>
            </p:blipFill>
            <p:spPr>
              <a:xfrm>
                <a:off x="9429750" y="2910205"/>
                <a:ext cx="121094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2" p14:bwMode="auto">
            <p14:nvContentPartPr>
              <p14:cNvPr id="83" name="墨迹 82"/>
              <p14:cNvContentPartPr/>
              <p14:nvPr/>
            </p14:nvContentPartPr>
            <p14:xfrm>
              <a:off x="8094345" y="1177290"/>
              <a:ext cx="680085" cy="107950"/>
            </p14:xfrm>
          </p:contentPart>
        </mc:Choice>
        <mc:Fallback xmlns="">
          <p:pic>
            <p:nvPicPr>
              <p:cNvPr id="83" name="墨迹 82"/>
            </p:nvPicPr>
            <p:blipFill>
              <a:blip r:embed="rId143"/>
            </p:blipFill>
            <p:spPr>
              <a:xfrm>
                <a:off x="8094345" y="1177290"/>
                <a:ext cx="680085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4" p14:bwMode="auto">
            <p14:nvContentPartPr>
              <p14:cNvPr id="84" name="墨迹 83"/>
              <p14:cNvContentPartPr/>
              <p14:nvPr/>
            </p14:nvContentPartPr>
            <p14:xfrm>
              <a:off x="6360795" y="3863975"/>
              <a:ext cx="307340" cy="389890"/>
            </p14:xfrm>
          </p:contentPart>
        </mc:Choice>
        <mc:Fallback xmlns="">
          <p:pic>
            <p:nvPicPr>
              <p:cNvPr id="84" name="墨迹 83"/>
            </p:nvPicPr>
            <p:blipFill>
              <a:blip r:embed="rId145"/>
            </p:blipFill>
            <p:spPr>
              <a:xfrm>
                <a:off x="6360795" y="3863975"/>
                <a:ext cx="307340" cy="389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6" p14:bwMode="auto">
            <p14:nvContentPartPr>
              <p14:cNvPr id="85" name="墨迹 84"/>
              <p14:cNvContentPartPr/>
              <p14:nvPr/>
            </p14:nvContentPartPr>
            <p14:xfrm>
              <a:off x="6758940" y="3872230"/>
              <a:ext cx="248920" cy="265430"/>
            </p14:xfrm>
          </p:contentPart>
        </mc:Choice>
        <mc:Fallback xmlns="">
          <p:pic>
            <p:nvPicPr>
              <p:cNvPr id="85" name="墨迹 84"/>
            </p:nvPicPr>
            <p:blipFill>
              <a:blip r:embed="rId147"/>
            </p:blipFill>
            <p:spPr>
              <a:xfrm>
                <a:off x="6758940" y="3872230"/>
                <a:ext cx="248920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8" p14:bwMode="auto">
            <p14:nvContentPartPr>
              <p14:cNvPr id="86" name="墨迹 85"/>
              <p14:cNvContentPartPr/>
              <p14:nvPr/>
            </p14:nvContentPartPr>
            <p14:xfrm>
              <a:off x="7082790" y="3855720"/>
              <a:ext cx="165735" cy="373380"/>
            </p14:xfrm>
          </p:contentPart>
        </mc:Choice>
        <mc:Fallback xmlns="">
          <p:pic>
            <p:nvPicPr>
              <p:cNvPr id="86" name="墨迹 85"/>
            </p:nvPicPr>
            <p:blipFill>
              <a:blip r:embed="rId149"/>
            </p:blipFill>
            <p:spPr>
              <a:xfrm>
                <a:off x="7082790" y="3855720"/>
                <a:ext cx="165735" cy="373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0" p14:bwMode="auto">
            <p14:nvContentPartPr>
              <p14:cNvPr id="87" name="墨迹 86"/>
              <p14:cNvContentPartPr/>
              <p14:nvPr/>
            </p14:nvContentPartPr>
            <p14:xfrm>
              <a:off x="7132320" y="3922395"/>
              <a:ext cx="215900" cy="123825"/>
            </p14:xfrm>
          </p:contentPart>
        </mc:Choice>
        <mc:Fallback xmlns="">
          <p:pic>
            <p:nvPicPr>
              <p:cNvPr id="87" name="墨迹 86"/>
            </p:nvPicPr>
            <p:blipFill>
              <a:blip r:embed="rId151"/>
            </p:blipFill>
            <p:spPr>
              <a:xfrm>
                <a:off x="7132320" y="3922395"/>
                <a:ext cx="215900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2" p14:bwMode="auto">
            <p14:nvContentPartPr>
              <p14:cNvPr id="88" name="墨迹 87"/>
              <p14:cNvContentPartPr/>
              <p14:nvPr/>
            </p14:nvContentPartPr>
            <p14:xfrm>
              <a:off x="7315200" y="3830955"/>
              <a:ext cx="99060" cy="381635"/>
            </p14:xfrm>
          </p:contentPart>
        </mc:Choice>
        <mc:Fallback xmlns="">
          <p:pic>
            <p:nvPicPr>
              <p:cNvPr id="88" name="墨迹 87"/>
            </p:nvPicPr>
            <p:blipFill>
              <a:blip r:embed="rId153"/>
            </p:blipFill>
            <p:spPr>
              <a:xfrm>
                <a:off x="7315200" y="3830955"/>
                <a:ext cx="99060" cy="381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4" p14:bwMode="auto">
            <p14:nvContentPartPr>
              <p14:cNvPr id="89" name="墨迹 88"/>
              <p14:cNvContentPartPr/>
              <p14:nvPr/>
            </p14:nvContentPartPr>
            <p14:xfrm>
              <a:off x="7513955" y="3789680"/>
              <a:ext cx="240665" cy="99060"/>
            </p14:xfrm>
          </p:contentPart>
        </mc:Choice>
        <mc:Fallback xmlns="">
          <p:pic>
            <p:nvPicPr>
              <p:cNvPr id="89" name="墨迹 88"/>
            </p:nvPicPr>
            <p:blipFill>
              <a:blip r:embed="rId155"/>
            </p:blipFill>
            <p:spPr>
              <a:xfrm>
                <a:off x="7513955" y="3789680"/>
                <a:ext cx="240665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6" p14:bwMode="auto">
            <p14:nvContentPartPr>
              <p14:cNvPr id="90" name="墨迹 89"/>
              <p14:cNvContentPartPr/>
              <p14:nvPr/>
            </p14:nvContentPartPr>
            <p14:xfrm>
              <a:off x="7505700" y="3872230"/>
              <a:ext cx="132715" cy="365125"/>
            </p14:xfrm>
          </p:contentPart>
        </mc:Choice>
        <mc:Fallback xmlns="">
          <p:pic>
            <p:nvPicPr>
              <p:cNvPr id="90" name="墨迹 89"/>
            </p:nvPicPr>
            <p:blipFill>
              <a:blip r:embed="rId157"/>
            </p:blipFill>
            <p:spPr>
              <a:xfrm>
                <a:off x="7505700" y="3872230"/>
                <a:ext cx="132715" cy="365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8" p14:bwMode="auto">
            <p14:nvContentPartPr>
              <p14:cNvPr id="91" name="墨迹 90"/>
              <p14:cNvContentPartPr/>
              <p14:nvPr/>
            </p14:nvContentPartPr>
            <p14:xfrm>
              <a:off x="7571740" y="3988435"/>
              <a:ext cx="191135" cy="83185"/>
            </p14:xfrm>
          </p:contentPart>
        </mc:Choice>
        <mc:Fallback xmlns="">
          <p:pic>
            <p:nvPicPr>
              <p:cNvPr id="91" name="墨迹 90"/>
            </p:nvPicPr>
            <p:blipFill>
              <a:blip r:embed="rId159"/>
            </p:blipFill>
            <p:spPr>
              <a:xfrm>
                <a:off x="7571740" y="3988435"/>
                <a:ext cx="19113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0" p14:bwMode="auto">
            <p14:nvContentPartPr>
              <p14:cNvPr id="92" name="墨迹 91"/>
              <p14:cNvContentPartPr/>
              <p14:nvPr/>
            </p14:nvContentPartPr>
            <p14:xfrm>
              <a:off x="7969885" y="3689985"/>
              <a:ext cx="539115" cy="812800"/>
            </p14:xfrm>
          </p:contentPart>
        </mc:Choice>
        <mc:Fallback xmlns="">
          <p:pic>
            <p:nvPicPr>
              <p:cNvPr id="92" name="墨迹 91"/>
            </p:nvPicPr>
            <p:blipFill>
              <a:blip r:embed="rId161"/>
            </p:blipFill>
            <p:spPr>
              <a:xfrm>
                <a:off x="7969885" y="3689985"/>
                <a:ext cx="539115" cy="812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2" p14:bwMode="auto">
            <p14:nvContentPartPr>
              <p14:cNvPr id="93" name="墨迹 92"/>
              <p14:cNvContentPartPr/>
              <p14:nvPr/>
            </p14:nvContentPartPr>
            <p14:xfrm>
              <a:off x="8691880" y="3855720"/>
              <a:ext cx="124460" cy="406400"/>
            </p14:xfrm>
          </p:contentPart>
        </mc:Choice>
        <mc:Fallback xmlns="">
          <p:pic>
            <p:nvPicPr>
              <p:cNvPr id="93" name="墨迹 92"/>
            </p:nvPicPr>
            <p:blipFill>
              <a:blip r:embed="rId163"/>
            </p:blipFill>
            <p:spPr>
              <a:xfrm>
                <a:off x="8691880" y="3855720"/>
                <a:ext cx="124460" cy="406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4" p14:bwMode="auto">
            <p14:nvContentPartPr>
              <p14:cNvPr id="94" name="墨迹 93"/>
              <p14:cNvContentPartPr/>
              <p14:nvPr/>
            </p14:nvContentPartPr>
            <p14:xfrm>
              <a:off x="8675370" y="3830955"/>
              <a:ext cx="223520" cy="414655"/>
            </p14:xfrm>
          </p:contentPart>
        </mc:Choice>
        <mc:Fallback xmlns="">
          <p:pic>
            <p:nvPicPr>
              <p:cNvPr id="94" name="墨迹 93"/>
            </p:nvPicPr>
            <p:blipFill>
              <a:blip r:embed="rId165"/>
            </p:blipFill>
            <p:spPr>
              <a:xfrm>
                <a:off x="8675370" y="3830955"/>
                <a:ext cx="223520" cy="414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6" p14:bwMode="auto">
            <p14:nvContentPartPr>
              <p14:cNvPr id="95" name="墨迹 94"/>
              <p14:cNvContentPartPr/>
              <p14:nvPr/>
            </p14:nvContentPartPr>
            <p14:xfrm>
              <a:off x="9031605" y="3872230"/>
              <a:ext cx="99695" cy="464185"/>
            </p14:xfrm>
          </p:contentPart>
        </mc:Choice>
        <mc:Fallback xmlns="">
          <p:pic>
            <p:nvPicPr>
              <p:cNvPr id="95" name="墨迹 94"/>
            </p:nvPicPr>
            <p:blipFill>
              <a:blip r:embed="rId167"/>
            </p:blipFill>
            <p:spPr>
              <a:xfrm>
                <a:off x="9031605" y="3872230"/>
                <a:ext cx="99695" cy="464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8" p14:bwMode="auto">
            <p14:nvContentPartPr>
              <p14:cNvPr id="96" name="墨迹 95"/>
              <p14:cNvContentPartPr/>
              <p14:nvPr/>
            </p14:nvContentPartPr>
            <p14:xfrm>
              <a:off x="9098280" y="3896995"/>
              <a:ext cx="116205" cy="207645"/>
            </p14:xfrm>
          </p:contentPart>
        </mc:Choice>
        <mc:Fallback xmlns="">
          <p:pic>
            <p:nvPicPr>
              <p:cNvPr id="96" name="墨迹 95"/>
            </p:nvPicPr>
            <p:blipFill>
              <a:blip r:embed="rId169"/>
            </p:blipFill>
            <p:spPr>
              <a:xfrm>
                <a:off x="9098280" y="3896995"/>
                <a:ext cx="116205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0" p14:bwMode="auto">
            <p14:nvContentPartPr>
              <p14:cNvPr id="97" name="墨迹 96"/>
              <p14:cNvContentPartPr/>
              <p14:nvPr/>
            </p14:nvContentPartPr>
            <p14:xfrm>
              <a:off x="9347200" y="3905250"/>
              <a:ext cx="248285" cy="340360"/>
            </p14:xfrm>
          </p:contentPart>
        </mc:Choice>
        <mc:Fallback xmlns="">
          <p:pic>
            <p:nvPicPr>
              <p:cNvPr id="97" name="墨迹 96"/>
            </p:nvPicPr>
            <p:blipFill>
              <a:blip r:embed="rId171"/>
            </p:blipFill>
            <p:spPr>
              <a:xfrm>
                <a:off x="9347200" y="3905250"/>
                <a:ext cx="248285" cy="340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2" p14:bwMode="auto">
            <p14:nvContentPartPr>
              <p14:cNvPr id="98" name="墨迹 97"/>
              <p14:cNvContentPartPr/>
              <p14:nvPr/>
            </p14:nvContentPartPr>
            <p14:xfrm>
              <a:off x="9521190" y="3888740"/>
              <a:ext cx="90805" cy="273685"/>
            </p14:xfrm>
          </p:contentPart>
        </mc:Choice>
        <mc:Fallback xmlns="">
          <p:pic>
            <p:nvPicPr>
              <p:cNvPr id="98" name="墨迹 97"/>
            </p:nvPicPr>
            <p:blipFill>
              <a:blip r:embed="rId173"/>
            </p:blipFill>
            <p:spPr>
              <a:xfrm>
                <a:off x="9521190" y="3888740"/>
                <a:ext cx="90805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4" p14:bwMode="auto">
            <p14:nvContentPartPr>
              <p14:cNvPr id="99" name="墨迹 98"/>
              <p14:cNvContentPartPr/>
              <p14:nvPr/>
            </p14:nvContentPartPr>
            <p14:xfrm>
              <a:off x="9711690" y="3806190"/>
              <a:ext cx="389890" cy="688340"/>
            </p14:xfrm>
          </p:contentPart>
        </mc:Choice>
        <mc:Fallback xmlns="">
          <p:pic>
            <p:nvPicPr>
              <p:cNvPr id="99" name="墨迹 98"/>
            </p:nvPicPr>
            <p:blipFill>
              <a:blip r:embed="rId175"/>
            </p:blipFill>
            <p:spPr>
              <a:xfrm>
                <a:off x="9711690" y="3806190"/>
                <a:ext cx="389890" cy="6883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6" p14:bwMode="auto">
            <p14:nvContentPartPr>
              <p14:cNvPr id="100" name="墨迹 99"/>
              <p14:cNvContentPartPr/>
              <p14:nvPr/>
            </p14:nvContentPartPr>
            <p14:xfrm>
              <a:off x="10093325" y="3955415"/>
              <a:ext cx="207645" cy="314960"/>
            </p14:xfrm>
          </p:contentPart>
        </mc:Choice>
        <mc:Fallback xmlns="">
          <p:pic>
            <p:nvPicPr>
              <p:cNvPr id="100" name="墨迹 99"/>
            </p:nvPicPr>
            <p:blipFill>
              <a:blip r:embed="rId177"/>
            </p:blipFill>
            <p:spPr>
              <a:xfrm>
                <a:off x="10093325" y="3955415"/>
                <a:ext cx="207645" cy="314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8" p14:bwMode="auto">
            <p14:nvContentPartPr>
              <p14:cNvPr id="101" name="墨迹 100"/>
              <p14:cNvContentPartPr/>
              <p14:nvPr/>
            </p14:nvContentPartPr>
            <p14:xfrm>
              <a:off x="10250805" y="4071620"/>
              <a:ext cx="157480" cy="215265"/>
            </p14:xfrm>
          </p:contentPart>
        </mc:Choice>
        <mc:Fallback xmlns="">
          <p:pic>
            <p:nvPicPr>
              <p:cNvPr id="101" name="墨迹 100"/>
            </p:nvPicPr>
            <p:blipFill>
              <a:blip r:embed="rId179"/>
            </p:blipFill>
            <p:spPr>
              <a:xfrm>
                <a:off x="10250805" y="4071620"/>
                <a:ext cx="157480" cy="215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0" p14:bwMode="auto">
            <p14:nvContentPartPr>
              <p14:cNvPr id="102" name="墨迹 101"/>
              <p14:cNvContentPartPr/>
              <p14:nvPr/>
            </p14:nvContentPartPr>
            <p14:xfrm>
              <a:off x="10375265" y="4013200"/>
              <a:ext cx="191135" cy="481330"/>
            </p14:xfrm>
          </p:contentPart>
        </mc:Choice>
        <mc:Fallback xmlns="">
          <p:pic>
            <p:nvPicPr>
              <p:cNvPr id="102" name="墨迹 101"/>
            </p:nvPicPr>
            <p:blipFill>
              <a:blip r:embed="rId181"/>
            </p:blipFill>
            <p:spPr>
              <a:xfrm>
                <a:off x="10375265" y="4013200"/>
                <a:ext cx="191135" cy="481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2" p14:bwMode="auto">
            <p14:nvContentPartPr>
              <p14:cNvPr id="103" name="墨迹 102"/>
              <p14:cNvContentPartPr/>
              <p14:nvPr/>
            </p14:nvContentPartPr>
            <p14:xfrm>
              <a:off x="10458450" y="3996690"/>
              <a:ext cx="273685" cy="389890"/>
            </p14:xfrm>
          </p:contentPart>
        </mc:Choice>
        <mc:Fallback xmlns="">
          <p:pic>
            <p:nvPicPr>
              <p:cNvPr id="103" name="墨迹 102"/>
            </p:nvPicPr>
            <p:blipFill>
              <a:blip r:embed="rId183"/>
            </p:blipFill>
            <p:spPr>
              <a:xfrm>
                <a:off x="10458450" y="3996690"/>
                <a:ext cx="273685" cy="389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4" p14:bwMode="auto">
            <p14:nvContentPartPr>
              <p14:cNvPr id="104" name="墨迹 103"/>
              <p14:cNvContentPartPr/>
              <p14:nvPr/>
            </p14:nvContentPartPr>
            <p14:xfrm>
              <a:off x="10732135" y="4154170"/>
              <a:ext cx="132715" cy="406400"/>
            </p14:xfrm>
          </p:contentPart>
        </mc:Choice>
        <mc:Fallback xmlns="">
          <p:pic>
            <p:nvPicPr>
              <p:cNvPr id="104" name="墨迹 103"/>
            </p:nvPicPr>
            <p:blipFill>
              <a:blip r:embed="rId185"/>
            </p:blipFill>
            <p:spPr>
              <a:xfrm>
                <a:off x="10732135" y="4154170"/>
                <a:ext cx="132715" cy="406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6" p14:bwMode="auto">
            <p14:nvContentPartPr>
              <p14:cNvPr id="105" name="墨迹 104"/>
              <p14:cNvContentPartPr/>
              <p14:nvPr/>
            </p14:nvContentPartPr>
            <p14:xfrm>
              <a:off x="10789920" y="3971925"/>
              <a:ext cx="182880" cy="431165"/>
            </p14:xfrm>
          </p:contentPart>
        </mc:Choice>
        <mc:Fallback xmlns="">
          <p:pic>
            <p:nvPicPr>
              <p:cNvPr id="105" name="墨迹 104"/>
            </p:nvPicPr>
            <p:blipFill>
              <a:blip r:embed="rId187"/>
            </p:blipFill>
            <p:spPr>
              <a:xfrm>
                <a:off x="10789920" y="3971925"/>
                <a:ext cx="182880" cy="431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8" p14:bwMode="auto">
            <p14:nvContentPartPr>
              <p14:cNvPr id="106" name="墨迹 105"/>
              <p14:cNvContentPartPr/>
              <p14:nvPr/>
            </p14:nvContentPartPr>
            <p14:xfrm>
              <a:off x="11096625" y="4129405"/>
              <a:ext cx="240665" cy="248920"/>
            </p14:xfrm>
          </p:contentPart>
        </mc:Choice>
        <mc:Fallback xmlns="">
          <p:pic>
            <p:nvPicPr>
              <p:cNvPr id="106" name="墨迹 105"/>
            </p:nvPicPr>
            <p:blipFill>
              <a:blip r:embed="rId189"/>
            </p:blipFill>
            <p:spPr>
              <a:xfrm>
                <a:off x="11096625" y="4129405"/>
                <a:ext cx="240665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0" p14:bwMode="auto">
            <p14:nvContentPartPr>
              <p14:cNvPr id="107" name="墨迹 106"/>
              <p14:cNvContentPartPr/>
              <p14:nvPr/>
            </p14:nvContentPartPr>
            <p14:xfrm>
              <a:off x="8310245" y="1757680"/>
              <a:ext cx="339725" cy="1940560"/>
            </p14:xfrm>
          </p:contentPart>
        </mc:Choice>
        <mc:Fallback xmlns="">
          <p:pic>
            <p:nvPicPr>
              <p:cNvPr id="107" name="墨迹 106"/>
            </p:nvPicPr>
            <p:blipFill>
              <a:blip r:embed="rId191"/>
            </p:blipFill>
            <p:spPr>
              <a:xfrm>
                <a:off x="8310245" y="1757680"/>
                <a:ext cx="339725" cy="19405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2" p14:bwMode="auto">
            <p14:nvContentPartPr>
              <p14:cNvPr id="108" name="墨迹 107"/>
              <p14:cNvContentPartPr/>
              <p14:nvPr/>
            </p14:nvContentPartPr>
            <p14:xfrm>
              <a:off x="8210550" y="1567180"/>
              <a:ext cx="199390" cy="323215"/>
            </p14:xfrm>
          </p:contentPart>
        </mc:Choice>
        <mc:Fallback xmlns="">
          <p:pic>
            <p:nvPicPr>
              <p:cNvPr id="108" name="墨迹 107"/>
            </p:nvPicPr>
            <p:blipFill>
              <a:blip r:embed="rId193"/>
            </p:blipFill>
            <p:spPr>
              <a:xfrm>
                <a:off x="8210550" y="1567180"/>
                <a:ext cx="199390" cy="323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4" p14:bwMode="auto">
            <p14:nvContentPartPr>
              <p14:cNvPr id="109" name="墨迹 108"/>
              <p14:cNvContentPartPr/>
              <p14:nvPr/>
            </p14:nvContentPartPr>
            <p14:xfrm>
              <a:off x="8301990" y="1575435"/>
              <a:ext cx="116205" cy="356235"/>
            </p14:xfrm>
          </p:contentPart>
        </mc:Choice>
        <mc:Fallback xmlns="">
          <p:pic>
            <p:nvPicPr>
              <p:cNvPr id="109" name="墨迹 108"/>
            </p:nvPicPr>
            <p:blipFill>
              <a:blip r:embed="rId195"/>
            </p:blipFill>
            <p:spPr>
              <a:xfrm>
                <a:off x="8301990" y="1575435"/>
                <a:ext cx="116205" cy="3562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6" p14:bwMode="auto">
            <p14:nvContentPartPr>
              <p14:cNvPr id="110" name="墨迹 109"/>
              <p14:cNvContentPartPr/>
              <p14:nvPr/>
            </p14:nvContentPartPr>
            <p14:xfrm>
              <a:off x="8509000" y="895350"/>
              <a:ext cx="804545" cy="2670175"/>
            </p14:xfrm>
          </p:contentPart>
        </mc:Choice>
        <mc:Fallback xmlns="">
          <p:pic>
            <p:nvPicPr>
              <p:cNvPr id="110" name="墨迹 109"/>
            </p:nvPicPr>
            <p:blipFill>
              <a:blip r:embed="rId197"/>
            </p:blipFill>
            <p:spPr>
              <a:xfrm>
                <a:off x="8509000" y="895350"/>
                <a:ext cx="804545" cy="2670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8" p14:bwMode="auto">
            <p14:nvContentPartPr>
              <p14:cNvPr id="111" name="墨迹 110"/>
              <p14:cNvContentPartPr/>
              <p14:nvPr/>
            </p14:nvContentPartPr>
            <p14:xfrm>
              <a:off x="9039860" y="920115"/>
              <a:ext cx="298450" cy="306705"/>
            </p14:xfrm>
          </p:contentPart>
        </mc:Choice>
        <mc:Fallback xmlns="">
          <p:pic>
            <p:nvPicPr>
              <p:cNvPr id="111" name="墨迹 110"/>
            </p:nvPicPr>
            <p:blipFill>
              <a:blip r:embed="rId199"/>
            </p:blipFill>
            <p:spPr>
              <a:xfrm>
                <a:off x="9039860" y="920115"/>
                <a:ext cx="298450" cy="30670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Agent 闭环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一个 Agent 如何在环境中学习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03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885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325" b="1">
                <a:solidFill>
                  <a:srgbClr val="172A46"/>
                </a:solidFill>
              </a:defRPr>
            </a:pPr>
            <a:r>
              <a:rPr sz="2325" b="1">
                <a:solidFill>
                  <a:srgbClr val="172A46"/>
                </a:solidFill>
              </a:rPr>
              <a:t>观察状态</a:t>
            </a:r>
            <a:endParaRPr sz="2325" b="1">
              <a:solidFill>
                <a:srgbClr val="172A4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781300"/>
            <a:ext cx="10001250" cy="47625"/>
          </a:xfrm>
          <a:prstGeom prst="rect">
            <a:avLst/>
          </a:prstGeom>
          <a:solidFill>
            <a:srgbClr val="F26B38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3162300"/>
            <a:ext cx="10144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52235"/>
                </a:solidFill>
              </a:defRPr>
            </a:pPr>
            <a:r>
              <a:rPr sz="1800" b="0">
                <a:solidFill>
                  <a:srgbClr val="152235"/>
                </a:solidFill>
              </a:rPr>
              <a:t>从环境读取状态与约束</a:t>
            </a:r>
            <a:endParaRPr sz="1800" b="0">
              <a:solidFill>
                <a:srgbClr val="152235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4514850"/>
            <a:ext cx="9886950" cy="1066800"/>
          </a:xfrm>
          <a:prstGeom prst="roundRect">
            <a:avLst>
              <a:gd name="adj" fmla="val 10714"/>
            </a:avLst>
          </a:prstGeom>
          <a:solidFill>
            <a:srgbClr val="EBF3F1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4686300"/>
            <a:ext cx="9391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E9E91"/>
                </a:solidFill>
              </a:defRPr>
            </a:pPr>
            <a:r>
              <a:rPr sz="1875" b="1">
                <a:solidFill>
                  <a:srgbClr val="1E9E91"/>
                </a:solidFill>
              </a:rPr>
              <a:t>选择行动</a:t>
            </a:r>
            <a:endParaRPr sz="1875" b="1">
              <a:solidFill>
                <a:srgbClr val="1E9E9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执行并接收奖励</a:t>
            </a:r>
            <a:endParaRPr sz="750" b="0">
              <a:solidFill>
                <a:srgbClr val="607086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152265" y="4634865"/>
            <a:ext cx="1111250" cy="6921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Sa</a:t>
            </a:r>
          </a:p>
        </p:txBody>
      </p:sp>
      <p:cxnSp>
        <p:nvCxnSpPr>
          <p:cNvPr id="37" name="直接箭头连接符 19"/>
          <p:cNvCxnSpPr/>
          <p:nvPr/>
        </p:nvCxnSpPr>
        <p:spPr>
          <a:xfrm>
            <a:off x="5555615" y="4980940"/>
            <a:ext cx="15557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>
            <a:spLocks noGrp="1"/>
          </p:cNvSpPr>
          <p:nvPr/>
        </p:nvSpPr>
        <p:spPr>
          <a:xfrm>
            <a:off x="7460615" y="4634865"/>
            <a:ext cx="1295402" cy="7715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Sb</a:t>
            </a: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6793866" y="6137431"/>
            <a:ext cx="1295402" cy="7715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Sc</a:t>
            </a:r>
          </a:p>
        </p:txBody>
      </p:sp>
      <p:cxnSp>
        <p:nvCxnSpPr>
          <p:cNvPr id="40" name="直接箭头连接符 22"/>
          <p:cNvCxnSpPr/>
          <p:nvPr/>
        </p:nvCxnSpPr>
        <p:spPr>
          <a:xfrm>
            <a:off x="5358765" y="5406386"/>
            <a:ext cx="1219200" cy="723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>
            <a:spLocks noGrp="1"/>
          </p:cNvSpPr>
          <p:nvPr/>
        </p:nvSpPr>
        <p:spPr>
          <a:xfrm>
            <a:off x="6114415" y="4621649"/>
            <a:ext cx="34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/>
              <a:t>p</a:t>
            </a:r>
            <a:endParaRPr i="1"/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5892165" y="5462499"/>
            <a:ext cx="34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/>
              <a:t>p</a:t>
            </a:r>
            <a:endParaRPr i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2" name="墨迹 11"/>
              <p14:cNvContentPartPr/>
              <p14:nvPr/>
            </p14:nvContentPartPr>
            <p14:xfrm>
              <a:off x="2745105" y="1226820"/>
              <a:ext cx="2355215" cy="12446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"/>
            </p:blipFill>
            <p:spPr>
              <a:xfrm>
                <a:off x="2745105" y="1226820"/>
                <a:ext cx="2355215" cy="1244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3" name="墨迹 12"/>
              <p14:cNvContentPartPr/>
              <p14:nvPr/>
            </p14:nvContentPartPr>
            <p14:xfrm>
              <a:off x="845820" y="3781425"/>
              <a:ext cx="2421890" cy="6604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4"/>
            </p:blipFill>
            <p:spPr>
              <a:xfrm>
                <a:off x="845820" y="3781425"/>
                <a:ext cx="2421890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4" name="墨迹 13"/>
              <p14:cNvContentPartPr/>
              <p14:nvPr/>
            </p14:nvContentPartPr>
            <p14:xfrm>
              <a:off x="1169035" y="4460875"/>
              <a:ext cx="398145" cy="31559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6"/>
            </p:blipFill>
            <p:spPr>
              <a:xfrm>
                <a:off x="1169035" y="4460875"/>
                <a:ext cx="398145" cy="315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5" name="墨迹 14"/>
              <p14:cNvContentPartPr/>
              <p14:nvPr/>
            </p14:nvContentPartPr>
            <p14:xfrm>
              <a:off x="1699895" y="4245610"/>
              <a:ext cx="107950" cy="43116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8"/>
            </p:blipFill>
            <p:spPr>
              <a:xfrm>
                <a:off x="1699895" y="4245610"/>
                <a:ext cx="107950" cy="431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6" name="墨迹 15"/>
              <p14:cNvContentPartPr/>
              <p14:nvPr/>
            </p14:nvContentPartPr>
            <p14:xfrm>
              <a:off x="1583690" y="4436110"/>
              <a:ext cx="281940" cy="5016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10"/>
            </p:blipFill>
            <p:spPr>
              <a:xfrm>
                <a:off x="1583690" y="4436110"/>
                <a:ext cx="281940" cy="50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7" name="墨迹 16"/>
              <p14:cNvContentPartPr/>
              <p14:nvPr/>
            </p14:nvContentPartPr>
            <p14:xfrm>
              <a:off x="4328795" y="4336415"/>
              <a:ext cx="158115" cy="38989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12"/>
            </p:blipFill>
            <p:spPr>
              <a:xfrm>
                <a:off x="4328795" y="4336415"/>
                <a:ext cx="158115" cy="389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8" name="墨迹 17"/>
              <p14:cNvContentPartPr/>
              <p14:nvPr/>
            </p14:nvContentPartPr>
            <p14:xfrm>
              <a:off x="4585970" y="4286885"/>
              <a:ext cx="149225" cy="40640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14"/>
            </p:blipFill>
            <p:spPr>
              <a:xfrm>
                <a:off x="4585970" y="4286885"/>
                <a:ext cx="149225" cy="406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0" name="墨迹 19"/>
              <p14:cNvContentPartPr/>
              <p14:nvPr/>
            </p14:nvContentPartPr>
            <p14:xfrm>
              <a:off x="4536440" y="4477385"/>
              <a:ext cx="232410" cy="1714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16"/>
            </p:blipFill>
            <p:spPr>
              <a:xfrm>
                <a:off x="4536440" y="4477385"/>
                <a:ext cx="232410" cy="17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3" name="墨迹 22"/>
              <p14:cNvContentPartPr/>
              <p14:nvPr/>
            </p14:nvContentPartPr>
            <p14:xfrm>
              <a:off x="4768850" y="4419600"/>
              <a:ext cx="223520" cy="21590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18"/>
            </p:blipFill>
            <p:spPr>
              <a:xfrm>
                <a:off x="4768850" y="4419600"/>
                <a:ext cx="223520" cy="215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6" name="墨迹 25"/>
              <p14:cNvContentPartPr/>
              <p14:nvPr/>
            </p14:nvContentPartPr>
            <p14:xfrm>
              <a:off x="5034280" y="4245610"/>
              <a:ext cx="157480" cy="46418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0"/>
            </p:blipFill>
            <p:spPr>
              <a:xfrm>
                <a:off x="5034280" y="4245610"/>
                <a:ext cx="157480" cy="464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7" name="墨迹 26"/>
              <p14:cNvContentPartPr/>
              <p14:nvPr/>
            </p14:nvContentPartPr>
            <p14:xfrm>
              <a:off x="5026025" y="4452620"/>
              <a:ext cx="231775" cy="9144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22"/>
            </p:blipFill>
            <p:spPr>
              <a:xfrm>
                <a:off x="5026025" y="4452620"/>
                <a:ext cx="231775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8" name="墨迹 27"/>
              <p14:cNvContentPartPr/>
              <p14:nvPr/>
            </p14:nvContentPartPr>
            <p14:xfrm>
              <a:off x="5208270" y="4436110"/>
              <a:ext cx="273685" cy="21590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4"/>
            </p:blipFill>
            <p:spPr>
              <a:xfrm>
                <a:off x="5208270" y="4436110"/>
                <a:ext cx="273685" cy="215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9" name="墨迹 28"/>
              <p14:cNvContentPartPr/>
              <p14:nvPr/>
            </p14:nvContentPartPr>
            <p14:xfrm>
              <a:off x="4470400" y="4742815"/>
              <a:ext cx="1011555" cy="5842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6"/>
            </p:blipFill>
            <p:spPr>
              <a:xfrm>
                <a:off x="4470400" y="4742815"/>
                <a:ext cx="1011555" cy="58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30" name="墨迹 29"/>
              <p14:cNvContentPartPr/>
              <p14:nvPr/>
            </p14:nvContentPartPr>
            <p14:xfrm>
              <a:off x="6104255" y="4535805"/>
              <a:ext cx="389255" cy="47244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8"/>
            </p:blipFill>
            <p:spPr>
              <a:xfrm>
                <a:off x="6104255" y="4535805"/>
                <a:ext cx="389255" cy="472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31" name="墨迹 30"/>
              <p14:cNvContentPartPr/>
              <p14:nvPr/>
            </p14:nvContentPartPr>
            <p14:xfrm>
              <a:off x="6502400" y="4245610"/>
              <a:ext cx="298450" cy="25717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30"/>
            </p:blipFill>
            <p:spPr>
              <a:xfrm>
                <a:off x="6502400" y="4245610"/>
                <a:ext cx="29845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32" name="墨迹 31"/>
              <p14:cNvContentPartPr/>
              <p14:nvPr/>
            </p14:nvContentPartPr>
            <p14:xfrm>
              <a:off x="6758940" y="4154170"/>
              <a:ext cx="174625" cy="15748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32"/>
            </p:blipFill>
            <p:spPr>
              <a:xfrm>
                <a:off x="6758940" y="4154170"/>
                <a:ext cx="17462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33" name="墨迹 32"/>
              <p14:cNvContentPartPr/>
              <p14:nvPr/>
            </p14:nvContentPartPr>
            <p14:xfrm>
              <a:off x="7157085" y="3648710"/>
              <a:ext cx="315595" cy="41465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34"/>
            </p:blipFill>
            <p:spPr>
              <a:xfrm>
                <a:off x="7157085" y="3648710"/>
                <a:ext cx="315595" cy="414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34" name="墨迹 33"/>
              <p14:cNvContentPartPr/>
              <p14:nvPr/>
            </p14:nvContentPartPr>
            <p14:xfrm>
              <a:off x="7588885" y="3888740"/>
              <a:ext cx="74295" cy="23241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36"/>
            </p:blipFill>
            <p:spPr>
              <a:xfrm>
                <a:off x="7588885" y="3888740"/>
                <a:ext cx="7429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5" name="墨迹 34"/>
              <p14:cNvContentPartPr/>
              <p14:nvPr/>
            </p14:nvContentPartPr>
            <p14:xfrm>
              <a:off x="0" y="-803910"/>
              <a:ext cx="6120765" cy="673290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38"/>
            </p:blipFill>
            <p:spPr>
              <a:xfrm>
                <a:off x="0" y="-803910"/>
                <a:ext cx="6120765" cy="67329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36" name="墨迹 35"/>
              <p14:cNvContentPartPr/>
              <p14:nvPr/>
            </p14:nvContentPartPr>
            <p14:xfrm>
              <a:off x="5747385" y="5398135"/>
              <a:ext cx="439420" cy="53086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40"/>
            </p:blipFill>
            <p:spPr>
              <a:xfrm>
                <a:off x="5747385" y="5398135"/>
                <a:ext cx="439420" cy="5308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38" name="墨迹 37"/>
              <p14:cNvContentPartPr/>
              <p14:nvPr/>
            </p14:nvContentPartPr>
            <p14:xfrm>
              <a:off x="6195060" y="5356860"/>
              <a:ext cx="422910" cy="14922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42"/>
            </p:blipFill>
            <p:spPr>
              <a:xfrm>
                <a:off x="6195060" y="5356860"/>
                <a:ext cx="42291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39" name="墨迹 38"/>
              <p14:cNvContentPartPr/>
              <p14:nvPr/>
            </p14:nvContentPartPr>
            <p14:xfrm>
              <a:off x="6502400" y="5273675"/>
              <a:ext cx="107315" cy="24892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44"/>
            </p:blipFill>
            <p:spPr>
              <a:xfrm>
                <a:off x="6502400" y="5273675"/>
                <a:ext cx="107315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41" name="墨迹 40"/>
              <p14:cNvContentPartPr/>
              <p14:nvPr/>
            </p14:nvContentPartPr>
            <p14:xfrm>
              <a:off x="6709410" y="5165725"/>
              <a:ext cx="365125" cy="35687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46"/>
            </p:blipFill>
            <p:spPr>
              <a:xfrm>
                <a:off x="6709410" y="5165725"/>
                <a:ext cx="365125" cy="356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42" name="墨迹 41"/>
              <p14:cNvContentPartPr/>
              <p14:nvPr/>
            </p14:nvContentPartPr>
            <p14:xfrm>
              <a:off x="7074535" y="5373370"/>
              <a:ext cx="49530" cy="20701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48"/>
            </p:blipFill>
            <p:spPr>
              <a:xfrm>
                <a:off x="7074535" y="5373370"/>
                <a:ext cx="49530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43" name="墨迹 42"/>
              <p14:cNvContentPartPr/>
              <p14:nvPr/>
            </p14:nvContentPartPr>
            <p14:xfrm>
              <a:off x="6991350" y="5298440"/>
              <a:ext cx="323850" cy="31559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50"/>
            </p:blipFill>
            <p:spPr>
              <a:xfrm>
                <a:off x="6991350" y="5298440"/>
                <a:ext cx="323850" cy="315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44" name="墨迹 43"/>
              <p14:cNvContentPartPr/>
              <p14:nvPr/>
            </p14:nvContentPartPr>
            <p14:xfrm>
              <a:off x="7928610" y="5083175"/>
              <a:ext cx="630555" cy="8255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52"/>
            </p:blipFill>
            <p:spPr>
              <a:xfrm>
                <a:off x="7928610" y="5083175"/>
                <a:ext cx="630555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45" name="墨迹 44"/>
              <p14:cNvContentPartPr/>
              <p14:nvPr/>
            </p14:nvContentPartPr>
            <p14:xfrm>
              <a:off x="7082790" y="6609080"/>
              <a:ext cx="655320" cy="8255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54"/>
            </p:blipFill>
            <p:spPr>
              <a:xfrm>
                <a:off x="7082790" y="6609080"/>
                <a:ext cx="655320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46" name="墨迹 45"/>
              <p14:cNvContentPartPr/>
              <p14:nvPr/>
            </p14:nvContentPartPr>
            <p14:xfrm>
              <a:off x="4345940" y="5124450"/>
              <a:ext cx="505460" cy="41275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56"/>
            </p:blipFill>
            <p:spPr>
              <a:xfrm>
                <a:off x="4345940" y="5124450"/>
                <a:ext cx="505460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47" name="墨迹 46"/>
              <p14:cNvContentPartPr/>
              <p14:nvPr/>
            </p14:nvContentPartPr>
            <p14:xfrm>
              <a:off x="4552950" y="5257165"/>
              <a:ext cx="116205" cy="887095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58"/>
            </p:blipFill>
            <p:spPr>
              <a:xfrm>
                <a:off x="4552950" y="5257165"/>
                <a:ext cx="116205" cy="887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48" name="墨迹 47"/>
              <p14:cNvContentPartPr/>
              <p14:nvPr/>
            </p14:nvContentPartPr>
            <p14:xfrm>
              <a:off x="4445000" y="5273675"/>
              <a:ext cx="191135" cy="265430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60"/>
            </p:blipFill>
            <p:spPr>
              <a:xfrm>
                <a:off x="4445000" y="5273675"/>
                <a:ext cx="191135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49" name="墨迹 48"/>
              <p14:cNvContentPartPr/>
              <p14:nvPr/>
            </p14:nvContentPartPr>
            <p14:xfrm>
              <a:off x="4693920" y="5298440"/>
              <a:ext cx="199390" cy="348615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62"/>
            </p:blipFill>
            <p:spPr>
              <a:xfrm>
                <a:off x="4693920" y="5298440"/>
                <a:ext cx="199390" cy="3486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50" name="墨迹 49"/>
              <p14:cNvContentPartPr/>
              <p14:nvPr/>
            </p14:nvContentPartPr>
            <p14:xfrm>
              <a:off x="8542655" y="4999990"/>
              <a:ext cx="1152525" cy="4191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64"/>
            </p:blipFill>
            <p:spPr>
              <a:xfrm>
                <a:off x="8542655" y="4999990"/>
                <a:ext cx="1152525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51" name="墨迹 50"/>
              <p14:cNvContentPartPr/>
              <p14:nvPr/>
            </p14:nvContentPartPr>
            <p14:xfrm>
              <a:off x="9595485" y="4768215"/>
              <a:ext cx="281940" cy="52197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66"/>
            </p:blipFill>
            <p:spPr>
              <a:xfrm>
                <a:off x="9595485" y="4768215"/>
                <a:ext cx="281940" cy="521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52" name="墨迹 51"/>
              <p14:cNvContentPartPr/>
              <p14:nvPr/>
            </p14:nvContentPartPr>
            <p14:xfrm>
              <a:off x="10109835" y="4486275"/>
              <a:ext cx="389890" cy="53848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68"/>
            </p:blipFill>
            <p:spPr>
              <a:xfrm>
                <a:off x="10109835" y="4486275"/>
                <a:ext cx="389890" cy="538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53" name="墨迹 52"/>
              <p14:cNvContentPartPr/>
              <p14:nvPr/>
            </p14:nvContentPartPr>
            <p14:xfrm>
              <a:off x="10342245" y="4519295"/>
              <a:ext cx="779780" cy="680085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70"/>
            </p:blipFill>
            <p:spPr>
              <a:xfrm>
                <a:off x="10342245" y="4519295"/>
                <a:ext cx="779780" cy="6800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54" name="墨迹 53"/>
              <p14:cNvContentPartPr/>
              <p14:nvPr/>
            </p14:nvContentPartPr>
            <p14:xfrm>
              <a:off x="3375025" y="4378325"/>
              <a:ext cx="265430" cy="646430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72"/>
            </p:blipFill>
            <p:spPr>
              <a:xfrm>
                <a:off x="3375025" y="4378325"/>
                <a:ext cx="265430" cy="646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55" name="墨迹 54"/>
              <p14:cNvContentPartPr/>
              <p14:nvPr/>
            </p14:nvContentPartPr>
            <p14:xfrm>
              <a:off x="11619230" y="4577080"/>
              <a:ext cx="199390" cy="41910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74"/>
            </p:blipFill>
            <p:spPr>
              <a:xfrm>
                <a:off x="11619230" y="4577080"/>
                <a:ext cx="199390" cy="41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56" name="墨迹 55"/>
              <p14:cNvContentPartPr/>
              <p14:nvPr/>
            </p14:nvContentPartPr>
            <p14:xfrm>
              <a:off x="11594465" y="4361815"/>
              <a:ext cx="265430" cy="33020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76"/>
            </p:blipFill>
            <p:spPr>
              <a:xfrm>
                <a:off x="11594465" y="4361815"/>
                <a:ext cx="26543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57" name="墨迹 56"/>
              <p14:cNvContentPartPr/>
              <p14:nvPr/>
            </p14:nvContentPartPr>
            <p14:xfrm>
              <a:off x="11528425" y="4311650"/>
              <a:ext cx="273685" cy="539115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78"/>
            </p:blipFill>
            <p:spPr>
              <a:xfrm>
                <a:off x="11528425" y="4311650"/>
                <a:ext cx="273685" cy="5391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58" name="墨迹 57"/>
              <p14:cNvContentPartPr/>
              <p14:nvPr/>
            </p14:nvContentPartPr>
            <p14:xfrm>
              <a:off x="11030585" y="4776470"/>
              <a:ext cx="389890" cy="149225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80"/>
            </p:blipFill>
            <p:spPr>
              <a:xfrm>
                <a:off x="11030585" y="4776470"/>
                <a:ext cx="38989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59" name="墨迹 58"/>
              <p14:cNvContentPartPr/>
              <p14:nvPr/>
            </p14:nvContentPartPr>
            <p14:xfrm>
              <a:off x="11320780" y="4701540"/>
              <a:ext cx="99695" cy="248920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82"/>
            </p:blipFill>
            <p:spPr>
              <a:xfrm>
                <a:off x="11320780" y="4701540"/>
                <a:ext cx="99695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3" p14:bwMode="auto">
            <p14:nvContentPartPr>
              <p14:cNvPr id="60" name="墨迹 59"/>
              <p14:cNvContentPartPr/>
              <p14:nvPr/>
            </p14:nvContentPartPr>
            <p14:xfrm>
              <a:off x="3366770" y="5157470"/>
              <a:ext cx="8642350" cy="40640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84"/>
            </p:blipFill>
            <p:spPr>
              <a:xfrm>
                <a:off x="3366770" y="5157470"/>
                <a:ext cx="8642350" cy="406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5" p14:bwMode="auto">
            <p14:nvContentPartPr>
              <p14:cNvPr id="61" name="墨迹 60"/>
              <p14:cNvContentPartPr/>
              <p14:nvPr/>
            </p14:nvContentPartPr>
            <p14:xfrm>
              <a:off x="5896610" y="3723005"/>
              <a:ext cx="182245" cy="737870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86"/>
            </p:blipFill>
            <p:spPr>
              <a:xfrm>
                <a:off x="5896610" y="3723005"/>
                <a:ext cx="182245" cy="7378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7" p14:bwMode="auto">
            <p14:nvContentPartPr>
              <p14:cNvPr id="62" name="墨迹 61"/>
              <p14:cNvContentPartPr/>
              <p14:nvPr/>
            </p14:nvContentPartPr>
            <p14:xfrm>
              <a:off x="5937885" y="3689985"/>
              <a:ext cx="224155" cy="165735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88"/>
            </p:blipFill>
            <p:spPr>
              <a:xfrm>
                <a:off x="5937885" y="3689985"/>
                <a:ext cx="22415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9" p14:bwMode="auto">
            <p14:nvContentPartPr>
              <p14:cNvPr id="63" name="墨迹 62"/>
              <p14:cNvContentPartPr/>
              <p14:nvPr/>
            </p14:nvContentPartPr>
            <p14:xfrm>
              <a:off x="6352540" y="3216910"/>
              <a:ext cx="248920" cy="323850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90"/>
            </p:blipFill>
            <p:spPr>
              <a:xfrm>
                <a:off x="6352540" y="3216910"/>
                <a:ext cx="248920" cy="323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1" p14:bwMode="auto">
            <p14:nvContentPartPr>
              <p14:cNvPr id="64" name="墨迹 63"/>
              <p14:cNvContentPartPr/>
              <p14:nvPr/>
            </p14:nvContentPartPr>
            <p14:xfrm>
              <a:off x="6626225" y="3490595"/>
              <a:ext cx="41910" cy="166370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92"/>
            </p:blipFill>
            <p:spPr>
              <a:xfrm>
                <a:off x="6626225" y="3490595"/>
                <a:ext cx="41910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3" p14:bwMode="auto">
            <p14:nvContentPartPr>
              <p14:cNvPr id="65" name="墨迹 64"/>
              <p14:cNvContentPartPr/>
              <p14:nvPr/>
            </p14:nvContentPartPr>
            <p14:xfrm>
              <a:off x="9139555" y="3772535"/>
              <a:ext cx="630555" cy="1128395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94"/>
            </p:blipFill>
            <p:spPr>
              <a:xfrm>
                <a:off x="9139555" y="3772535"/>
                <a:ext cx="630555" cy="11283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5" p14:bwMode="auto">
            <p14:nvContentPartPr>
              <p14:cNvPr id="66" name="墨迹 65"/>
              <p14:cNvContentPartPr/>
              <p14:nvPr/>
            </p14:nvContentPartPr>
            <p14:xfrm>
              <a:off x="9587230" y="3789680"/>
              <a:ext cx="273685" cy="149225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96"/>
            </p:blipFill>
            <p:spPr>
              <a:xfrm>
                <a:off x="9587230" y="3789680"/>
                <a:ext cx="273685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7" p14:bwMode="auto">
            <p14:nvContentPartPr>
              <p14:cNvPr id="67" name="墨迹 66"/>
              <p14:cNvContentPartPr/>
              <p14:nvPr/>
            </p14:nvContentPartPr>
            <p14:xfrm>
              <a:off x="10035540" y="3449320"/>
              <a:ext cx="231775" cy="398145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98"/>
            </p:blipFill>
            <p:spPr>
              <a:xfrm>
                <a:off x="10035540" y="3449320"/>
                <a:ext cx="231775" cy="3981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9" p14:bwMode="auto">
            <p14:nvContentPartPr>
              <p14:cNvPr id="68" name="墨迹 67"/>
              <p14:cNvContentPartPr/>
              <p14:nvPr/>
            </p14:nvContentPartPr>
            <p14:xfrm>
              <a:off x="10300970" y="3731260"/>
              <a:ext cx="215265" cy="173990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100"/>
            </p:blipFill>
            <p:spPr>
              <a:xfrm>
                <a:off x="10300970" y="3731260"/>
                <a:ext cx="215265" cy="1739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1" p14:bwMode="auto">
            <p14:nvContentPartPr>
              <p14:cNvPr id="69" name="墨迹 68"/>
              <p14:cNvContentPartPr/>
              <p14:nvPr/>
            </p14:nvContentPartPr>
            <p14:xfrm>
              <a:off x="11337290" y="5041900"/>
              <a:ext cx="688340" cy="74295"/>
            </p14:xfrm>
          </p:contentPart>
        </mc:Choice>
        <mc:Fallback xmlns="">
          <p:pic>
            <p:nvPicPr>
              <p:cNvPr id="69" name="墨迹 68"/>
            </p:nvPicPr>
            <p:blipFill>
              <a:blip r:embed="rId102"/>
            </p:blipFill>
            <p:spPr>
              <a:xfrm>
                <a:off x="11337290" y="5041900"/>
                <a:ext cx="688340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3" p14:bwMode="auto">
            <p14:nvContentPartPr>
              <p14:cNvPr id="70" name="墨迹 69"/>
              <p14:cNvContentPartPr/>
              <p14:nvPr/>
            </p14:nvContentPartPr>
            <p14:xfrm>
              <a:off x="9811385" y="3499485"/>
              <a:ext cx="224155" cy="323215"/>
            </p14:xfrm>
          </p:contentPart>
        </mc:Choice>
        <mc:Fallback xmlns="">
          <p:pic>
            <p:nvPicPr>
              <p:cNvPr id="70" name="墨迹 69"/>
            </p:nvPicPr>
            <p:blipFill>
              <a:blip r:embed="rId104"/>
            </p:blipFill>
            <p:spPr>
              <a:xfrm>
                <a:off x="9811385" y="3499485"/>
                <a:ext cx="224155" cy="323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5" p14:bwMode="auto">
            <p14:nvContentPartPr>
              <p14:cNvPr id="71" name="墨迹 70"/>
              <p14:cNvContentPartPr/>
              <p14:nvPr/>
            </p14:nvContentPartPr>
            <p14:xfrm>
              <a:off x="6112510" y="3291840"/>
              <a:ext cx="265430" cy="314960"/>
            </p14:xfrm>
          </p:contentPart>
        </mc:Choice>
        <mc:Fallback xmlns="">
          <p:pic>
            <p:nvPicPr>
              <p:cNvPr id="71" name="墨迹 70"/>
            </p:nvPicPr>
            <p:blipFill>
              <a:blip r:embed="rId106"/>
            </p:blipFill>
            <p:spPr>
              <a:xfrm>
                <a:off x="6112510" y="3291840"/>
                <a:ext cx="265430" cy="3149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7" p14:bwMode="auto">
            <p14:nvContentPartPr>
              <p14:cNvPr id="72" name="墨迹 71"/>
              <p14:cNvContentPartPr/>
              <p14:nvPr/>
            </p14:nvContentPartPr>
            <p14:xfrm>
              <a:off x="10607675" y="3275330"/>
              <a:ext cx="49530" cy="257175"/>
            </p14:xfrm>
          </p:contentPart>
        </mc:Choice>
        <mc:Fallback xmlns="">
          <p:pic>
            <p:nvPicPr>
              <p:cNvPr id="72" name="墨迹 71"/>
            </p:nvPicPr>
            <p:blipFill>
              <a:blip r:embed="rId108"/>
            </p:blipFill>
            <p:spPr>
              <a:xfrm>
                <a:off x="10607675" y="3275330"/>
                <a:ext cx="4953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9" p14:bwMode="auto">
            <p14:nvContentPartPr>
              <p14:cNvPr id="73" name="墨迹 72"/>
              <p14:cNvContentPartPr/>
              <p14:nvPr/>
            </p14:nvContentPartPr>
            <p14:xfrm>
              <a:off x="10574655" y="3225800"/>
              <a:ext cx="90805" cy="90805"/>
            </p14:xfrm>
          </p:contentPart>
        </mc:Choice>
        <mc:Fallback xmlns="">
          <p:pic>
            <p:nvPicPr>
              <p:cNvPr id="73" name="墨迹 72"/>
            </p:nvPicPr>
            <p:blipFill>
              <a:blip r:embed="rId110"/>
            </p:blipFill>
            <p:spPr>
              <a:xfrm>
                <a:off x="10574655" y="3225800"/>
                <a:ext cx="90805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1" p14:bwMode="auto">
            <p14:nvContentPartPr>
              <p14:cNvPr id="74" name="墨迹 73"/>
              <p14:cNvContentPartPr/>
              <p14:nvPr/>
            </p14:nvContentPartPr>
            <p14:xfrm>
              <a:off x="10740390" y="3200400"/>
              <a:ext cx="41275" cy="74930"/>
            </p14:xfrm>
          </p:contentPart>
        </mc:Choice>
        <mc:Fallback xmlns="">
          <p:pic>
            <p:nvPicPr>
              <p:cNvPr id="74" name="墨迹 73"/>
            </p:nvPicPr>
            <p:blipFill>
              <a:blip r:embed="rId112"/>
            </p:blipFill>
            <p:spPr>
              <a:xfrm>
                <a:off x="10740390" y="3200400"/>
                <a:ext cx="4127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3" p14:bwMode="auto">
            <p14:nvContentPartPr>
              <p14:cNvPr id="75" name="墨迹 74"/>
              <p14:cNvContentPartPr/>
              <p14:nvPr/>
            </p14:nvContentPartPr>
            <p14:xfrm>
              <a:off x="6784340" y="3075940"/>
              <a:ext cx="74295" cy="232410"/>
            </p14:xfrm>
          </p:contentPart>
        </mc:Choice>
        <mc:Fallback xmlns="">
          <p:pic>
            <p:nvPicPr>
              <p:cNvPr id="75" name="墨迹 74"/>
            </p:nvPicPr>
            <p:blipFill>
              <a:blip r:embed="rId114"/>
            </p:blipFill>
            <p:spPr>
              <a:xfrm>
                <a:off x="6784340" y="3075940"/>
                <a:ext cx="7429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5" p14:bwMode="auto">
            <p14:nvContentPartPr>
              <p14:cNvPr id="76" name="墨迹 75"/>
              <p14:cNvContentPartPr/>
              <p14:nvPr/>
            </p14:nvContentPartPr>
            <p14:xfrm>
              <a:off x="6750685" y="3234055"/>
              <a:ext cx="132715" cy="57785"/>
            </p14:xfrm>
          </p:contentPart>
        </mc:Choice>
        <mc:Fallback xmlns="">
          <p:pic>
            <p:nvPicPr>
              <p:cNvPr id="76" name="墨迹 75"/>
            </p:nvPicPr>
            <p:blipFill>
              <a:blip r:embed="rId116"/>
            </p:blipFill>
            <p:spPr>
              <a:xfrm>
                <a:off x="6750685" y="3234055"/>
                <a:ext cx="132715" cy="57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7" p14:bwMode="auto">
            <p14:nvContentPartPr>
              <p14:cNvPr id="77" name="墨迹 76"/>
              <p14:cNvContentPartPr/>
              <p14:nvPr/>
            </p14:nvContentPartPr>
            <p14:xfrm>
              <a:off x="9753600" y="4013200"/>
              <a:ext cx="646430" cy="50165"/>
            </p14:xfrm>
          </p:contentPart>
        </mc:Choice>
        <mc:Fallback xmlns="">
          <p:pic>
            <p:nvPicPr>
              <p:cNvPr id="77" name="墨迹 76"/>
            </p:nvPicPr>
            <p:blipFill>
              <a:blip r:embed="rId118"/>
            </p:blipFill>
            <p:spPr>
              <a:xfrm>
                <a:off x="9753600" y="4013200"/>
                <a:ext cx="646430" cy="5016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MDP 建模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把强化学习任务拆成三个必须说清的对象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04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09600" y="2076450"/>
            <a:ext cx="3276600" cy="287655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305050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3B74D7"/>
                </a:solidFill>
              </a:defRPr>
            </a:pPr>
            <a:r>
              <a:rPr sz="2025" b="1">
                <a:solidFill>
                  <a:srgbClr val="3B74D7"/>
                </a:solidFill>
              </a:rPr>
              <a:t>状态 S</a:t>
            </a:r>
            <a:endParaRPr sz="2025" b="1">
              <a:solidFill>
                <a:srgbClr val="3B74D7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8765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607086"/>
                </a:solidFill>
              </a:defRPr>
            </a:pPr>
            <a:r>
              <a:rPr sz="1350" b="1">
                <a:solidFill>
                  <a:srgbClr val="607086"/>
                </a:solidFill>
              </a:rPr>
              <a:t>当前足以决策的信息</a:t>
            </a:r>
            <a:endParaRPr sz="1350" b="1">
              <a:solidFill>
                <a:srgbClr val="60708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3409950"/>
            <a:ext cx="276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i="1"/>
              <a:t>P </a:t>
            </a:r>
            <a:r>
              <a:t>(</a:t>
            </a:r>
            <a:r>
              <a:rPr i="1"/>
              <a:t>St</a:t>
            </a:r>
            <a:r>
              <a:t>+1​∣</a:t>
            </a:r>
            <a:r>
              <a:rPr i="1"/>
              <a:t>St</a:t>
            </a:r>
            <a:r>
              <a:t>​)=</a:t>
            </a:r>
            <a:r>
              <a:rPr i="1"/>
              <a:t>p</a:t>
            </a:r>
            <a:r>
              <a:t>(</a:t>
            </a:r>
            <a:r>
              <a:rPr i="1"/>
              <a:t>St</a:t>
            </a:r>
            <a:r>
              <a:t>+1​∣</a:t>
            </a:r>
            <a:r>
              <a:rPr i="1"/>
              <a:t>S</a:t>
            </a:r>
            <a:r>
              <a:t>1​,</a:t>
            </a:r>
            <a:r>
              <a:rPr i="1"/>
              <a:t>S</a:t>
            </a:r>
            <a:r>
              <a:t>2​,⋯,</a:t>
            </a:r>
            <a:r>
              <a:rPr i="1"/>
              <a:t>St</a:t>
            </a:r>
            <a:r>
              <a:t>​)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267200" y="2076450"/>
            <a:ext cx="3276600" cy="287655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2305050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C94747"/>
                </a:solidFill>
              </a:defRPr>
            </a:pPr>
            <a:r>
              <a:rPr sz="2025" b="1">
                <a:solidFill>
                  <a:srgbClr val="C94747"/>
                </a:solidFill>
              </a:rPr>
              <a:t>可执行的选择集合</a:t>
            </a:r>
            <a:endParaRPr sz="2025" b="1">
              <a:solidFill>
                <a:srgbClr val="C9474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28765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607086"/>
                </a:solidFill>
              </a:defRPr>
            </a:pPr>
            <a:r>
              <a:rPr sz="1350" b="1">
                <a:solidFill>
                  <a:srgbClr val="607086"/>
                </a:solidFill>
              </a:rPr>
              <a:t>反馈 R</a:t>
            </a:r>
            <a:endParaRPr sz="1350" b="1">
              <a:solidFill>
                <a:srgbClr val="60708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95800" y="3409950"/>
            <a:ext cx="276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奖励告诉 Agent 哪些后果更好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924800" y="2076450"/>
            <a:ext cx="3276600" cy="287655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9525">
            <a:solidFill>
              <a:srgbClr val="D9D4C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53400" y="2305050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1E9E91"/>
                </a:solidFill>
              </a:defRPr>
            </a:pPr>
            <a:r>
              <a:rPr sz="2025" b="1">
                <a:solidFill>
                  <a:srgbClr val="1E9E91"/>
                </a:solidFill>
              </a:rPr>
              <a:t>转移 P</a:t>
            </a:r>
            <a:endParaRPr sz="2025" b="1">
              <a:solidFill>
                <a:srgbClr val="1E9E9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53400" y="28765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607086"/>
                </a:solidFill>
              </a:defRPr>
            </a:pPr>
            <a:r>
              <a:rPr sz="1350" b="1">
                <a:solidFill>
                  <a:srgbClr val="607086"/>
                </a:solidFill>
              </a:rPr>
              <a:t>环境如何从当前状态演化</a:t>
            </a:r>
            <a:endParaRPr sz="1350" b="1">
              <a:solidFill>
                <a:srgbClr val="60708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53400" y="3409950"/>
            <a:ext cx="276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折扣 γ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541020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72A46"/>
                </a:solidFill>
              </a:defRPr>
            </a:pPr>
            <a:r>
              <a:rPr sz="1800" b="1">
                <a:solidFill>
                  <a:srgbClr val="172A46"/>
                </a:solidFill>
              </a:rPr>
              <a:t>未来回报的重要程度</a:t>
            </a:r>
            <a:endParaRPr sz="1800" b="1">
              <a:solidFill>
                <a:srgbClr val="172A4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结论：MDP = &lt;S, A, P, R, γ&gt;</a:t>
            </a:r>
            <a:endParaRPr sz="750" b="0">
              <a:solidFill>
                <a:srgbClr val="60708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0" name="墨迹 19"/>
              <p14:cNvContentPartPr/>
              <p14:nvPr/>
            </p14:nvContentPartPr>
            <p14:xfrm>
              <a:off x="911860" y="3150870"/>
              <a:ext cx="1551305" cy="4953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"/>
            </p:blipFill>
            <p:spPr>
              <a:xfrm>
                <a:off x="911860" y="3150870"/>
                <a:ext cx="1551305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1" name="墨迹 20"/>
              <p14:cNvContentPartPr/>
              <p14:nvPr/>
            </p14:nvContentPartPr>
            <p14:xfrm>
              <a:off x="1368425" y="3615055"/>
              <a:ext cx="439420" cy="49784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4"/>
            </p:blipFill>
            <p:spPr>
              <a:xfrm>
                <a:off x="1368425" y="3615055"/>
                <a:ext cx="439420" cy="497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2" name="墨迹 21"/>
              <p14:cNvContentPartPr/>
              <p14:nvPr/>
            </p14:nvContentPartPr>
            <p14:xfrm>
              <a:off x="1824355" y="3938905"/>
              <a:ext cx="1227455" cy="14922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6"/>
            </p:blipFill>
            <p:spPr>
              <a:xfrm>
                <a:off x="1824355" y="3938905"/>
                <a:ext cx="1227455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3" name="墨迹 22"/>
              <p14:cNvContentPartPr/>
              <p14:nvPr/>
            </p14:nvContentPartPr>
            <p14:xfrm>
              <a:off x="1965325" y="3283585"/>
              <a:ext cx="547370" cy="48895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8"/>
            </p:blipFill>
            <p:spPr>
              <a:xfrm>
                <a:off x="1965325" y="3283585"/>
                <a:ext cx="547370" cy="488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4" name="墨迹 23"/>
              <p14:cNvContentPartPr/>
              <p14:nvPr/>
            </p14:nvContentPartPr>
            <p14:xfrm>
              <a:off x="2438400" y="3200400"/>
              <a:ext cx="256540" cy="25717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10"/>
            </p:blipFill>
            <p:spPr>
              <a:xfrm>
                <a:off x="2438400" y="3200400"/>
                <a:ext cx="25654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5" name="墨迹 24"/>
              <p14:cNvContentPartPr/>
              <p14:nvPr/>
            </p14:nvContentPartPr>
            <p14:xfrm>
              <a:off x="4885055" y="2694940"/>
              <a:ext cx="2065020" cy="7429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2"/>
            </p:blipFill>
            <p:spPr>
              <a:xfrm>
                <a:off x="4885055" y="2694940"/>
                <a:ext cx="2065020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6" name="墨迹 25"/>
              <p14:cNvContentPartPr/>
              <p14:nvPr/>
            </p14:nvContentPartPr>
            <p14:xfrm>
              <a:off x="5772150" y="2811145"/>
              <a:ext cx="348615" cy="43116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14"/>
            </p:blipFill>
            <p:spPr>
              <a:xfrm>
                <a:off x="5772150" y="2811145"/>
                <a:ext cx="348615" cy="431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7" name="墨迹 26"/>
              <p14:cNvContentPartPr/>
              <p14:nvPr/>
            </p14:nvContentPartPr>
            <p14:xfrm>
              <a:off x="4561205" y="3183890"/>
              <a:ext cx="614045" cy="5842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16"/>
            </p:blipFill>
            <p:spPr>
              <a:xfrm>
                <a:off x="4561205" y="3183890"/>
                <a:ext cx="614045" cy="58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8" name="墨迹 27"/>
              <p14:cNvContentPartPr/>
              <p14:nvPr/>
            </p14:nvContentPartPr>
            <p14:xfrm>
              <a:off x="4951095" y="3167380"/>
              <a:ext cx="57785" cy="49784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18"/>
            </p:blipFill>
            <p:spPr>
              <a:xfrm>
                <a:off x="4951095" y="3167380"/>
                <a:ext cx="57785" cy="497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9" name="墨迹 28"/>
              <p14:cNvContentPartPr/>
              <p14:nvPr/>
            </p14:nvContentPartPr>
            <p14:xfrm>
              <a:off x="4909820" y="3540760"/>
              <a:ext cx="331470" cy="21526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0"/>
            </p:blipFill>
            <p:spPr>
              <a:xfrm>
                <a:off x="4909820" y="3540760"/>
                <a:ext cx="331470" cy="2152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30" name="墨迹 29"/>
              <p14:cNvContentPartPr/>
              <p14:nvPr/>
            </p14:nvContentPartPr>
            <p14:xfrm>
              <a:off x="1542415" y="3590290"/>
              <a:ext cx="613410" cy="53911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2"/>
            </p:blipFill>
            <p:spPr>
              <a:xfrm>
                <a:off x="1542415" y="3590290"/>
                <a:ext cx="613410" cy="5391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31" name="墨迹 30"/>
              <p14:cNvContentPartPr/>
              <p14:nvPr/>
            </p14:nvContentPartPr>
            <p14:xfrm>
              <a:off x="8218805" y="3159125"/>
              <a:ext cx="1816735" cy="8318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24"/>
            </p:blipFill>
            <p:spPr>
              <a:xfrm>
                <a:off x="8218805" y="3159125"/>
                <a:ext cx="181673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32" name="墨迹 31"/>
              <p14:cNvContentPartPr/>
              <p14:nvPr/>
            </p14:nvContentPartPr>
            <p14:xfrm>
              <a:off x="4478655" y="2777490"/>
              <a:ext cx="804545" cy="58928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26"/>
            </p:blipFill>
            <p:spPr>
              <a:xfrm>
                <a:off x="4478655" y="2777490"/>
                <a:ext cx="804545" cy="589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33" name="墨迹 32"/>
              <p14:cNvContentPartPr/>
              <p14:nvPr/>
            </p14:nvContentPartPr>
            <p14:xfrm>
              <a:off x="6278245" y="1550670"/>
              <a:ext cx="224155" cy="4127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28"/>
            </p:blipFill>
            <p:spPr>
              <a:xfrm>
                <a:off x="6278245" y="1550670"/>
                <a:ext cx="224155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34" name="墨迹 33"/>
              <p14:cNvContentPartPr/>
              <p14:nvPr/>
            </p14:nvContentPartPr>
            <p14:xfrm>
              <a:off x="6269990" y="1533525"/>
              <a:ext cx="132715" cy="41465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30"/>
            </p:blipFill>
            <p:spPr>
              <a:xfrm>
                <a:off x="6269990" y="1533525"/>
                <a:ext cx="132715" cy="414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35" name="墨迹 34"/>
              <p14:cNvContentPartPr/>
              <p14:nvPr/>
            </p14:nvContentPartPr>
            <p14:xfrm>
              <a:off x="6278245" y="1741170"/>
              <a:ext cx="140970" cy="7429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32"/>
            </p:blipFill>
            <p:spPr>
              <a:xfrm>
                <a:off x="6278245" y="1741170"/>
                <a:ext cx="140970" cy="74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36" name="墨迹 35"/>
              <p14:cNvContentPartPr/>
              <p14:nvPr/>
            </p14:nvContentPartPr>
            <p14:xfrm>
              <a:off x="6278245" y="1857375"/>
              <a:ext cx="240665" cy="9080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34"/>
            </p:blipFill>
            <p:spPr>
              <a:xfrm>
                <a:off x="6278245" y="1857375"/>
                <a:ext cx="240665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37" name="墨迹 36"/>
              <p14:cNvContentPartPr/>
              <p14:nvPr/>
            </p14:nvContentPartPr>
            <p14:xfrm>
              <a:off x="6734175" y="1633220"/>
              <a:ext cx="74930" cy="23241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36"/>
            </p:blipFill>
            <p:spPr>
              <a:xfrm>
                <a:off x="6734175" y="1633220"/>
                <a:ext cx="74930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8" name="墨迹 37"/>
              <p14:cNvContentPartPr/>
              <p14:nvPr/>
            </p14:nvContentPartPr>
            <p14:xfrm>
              <a:off x="6792595" y="1608455"/>
              <a:ext cx="273685" cy="28194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38"/>
            </p:blipFill>
            <p:spPr>
              <a:xfrm>
                <a:off x="6792595" y="1608455"/>
                <a:ext cx="273685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39" name="墨迹 38"/>
              <p14:cNvContentPartPr/>
              <p14:nvPr/>
            </p14:nvContentPartPr>
            <p14:xfrm>
              <a:off x="7986395" y="3648710"/>
              <a:ext cx="1003935" cy="65468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40"/>
            </p:blipFill>
            <p:spPr>
              <a:xfrm>
                <a:off x="7986395" y="3648710"/>
                <a:ext cx="1003935" cy="654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40" name="墨迹 39"/>
              <p14:cNvContentPartPr/>
              <p14:nvPr/>
            </p14:nvContentPartPr>
            <p14:xfrm>
              <a:off x="704850" y="5779770"/>
              <a:ext cx="1119505" cy="14097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42"/>
            </p:blipFill>
            <p:spPr>
              <a:xfrm>
                <a:off x="704850" y="5779770"/>
                <a:ext cx="1119505" cy="14097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长期目标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回报把即时奖励连接为长期行为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05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885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325" b="1">
                <a:solidFill>
                  <a:srgbClr val="172A46"/>
                </a:solidFill>
              </a:defRPr>
            </a:pPr>
            <a:r>
              <a:rPr sz="2325" b="1">
                <a:solidFill>
                  <a:srgbClr val="172A46"/>
                </a:solidFill>
              </a:rPr>
              <a:t>核心公式：Gₜ = rₜ₊₁ + γrₜ₊₂ + γ²rₜ₊₃ + …</a:t>
            </a:r>
            <a:endParaRPr sz="2325" b="1">
              <a:solidFill>
                <a:srgbClr val="172A4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781300"/>
            <a:ext cx="10001250" cy="47625"/>
          </a:xfrm>
          <a:prstGeom prst="rect">
            <a:avLst/>
          </a:prstGeom>
          <a:solidFill>
            <a:srgbClr val="F26B38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3162300"/>
            <a:ext cx="10144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52235"/>
                </a:solidFill>
              </a:defRPr>
            </a:pPr>
            <a:r>
              <a:rPr sz="1800" b="0">
                <a:solidFill>
                  <a:srgbClr val="152235"/>
                </a:solidFill>
              </a:rPr>
              <a:t>γ 越小，策略越短视；γ 越大，越重视长期结果。</a:t>
            </a:r>
            <a:endParaRPr sz="1800" b="0">
              <a:solidFill>
                <a:srgbClr val="152235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4514850"/>
            <a:ext cx="9886950" cy="1066800"/>
          </a:xfrm>
          <a:prstGeom prst="roundRect">
            <a:avLst>
              <a:gd name="adj" fmla="val 10714"/>
            </a:avLst>
          </a:prstGeom>
          <a:solidFill>
            <a:srgbClr val="EBF3F1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4686300"/>
            <a:ext cx="9391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E9E91"/>
                </a:solidFill>
              </a:defRPr>
            </a:pPr>
            <a:r>
              <a:rPr sz="1875" b="1">
                <a:solidFill>
                  <a:srgbClr val="1E9E91"/>
                </a:solidFill>
              </a:rPr>
              <a:t>奖励不是装饰：它定义了 Agent 会追逐什么、回避什么。</a:t>
            </a:r>
            <a:endParaRPr sz="1875" b="1">
              <a:solidFill>
                <a:srgbClr val="1E9E9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来源：强化学习课程整理</a:t>
            </a:r>
            <a:endParaRPr sz="750" b="0">
              <a:solidFill>
                <a:srgbClr val="607086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6528435" y="1963420"/>
            <a:ext cx="1111250" cy="6921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Sa</a:t>
            </a:r>
          </a:p>
        </p:txBody>
      </p:sp>
      <p:cxnSp>
        <p:nvCxnSpPr>
          <p:cNvPr id="32" name="直接箭头连接符 12"/>
          <p:cNvCxnSpPr/>
          <p:nvPr/>
        </p:nvCxnSpPr>
        <p:spPr>
          <a:xfrm>
            <a:off x="7931785" y="2309495"/>
            <a:ext cx="15557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>
            <a:spLocks noGrp="1"/>
          </p:cNvSpPr>
          <p:nvPr/>
        </p:nvSpPr>
        <p:spPr>
          <a:xfrm>
            <a:off x="9836785" y="1963420"/>
            <a:ext cx="1295402" cy="7715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Sb</a:t>
            </a: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9170036" y="3465986"/>
            <a:ext cx="1295402" cy="7715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Sc</a:t>
            </a:r>
          </a:p>
        </p:txBody>
      </p:sp>
      <p:cxnSp>
        <p:nvCxnSpPr>
          <p:cNvPr id="35" name="直接箭头连接符 15"/>
          <p:cNvCxnSpPr/>
          <p:nvPr/>
        </p:nvCxnSpPr>
        <p:spPr>
          <a:xfrm>
            <a:off x="7734935" y="2734941"/>
            <a:ext cx="1219200" cy="723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>
            <a:spLocks noGrp="1"/>
          </p:cNvSpPr>
          <p:nvPr/>
        </p:nvSpPr>
        <p:spPr>
          <a:xfrm>
            <a:off x="8490585" y="1950204"/>
            <a:ext cx="34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/>
              <a:t>p</a:t>
            </a:r>
            <a:endParaRPr i="1"/>
          </a:p>
        </p:txBody>
      </p:sp>
      <p:sp>
        <p:nvSpPr>
          <p:cNvPr id="18" name="文本框 17"/>
          <p:cNvSpPr>
            <a:spLocks noGrp="1"/>
          </p:cNvSpPr>
          <p:nvPr/>
        </p:nvSpPr>
        <p:spPr>
          <a:xfrm>
            <a:off x="8268335" y="2791054"/>
            <a:ext cx="34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i="1"/>
              <a:t>p</a:t>
            </a:r>
            <a:endParaRPr i="1"/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119363" y="1624492"/>
            <a:ext cx="692150" cy="275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Rb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471662" y="3094232"/>
            <a:ext cx="692150" cy="275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t>Rc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3" name="墨迹 12"/>
              <p14:cNvContentPartPr/>
              <p14:nvPr/>
            </p14:nvContentPartPr>
            <p14:xfrm>
              <a:off x="2371725" y="2346325"/>
              <a:ext cx="3126740" cy="16573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"/>
            </p:blipFill>
            <p:spPr>
              <a:xfrm>
                <a:off x="2371725" y="2346325"/>
                <a:ext cx="312674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6" name="墨迹 15"/>
              <p14:cNvContentPartPr/>
              <p14:nvPr/>
            </p14:nvContentPartPr>
            <p14:xfrm>
              <a:off x="3225800" y="2039620"/>
              <a:ext cx="149225" cy="37338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4"/>
            </p:blipFill>
            <p:spPr>
              <a:xfrm>
                <a:off x="3225800" y="2039620"/>
                <a:ext cx="149225" cy="373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1" name="墨迹 20"/>
              <p14:cNvContentPartPr/>
              <p14:nvPr/>
            </p14:nvContentPartPr>
            <p14:xfrm>
              <a:off x="3375025" y="1948180"/>
              <a:ext cx="132715" cy="20764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6"/>
            </p:blipFill>
            <p:spPr>
              <a:xfrm>
                <a:off x="3375025" y="1948180"/>
                <a:ext cx="132715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2" name="墨迹 21"/>
              <p14:cNvContentPartPr/>
              <p14:nvPr/>
            </p14:nvContentPartPr>
            <p14:xfrm>
              <a:off x="5008880" y="2421255"/>
              <a:ext cx="431800" cy="4953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8"/>
            </p:blipFill>
            <p:spPr>
              <a:xfrm>
                <a:off x="5008880" y="2421255"/>
                <a:ext cx="43180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3" name="墨迹 22"/>
              <p14:cNvContentPartPr/>
              <p14:nvPr/>
            </p14:nvContentPartPr>
            <p14:xfrm>
              <a:off x="2205990" y="1840865"/>
              <a:ext cx="572135" cy="83756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10"/>
            </p:blipFill>
            <p:spPr>
              <a:xfrm>
                <a:off x="2205990" y="1840865"/>
                <a:ext cx="572135" cy="8375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4" name="墨迹 23"/>
              <p14:cNvContentPartPr/>
              <p14:nvPr/>
            </p14:nvContentPartPr>
            <p14:xfrm>
              <a:off x="2960370" y="5373370"/>
              <a:ext cx="2305685" cy="13271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12"/>
            </p:blipFill>
            <p:spPr>
              <a:xfrm>
                <a:off x="2960370" y="5373370"/>
                <a:ext cx="230568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5" name="墨迹 24"/>
              <p14:cNvContentPartPr/>
              <p14:nvPr/>
            </p14:nvContentPartPr>
            <p14:xfrm>
              <a:off x="3690620" y="1990090"/>
              <a:ext cx="962025" cy="58864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4"/>
            </p:blipFill>
            <p:spPr>
              <a:xfrm>
                <a:off x="3690620" y="1990090"/>
                <a:ext cx="962025" cy="588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6" name="墨迹 25"/>
              <p14:cNvContentPartPr/>
              <p14:nvPr/>
            </p14:nvContentPartPr>
            <p14:xfrm>
              <a:off x="8724900" y="1674495"/>
              <a:ext cx="887095" cy="34036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16"/>
            </p:blipFill>
            <p:spPr>
              <a:xfrm>
                <a:off x="8724900" y="1674495"/>
                <a:ext cx="887095" cy="340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7" name="墨迹 26"/>
              <p14:cNvContentPartPr/>
              <p14:nvPr/>
            </p14:nvContentPartPr>
            <p14:xfrm>
              <a:off x="8749665" y="2976880"/>
              <a:ext cx="306705" cy="16573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18"/>
            </p:blipFill>
            <p:spPr>
              <a:xfrm>
                <a:off x="8749665" y="2976880"/>
                <a:ext cx="30670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8" name="墨迹 27"/>
              <p14:cNvContentPartPr/>
              <p14:nvPr/>
            </p14:nvContentPartPr>
            <p14:xfrm>
              <a:off x="8857615" y="2910205"/>
              <a:ext cx="182245" cy="29845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0"/>
            </p:blipFill>
            <p:spPr>
              <a:xfrm>
                <a:off x="8857615" y="2910205"/>
                <a:ext cx="182245" cy="298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9" name="墨迹 28"/>
              <p14:cNvContentPartPr/>
              <p14:nvPr/>
            </p14:nvContentPartPr>
            <p14:xfrm>
              <a:off x="6817360" y="2362835"/>
              <a:ext cx="671830" cy="9144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2"/>
            </p:blipFill>
            <p:spPr>
              <a:xfrm>
                <a:off x="6817360" y="2362835"/>
                <a:ext cx="671830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30" name="墨迹 29"/>
              <p14:cNvContentPartPr/>
              <p14:nvPr/>
            </p14:nvContentPartPr>
            <p14:xfrm>
              <a:off x="3027045" y="2388235"/>
              <a:ext cx="281940" cy="2476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4"/>
            </p:blipFill>
            <p:spPr>
              <a:xfrm>
                <a:off x="3027045" y="2388235"/>
                <a:ext cx="281940" cy="24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31" name="墨迹 30"/>
              <p14:cNvContentPartPr/>
              <p14:nvPr/>
            </p14:nvContentPartPr>
            <p14:xfrm>
              <a:off x="5871845" y="3167380"/>
              <a:ext cx="257175" cy="38163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26"/>
            </p:blipFill>
            <p:spPr>
              <a:xfrm>
                <a:off x="5871845" y="3167380"/>
                <a:ext cx="257175" cy="381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33" name="墨迹 32"/>
              <p14:cNvContentPartPr/>
              <p14:nvPr/>
            </p14:nvContentPartPr>
            <p14:xfrm>
              <a:off x="6502400" y="3432810"/>
              <a:ext cx="381000" cy="1651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28"/>
            </p:blipFill>
            <p:spPr>
              <a:xfrm>
                <a:off x="6502400" y="3432810"/>
                <a:ext cx="38100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34" name="墨迹 33"/>
              <p14:cNvContentPartPr/>
              <p14:nvPr/>
            </p14:nvContentPartPr>
            <p14:xfrm>
              <a:off x="7223760" y="3275330"/>
              <a:ext cx="49530" cy="34798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30"/>
            </p:blipFill>
            <p:spPr>
              <a:xfrm>
                <a:off x="7223760" y="3275330"/>
                <a:ext cx="49530" cy="347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36" name="墨迹 35"/>
              <p14:cNvContentPartPr/>
              <p14:nvPr/>
            </p14:nvContentPartPr>
            <p14:xfrm>
              <a:off x="7289800" y="3225800"/>
              <a:ext cx="182880" cy="38100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32"/>
            </p:blipFill>
            <p:spPr>
              <a:xfrm>
                <a:off x="7289800" y="3225800"/>
                <a:ext cx="182880" cy="381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37" name="墨迹 36"/>
              <p14:cNvContentPartPr/>
              <p14:nvPr/>
            </p14:nvContentPartPr>
            <p14:xfrm>
              <a:off x="5813425" y="3830955"/>
              <a:ext cx="182880" cy="24892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34"/>
            </p:blipFill>
            <p:spPr>
              <a:xfrm>
                <a:off x="5813425" y="3830955"/>
                <a:ext cx="182880" cy="2489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38" name="墨迹 37"/>
              <p14:cNvContentPartPr/>
              <p14:nvPr/>
            </p14:nvContentPartPr>
            <p14:xfrm>
              <a:off x="6402705" y="3996690"/>
              <a:ext cx="455930" cy="6667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36"/>
            </p:blipFill>
            <p:spPr>
              <a:xfrm>
                <a:off x="6402705" y="3996690"/>
                <a:ext cx="455930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9" name="墨迹 38"/>
              <p14:cNvContentPartPr/>
              <p14:nvPr/>
            </p14:nvContentPartPr>
            <p14:xfrm>
              <a:off x="7124065" y="3847465"/>
              <a:ext cx="74930" cy="30670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38"/>
            </p:blipFill>
            <p:spPr>
              <a:xfrm>
                <a:off x="7124065" y="3847465"/>
                <a:ext cx="74930" cy="30670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价值函数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策略回答“怎么做”，价值函数回答“值不值得”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06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19240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3B74D7"/>
                </a:solidFill>
              </a:defRPr>
            </a:pPr>
            <a:r>
              <a:rPr sz="1875" b="1">
                <a:solidFill>
                  <a:srgbClr val="3B74D7"/>
                </a:solidFill>
              </a:rPr>
              <a:t>状态价值 Vπ(s)</a:t>
            </a:r>
            <a:endParaRPr sz="1875" b="1">
              <a:solidFill>
                <a:srgbClr val="3B74D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24003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07086"/>
                </a:solidFill>
              </a:defRPr>
            </a:pPr>
            <a:r>
              <a:rPr sz="1350" b="0">
                <a:solidFill>
                  <a:srgbClr val="607086"/>
                </a:solidFill>
              </a:rPr>
              <a:t>从状态 s 出发，遵循策略 π 的长期回报</a:t>
            </a:r>
            <a:endParaRPr sz="1350" b="0">
              <a:solidFill>
                <a:srgbClr val="60708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933700"/>
            <a:ext cx="4286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动作价值 Qπ(s,a)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638800" y="1924050"/>
            <a:ext cx="19050" cy="304800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19240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E9E91"/>
                </a:solidFill>
              </a:defRPr>
            </a:pPr>
            <a:r>
              <a:rPr sz="1875" b="1">
                <a:solidFill>
                  <a:srgbClr val="1E9E91"/>
                </a:solidFill>
              </a:rPr>
              <a:t>先采取行动 a，再遵循 π 的长期回报</a:t>
            </a:r>
            <a:endParaRPr sz="1875" b="1">
              <a:solidFill>
                <a:srgbClr val="1E9E9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24003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07086"/>
                </a:solidFill>
              </a:defRPr>
            </a:pPr>
            <a:r>
              <a:rPr sz="1350" b="0">
                <a:solidFill>
                  <a:srgbClr val="607086"/>
                </a:solidFill>
              </a:rPr>
              <a:t>策略 π(a|s)</a:t>
            </a:r>
            <a:endParaRPr sz="1350" b="0">
              <a:solidFill>
                <a:srgbClr val="60708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0" y="2933700"/>
            <a:ext cx="4286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给出每个状态下的行动分布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04850" y="4762500"/>
            <a:ext cx="9772650" cy="800100"/>
          </a:xfrm>
          <a:prstGeom prst="roundRect">
            <a:avLst>
              <a:gd name="adj" fmla="val 14286"/>
            </a:avLst>
          </a:prstGeom>
          <a:solidFill>
            <a:srgbClr val="FFF0E8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4933950"/>
            <a:ext cx="9277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F26B38"/>
                </a:solidFill>
              </a:defRPr>
            </a:pPr>
            <a:r>
              <a:rPr sz="1725" b="1">
                <a:solidFill>
                  <a:srgbClr val="F26B38"/>
                </a:solidFill>
              </a:rPr>
              <a:t>联系</a:t>
            </a:r>
            <a:endParaRPr sz="1725" b="1">
              <a:solidFill>
                <a:srgbClr val="F26B38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用价值评估策略，再用评估改进策略</a:t>
            </a:r>
            <a:endParaRPr sz="750" b="0">
              <a:solidFill>
                <a:srgbClr val="607086"/>
              </a:solidFill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767715" y="2838450"/>
            <a:ext cx="6096000" cy="368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State Value: v = E[(t -&gt; t’)] on Sa</a:t>
            </a:r>
          </a:p>
        </p:txBody>
      </p:sp>
      <p:pic>
        <p:nvPicPr>
          <p:cNvPr id="34" name="Picture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110865" y="4149090"/>
            <a:ext cx="5969635" cy="2324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6" name="墨迹 15"/>
              <p14:cNvContentPartPr/>
              <p14:nvPr/>
            </p14:nvContentPartPr>
            <p14:xfrm>
              <a:off x="1111250" y="2188845"/>
              <a:ext cx="1501140" cy="18224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3"/>
            </p:blipFill>
            <p:spPr>
              <a:xfrm>
                <a:off x="1111250" y="2188845"/>
                <a:ext cx="1501140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8" name="墨迹 17"/>
              <p14:cNvContentPartPr/>
              <p14:nvPr/>
            </p14:nvContentPartPr>
            <p14:xfrm>
              <a:off x="2205990" y="2802890"/>
              <a:ext cx="497205" cy="49720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5"/>
            </p:blipFill>
            <p:spPr>
              <a:xfrm>
                <a:off x="2205990" y="2802890"/>
                <a:ext cx="497205" cy="497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9" name="墨迹 18"/>
              <p14:cNvContentPartPr/>
              <p14:nvPr/>
            </p14:nvContentPartPr>
            <p14:xfrm>
              <a:off x="2919095" y="3524250"/>
              <a:ext cx="140970" cy="34798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7"/>
            </p:blipFill>
            <p:spPr>
              <a:xfrm>
                <a:off x="2919095" y="3524250"/>
                <a:ext cx="140970" cy="3479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20" name="墨迹 19"/>
              <p14:cNvContentPartPr/>
              <p14:nvPr/>
            </p14:nvContentPartPr>
            <p14:xfrm>
              <a:off x="2853055" y="3598545"/>
              <a:ext cx="347980" cy="5016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9"/>
            </p:blipFill>
            <p:spPr>
              <a:xfrm>
                <a:off x="2853055" y="3598545"/>
                <a:ext cx="347980" cy="50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21" name="墨迹 20"/>
              <p14:cNvContentPartPr/>
              <p14:nvPr/>
            </p14:nvContentPartPr>
            <p14:xfrm>
              <a:off x="3682365" y="3557270"/>
              <a:ext cx="588645" cy="14097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11"/>
            </p:blipFill>
            <p:spPr>
              <a:xfrm>
                <a:off x="3682365" y="3557270"/>
                <a:ext cx="588645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22" name="墨迹 21"/>
              <p14:cNvContentPartPr/>
              <p14:nvPr/>
            </p14:nvContentPartPr>
            <p14:xfrm>
              <a:off x="4163060" y="3457575"/>
              <a:ext cx="207645" cy="20764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13"/>
            </p:blipFill>
            <p:spPr>
              <a:xfrm>
                <a:off x="4163060" y="3457575"/>
                <a:ext cx="207645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23" name="墨迹 22"/>
              <p14:cNvContentPartPr/>
              <p14:nvPr/>
            </p14:nvContentPartPr>
            <p14:xfrm>
              <a:off x="4644390" y="3391535"/>
              <a:ext cx="90805" cy="29845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15"/>
            </p:blipFill>
            <p:spPr>
              <a:xfrm>
                <a:off x="4644390" y="3391535"/>
                <a:ext cx="90805" cy="298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24" name="墨迹 23"/>
              <p14:cNvContentPartPr/>
              <p14:nvPr/>
            </p14:nvContentPartPr>
            <p14:xfrm>
              <a:off x="4528185" y="3457575"/>
              <a:ext cx="373380" cy="5016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17"/>
            </p:blipFill>
            <p:spPr>
              <a:xfrm>
                <a:off x="4528185" y="3457575"/>
                <a:ext cx="373380" cy="501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25" name="墨迹 24"/>
              <p14:cNvContentPartPr/>
              <p14:nvPr/>
            </p14:nvContentPartPr>
            <p14:xfrm>
              <a:off x="5100320" y="3242310"/>
              <a:ext cx="99695" cy="15748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9"/>
            </p:blipFill>
            <p:spPr>
              <a:xfrm>
                <a:off x="5100320" y="3242310"/>
                <a:ext cx="9969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26" name="墨迹 25"/>
              <p14:cNvContentPartPr/>
              <p14:nvPr/>
            </p14:nvContentPartPr>
            <p14:xfrm>
              <a:off x="2869565" y="3598545"/>
              <a:ext cx="2065020" cy="53911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1"/>
            </p:blipFill>
            <p:spPr>
              <a:xfrm>
                <a:off x="2869565" y="3598545"/>
                <a:ext cx="2065020" cy="5391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27" name="墨迹 26"/>
              <p14:cNvContentPartPr/>
              <p14:nvPr/>
            </p14:nvContentPartPr>
            <p14:xfrm>
              <a:off x="3590925" y="4071620"/>
              <a:ext cx="240665" cy="41465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23"/>
            </p:blipFill>
            <p:spPr>
              <a:xfrm>
                <a:off x="3590925" y="4071620"/>
                <a:ext cx="240665" cy="414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28" name="墨迹 27"/>
              <p14:cNvContentPartPr/>
              <p14:nvPr/>
            </p14:nvContentPartPr>
            <p14:xfrm>
              <a:off x="3682365" y="4262120"/>
              <a:ext cx="339725" cy="33972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5"/>
            </p:blipFill>
            <p:spPr>
              <a:xfrm>
                <a:off x="3682365" y="4262120"/>
                <a:ext cx="339725" cy="339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9" name="墨迹 28"/>
              <p14:cNvContentPartPr/>
              <p14:nvPr/>
            </p14:nvContentPartPr>
            <p14:xfrm>
              <a:off x="3466465" y="2819400"/>
              <a:ext cx="821055" cy="43942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7"/>
            </p:blipFill>
            <p:spPr>
              <a:xfrm>
                <a:off x="3466465" y="2819400"/>
                <a:ext cx="821055" cy="439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30" name="墨迹 29"/>
              <p14:cNvContentPartPr/>
              <p14:nvPr/>
            </p14:nvContentPartPr>
            <p14:xfrm>
              <a:off x="6278245" y="2653030"/>
              <a:ext cx="912495" cy="13271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9"/>
            </p:blipFill>
            <p:spPr>
              <a:xfrm>
                <a:off x="6278245" y="2653030"/>
                <a:ext cx="912495" cy="13271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Bellman 递推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长期最优可以被拆成“一步奖励 + 未来价值”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07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704850" y="1790700"/>
            <a:ext cx="457200" cy="457200"/>
          </a:xfrm>
          <a:prstGeom prst="ellipse">
            <a:avLst/>
          </a:prstGeom>
          <a:solidFill>
            <a:srgbClr val="3B74D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7907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000" b="1">
                <a:solidFill>
                  <a:schemeClr val="tx1"/>
                </a:solidFill>
              </a:rPr>
              <a:t>当前状态</a:t>
            </a:r>
            <a:endParaRPr sz="1000" b="1">
              <a:solidFill>
                <a:schemeClr val="tx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09700" y="17907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3B74D7"/>
                </a:solidFill>
              </a:defRPr>
            </a:pPr>
            <a:r>
              <a:rPr sz="1425" b="1">
                <a:solidFill>
                  <a:srgbClr val="3B74D7"/>
                </a:solidFill>
              </a:rPr>
              <a:t>选择行动</a:t>
            </a:r>
            <a:endParaRPr sz="1425" b="1">
              <a:solidFill>
                <a:srgbClr val="3B74D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971800" y="179070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获得奖励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23925" y="2305050"/>
            <a:ext cx="19050" cy="400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704850" y="2762250"/>
            <a:ext cx="457200" cy="457200"/>
          </a:xfrm>
          <a:prstGeom prst="ellipse">
            <a:avLst/>
          </a:prstGeom>
          <a:solidFill>
            <a:srgbClr val="C94747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27622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000" b="1">
                <a:solidFill>
                  <a:schemeClr val="tx1"/>
                </a:solidFill>
              </a:rPr>
              <a:t>进入下一状态</a:t>
            </a:r>
            <a:endParaRPr sz="1000" b="1">
              <a:solidFill>
                <a:schemeClr val="tx1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09700" y="27622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C94747"/>
                </a:solidFill>
              </a:defRPr>
            </a:pPr>
            <a:r>
              <a:rPr sz="1425" b="1">
                <a:solidFill>
                  <a:srgbClr val="C94747"/>
                </a:solidFill>
              </a:rPr>
              <a:t>Vπ(s)</a:t>
            </a:r>
            <a:endParaRPr sz="1425" b="1">
              <a:solidFill>
                <a:srgbClr val="C94747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71800" y="27622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= E[r + γVπ(s′)]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23925" y="3276600"/>
            <a:ext cx="19050" cy="400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704850" y="3733800"/>
            <a:ext cx="457200" cy="457200"/>
          </a:xfrm>
          <a:prstGeom prst="ellipse">
            <a:avLst/>
          </a:prstGeom>
          <a:solidFill>
            <a:srgbClr val="3B74D7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04850" y="37338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000" b="1">
                <a:solidFill>
                  <a:schemeClr val="tx1"/>
                </a:solidFill>
              </a:rPr>
              <a:t>Qπ(s,a)</a:t>
            </a:r>
            <a:endParaRPr sz="1000" b="1">
              <a:solidFill>
                <a:schemeClr val="tx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409700" y="3733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3B74D7"/>
                </a:solidFill>
              </a:defRPr>
            </a:pPr>
            <a:r>
              <a:rPr sz="1425" b="1">
                <a:solidFill>
                  <a:srgbClr val="3B74D7"/>
                </a:solidFill>
              </a:rPr>
              <a:t>= E[r + γ max Q(s′,a′)]</a:t>
            </a:r>
            <a:endParaRPr sz="1425" b="1">
              <a:solidFill>
                <a:srgbClr val="3B74D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971800" y="373380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这使我们可以用采样数据逐步逼近价值，而不必枚举所有完整轨迹。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3925" y="4248150"/>
            <a:ext cx="19050" cy="400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704850" y="4705350"/>
            <a:ext cx="457200" cy="457200"/>
          </a:xfrm>
          <a:prstGeom prst="ellipse">
            <a:avLst/>
          </a:prstGeom>
          <a:solidFill>
            <a:srgbClr val="1E9E91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04850" y="47053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000" b="1">
                <a:solidFill>
                  <a:schemeClr val="tx1"/>
                </a:solidFill>
              </a:rPr>
              <a:t>TD</a:t>
            </a:r>
            <a:endParaRPr sz="1000" b="1">
              <a:solidFill>
                <a:schemeClr val="tx1"/>
              </a:solidFill>
            </a:endParaRPr>
          </a:p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000" b="1">
                <a:solidFill>
                  <a:schemeClr val="tx1"/>
                </a:solidFill>
              </a:rPr>
              <a:t>更新</a:t>
            </a:r>
            <a:endParaRPr sz="1000" b="1">
              <a:solidFill>
                <a:schemeClr val="tx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09700" y="47053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1E9E91"/>
                </a:solidFill>
              </a:defRPr>
            </a:pPr>
            <a:r>
              <a:rPr sz="1425" b="1">
                <a:solidFill>
                  <a:srgbClr val="1E9E91"/>
                </a:solidFill>
              </a:rPr>
              <a:t>学习目标</a:t>
            </a:r>
            <a:endParaRPr sz="1425" b="1">
              <a:solidFill>
                <a:srgbClr val="1E9E9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971800" y="47053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用即时奖励与下一状态的价值估计，更新当前价值函数。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04850" y="5715000"/>
            <a:ext cx="10077450" cy="438150"/>
          </a:xfrm>
          <a:prstGeom prst="roundRect">
            <a:avLst>
              <a:gd name="adj" fmla="val 26087"/>
            </a:avLst>
          </a:prstGeom>
          <a:solidFill>
            <a:srgbClr val="FFF0E8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76300" y="5743575"/>
            <a:ext cx="9734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F26B38"/>
                </a:solidFill>
              </a:defRPr>
            </a:pPr>
            <a:r>
              <a:rPr sz="1575" b="1">
                <a:solidFill>
                  <a:srgbClr val="F26B38"/>
                </a:solidFill>
              </a:rPr>
              <a:t>关键：当前价值只需要即时奖励与下一状态的价值估计。</a:t>
            </a:r>
            <a:endParaRPr sz="1575" b="1">
              <a:solidFill>
                <a:srgbClr val="F26B38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来源：Bellman 方程 · 强化学习课程</a:t>
            </a:r>
            <a:endParaRPr sz="750" b="0">
              <a:solidFill>
                <a:srgbClr val="60708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8" name="墨迹 27"/>
              <p14:cNvContentPartPr/>
              <p14:nvPr/>
            </p14:nvContentPartPr>
            <p14:xfrm>
              <a:off x="1642110" y="2097405"/>
              <a:ext cx="2205990" cy="9969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"/>
            </p:blipFill>
            <p:spPr>
              <a:xfrm>
                <a:off x="1642110" y="2097405"/>
                <a:ext cx="220599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9" name="墨迹 28"/>
              <p14:cNvContentPartPr/>
              <p14:nvPr/>
            </p14:nvContentPartPr>
            <p14:xfrm>
              <a:off x="1036320" y="3126105"/>
              <a:ext cx="3475355" cy="14922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4"/>
            </p:blipFill>
            <p:spPr>
              <a:xfrm>
                <a:off x="1036320" y="3126105"/>
                <a:ext cx="3475355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0" name="墨迹 29"/>
              <p14:cNvContentPartPr/>
              <p14:nvPr/>
            </p14:nvContentPartPr>
            <p14:xfrm>
              <a:off x="4304030" y="4129405"/>
              <a:ext cx="2181225" cy="7493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6"/>
            </p:blipFill>
            <p:spPr>
              <a:xfrm>
                <a:off x="4304030" y="4129405"/>
                <a:ext cx="218122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1" name="墨迹 30"/>
              <p14:cNvContentPartPr/>
              <p14:nvPr/>
            </p14:nvContentPartPr>
            <p14:xfrm>
              <a:off x="1450975" y="4088130"/>
              <a:ext cx="887730" cy="16573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8"/>
            </p:blipFill>
            <p:spPr>
              <a:xfrm>
                <a:off x="1450975" y="4088130"/>
                <a:ext cx="88773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2" name="墨迹 31"/>
              <p14:cNvContentPartPr/>
              <p14:nvPr/>
            </p14:nvContentPartPr>
            <p14:xfrm>
              <a:off x="911860" y="3913505"/>
              <a:ext cx="240665" cy="7493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10"/>
            </p:blipFill>
            <p:spPr>
              <a:xfrm>
                <a:off x="911860" y="3913505"/>
                <a:ext cx="240665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33" name="墨迹 32"/>
              <p14:cNvContentPartPr/>
              <p14:nvPr/>
            </p14:nvContentPartPr>
            <p14:xfrm>
              <a:off x="6195060" y="2230120"/>
              <a:ext cx="199390" cy="3365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12"/>
            </p:blipFill>
            <p:spPr>
              <a:xfrm>
                <a:off x="6195060" y="2230120"/>
                <a:ext cx="199390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34" name="墨迹 33"/>
              <p14:cNvContentPartPr/>
              <p14:nvPr/>
            </p14:nvContentPartPr>
            <p14:xfrm>
              <a:off x="6078855" y="2272030"/>
              <a:ext cx="174625" cy="290195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14"/>
            </p:blipFill>
            <p:spPr>
              <a:xfrm>
                <a:off x="6078855" y="2272030"/>
                <a:ext cx="174625" cy="2901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35" name="墨迹 34"/>
              <p14:cNvContentPartPr/>
              <p14:nvPr/>
            </p14:nvContentPartPr>
            <p14:xfrm>
              <a:off x="6162040" y="2396490"/>
              <a:ext cx="173990" cy="1651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16"/>
            </p:blipFill>
            <p:spPr>
              <a:xfrm>
                <a:off x="6162040" y="2396490"/>
                <a:ext cx="17399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36" name="墨迹 35"/>
              <p14:cNvContentPartPr/>
              <p14:nvPr/>
            </p14:nvContentPartPr>
            <p14:xfrm>
              <a:off x="6153785" y="2520950"/>
              <a:ext cx="173990" cy="4127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18"/>
            </p:blipFill>
            <p:spPr>
              <a:xfrm>
                <a:off x="6153785" y="2520950"/>
                <a:ext cx="173990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37" name="墨迹 36"/>
              <p14:cNvContentPartPr/>
              <p14:nvPr/>
            </p14:nvContentPartPr>
            <p14:xfrm>
              <a:off x="6551930" y="2272030"/>
              <a:ext cx="149225" cy="20701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20"/>
            </p:blipFill>
            <p:spPr>
              <a:xfrm>
                <a:off x="6551930" y="2272030"/>
                <a:ext cx="149225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38" name="墨迹 37"/>
              <p14:cNvContentPartPr/>
              <p14:nvPr/>
            </p14:nvContentPartPr>
            <p14:xfrm>
              <a:off x="6668135" y="2272030"/>
              <a:ext cx="265430" cy="30670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22"/>
            </p:blipFill>
            <p:spPr>
              <a:xfrm>
                <a:off x="6668135" y="2272030"/>
                <a:ext cx="265430" cy="306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39" name="墨迹 38"/>
              <p14:cNvContentPartPr/>
              <p14:nvPr/>
            </p14:nvContentPartPr>
            <p14:xfrm>
              <a:off x="8053070" y="1434465"/>
              <a:ext cx="157480" cy="30670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24"/>
            </p:blipFill>
            <p:spPr>
              <a:xfrm>
                <a:off x="8053070" y="1434465"/>
                <a:ext cx="157480" cy="306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40" name="墨迹 39"/>
              <p14:cNvContentPartPr/>
              <p14:nvPr/>
            </p14:nvContentPartPr>
            <p14:xfrm>
              <a:off x="8077835" y="1359535"/>
              <a:ext cx="257175" cy="45593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26"/>
            </p:blipFill>
            <p:spPr>
              <a:xfrm>
                <a:off x="8077835" y="1359535"/>
                <a:ext cx="257175" cy="455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41" name="墨迹 40"/>
              <p14:cNvContentPartPr/>
              <p14:nvPr/>
            </p14:nvContentPartPr>
            <p14:xfrm>
              <a:off x="8467725" y="1492250"/>
              <a:ext cx="207645" cy="27368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28"/>
            </p:blipFill>
            <p:spPr>
              <a:xfrm>
                <a:off x="8467725" y="1492250"/>
                <a:ext cx="207645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42" name="墨迹 41"/>
              <p14:cNvContentPartPr/>
              <p14:nvPr/>
            </p14:nvContentPartPr>
            <p14:xfrm>
              <a:off x="8517255" y="1608455"/>
              <a:ext cx="207645" cy="198755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30"/>
            </p:blipFill>
            <p:spPr>
              <a:xfrm>
                <a:off x="8517255" y="1608455"/>
                <a:ext cx="207645" cy="198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43" name="墨迹 42"/>
              <p14:cNvContentPartPr/>
              <p14:nvPr/>
            </p14:nvContentPartPr>
            <p14:xfrm>
              <a:off x="8816340" y="1608455"/>
              <a:ext cx="182245" cy="20701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32"/>
            </p:blipFill>
            <p:spPr>
              <a:xfrm>
                <a:off x="8816340" y="1608455"/>
                <a:ext cx="182245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44" name="墨迹 43"/>
              <p14:cNvContentPartPr/>
              <p14:nvPr/>
            </p14:nvContentPartPr>
            <p14:xfrm>
              <a:off x="8990330" y="1575435"/>
              <a:ext cx="265430" cy="29845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34"/>
            </p:blipFill>
            <p:spPr>
              <a:xfrm>
                <a:off x="8990330" y="1575435"/>
                <a:ext cx="265430" cy="298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45" name="墨迹 44"/>
              <p14:cNvContentPartPr/>
              <p14:nvPr/>
            </p14:nvContentPartPr>
            <p14:xfrm>
              <a:off x="762635" y="5033010"/>
              <a:ext cx="1791335" cy="18288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36"/>
            </p:blipFill>
            <p:spPr>
              <a:xfrm>
                <a:off x="762635" y="5033010"/>
                <a:ext cx="1791335" cy="182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46" name="墨迹 45"/>
              <p14:cNvContentPartPr/>
              <p14:nvPr/>
            </p14:nvContentPartPr>
            <p14:xfrm>
              <a:off x="5241290" y="6036945"/>
              <a:ext cx="1119505" cy="6604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38"/>
            </p:blipFill>
            <p:spPr>
              <a:xfrm>
                <a:off x="5241290" y="6036945"/>
                <a:ext cx="1119505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47" name="墨迹 46"/>
              <p14:cNvContentPartPr/>
              <p14:nvPr/>
            </p14:nvContentPartPr>
            <p14:xfrm>
              <a:off x="6170295" y="6011545"/>
              <a:ext cx="1252220" cy="12446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40"/>
            </p:blipFill>
            <p:spPr>
              <a:xfrm>
                <a:off x="6170295" y="6011545"/>
                <a:ext cx="1252220" cy="1244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算法地图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强化学习的核心路线并不相同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08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8859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E9E91"/>
                </a:solidFill>
              </a:defRPr>
            </a:pPr>
            <a:r>
              <a:rPr sz="1800" b="1">
                <a:solidFill>
                  <a:srgbClr val="1E9E91"/>
                </a:solidFill>
              </a:rPr>
              <a:t>基于价值</a:t>
            </a:r>
            <a:endParaRPr sz="1800" b="1">
              <a:solidFill>
                <a:srgbClr val="1E9E9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2400300"/>
            <a:ext cx="4476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学习 Q 或 V，再选择估值最高的行动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191250" y="18859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C94747"/>
                </a:solidFill>
              </a:defRPr>
            </a:pPr>
            <a:r>
              <a:rPr sz="1800" b="1">
                <a:solidFill>
                  <a:srgbClr val="C94747"/>
                </a:solidFill>
              </a:rPr>
              <a:t>代表：Q-learning、DQN</a:t>
            </a:r>
            <a:endParaRPr sz="1800" b="1">
              <a:solidFill>
                <a:srgbClr val="C94747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2400300"/>
            <a:ext cx="4476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基于策略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619750" y="1885950"/>
            <a:ext cx="19050" cy="262890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66750" y="4362450"/>
            <a:ext cx="10001250" cy="1066800"/>
          </a:xfrm>
          <a:prstGeom prst="roundRect">
            <a:avLst>
              <a:gd name="adj" fmla="val 10714"/>
            </a:avLst>
          </a:prstGeom>
          <a:solidFill>
            <a:srgbClr val="F2EEE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27575" y="4572000"/>
            <a:ext cx="263080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172A46"/>
                </a:solidFill>
              </a:defRPr>
            </a:pPr>
            <a:r>
              <a:rPr sz="1800" b="1">
                <a:solidFill>
                  <a:srgbClr val="172A46"/>
                </a:solidFill>
              </a:rPr>
              <a:t>直接优化 πθ(a|s)，适合连续或复杂动作</a:t>
            </a:r>
            <a:endParaRPr sz="1800" b="1">
              <a:solidFill>
                <a:srgbClr val="172A4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代表：REINFORCE、PPO</a:t>
            </a:r>
            <a:endParaRPr sz="750" b="0">
              <a:solidFill>
                <a:srgbClr val="607086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6225" y="2493010"/>
            <a:ext cx="4023379" cy="397509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" y="2454275"/>
            <a:ext cx="4446270" cy="37299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6" name="墨迹 15"/>
              <p14:cNvContentPartPr/>
              <p14:nvPr/>
            </p14:nvContentPartPr>
            <p14:xfrm>
              <a:off x="1276985" y="2321560"/>
              <a:ext cx="713105" cy="51435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4"/>
            </p:blipFill>
            <p:spPr>
              <a:xfrm>
                <a:off x="1276985" y="2321560"/>
                <a:ext cx="713105" cy="514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7" name="墨迹 16"/>
              <p14:cNvContentPartPr/>
              <p14:nvPr/>
            </p14:nvContentPartPr>
            <p14:xfrm>
              <a:off x="721360" y="2164080"/>
              <a:ext cx="1484630" cy="18224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6"/>
            </p:blipFill>
            <p:spPr>
              <a:xfrm>
                <a:off x="721360" y="2164080"/>
                <a:ext cx="1484630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8" name="墨迹 17"/>
              <p14:cNvContentPartPr/>
              <p14:nvPr/>
            </p14:nvContentPartPr>
            <p14:xfrm>
              <a:off x="6950075" y="2247265"/>
              <a:ext cx="1882775" cy="825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8"/>
            </p:blipFill>
            <p:spPr>
              <a:xfrm>
                <a:off x="6950075" y="2247265"/>
                <a:ext cx="1882775" cy="825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DQN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深度网络让价值学习能够处理高维状态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09</a:t>
            </a:r>
            <a:endParaRPr sz="900" b="1">
              <a:solidFill>
                <a:srgbClr val="607086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l="922" r="624"/>
          <a:stretch>
            <a:fillRect/>
          </a:stretch>
        </p:blipFill>
        <p:spPr>
          <a:xfrm>
            <a:off x="407035" y="1752600"/>
            <a:ext cx="4897120" cy="417195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5619750" y="19431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F26B38"/>
                </a:solidFill>
              </a:defRPr>
            </a:pPr>
            <a:r>
              <a:rPr sz="2100" b="1">
                <a:solidFill>
                  <a:srgbClr val="F26B38"/>
                </a:solidFill>
              </a:rPr>
              <a:t>输入状态 s</a:t>
            </a:r>
            <a:endParaRPr sz="2100" b="1">
              <a:solidFill>
                <a:srgbClr val="F26B3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619750" y="245745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神经网络输出各行动的 Q(s,a)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619750" y="37338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3B74D7"/>
                </a:solidFill>
              </a:defRPr>
            </a:pPr>
            <a:r>
              <a:rPr sz="2100" b="1">
                <a:solidFill>
                  <a:srgbClr val="3B74D7"/>
                </a:solidFill>
              </a:rPr>
              <a:t>经验回放</a:t>
            </a:r>
            <a:endParaRPr sz="2100" b="1">
              <a:solidFill>
                <a:srgbClr val="3B74D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619750" y="4248150"/>
            <a:ext cx="4953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152235"/>
                </a:solidFill>
              </a:defRPr>
            </a:pPr>
            <a:r>
              <a:rPr sz="1500" b="0">
                <a:solidFill>
                  <a:srgbClr val="152235"/>
                </a:solidFill>
              </a:rPr>
              <a:t>打散样本相关性，提升数据利用率</a:t>
            </a:r>
            <a:endParaRPr sz="1500" b="0">
              <a:solidFill>
                <a:srgbClr val="152235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619750" y="5429250"/>
            <a:ext cx="5238750" cy="552450"/>
          </a:xfrm>
          <a:prstGeom prst="roundRect">
            <a:avLst>
              <a:gd name="adj" fmla="val 20690"/>
            </a:avLst>
          </a:prstGeom>
          <a:solidFill>
            <a:srgbClr val="E9F2F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829300" y="5514975"/>
            <a:ext cx="4819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172A46"/>
                </a:solidFill>
              </a:defRPr>
            </a:pPr>
            <a:r>
              <a:rPr sz="1575" b="1">
                <a:solidFill>
                  <a:srgbClr val="172A46"/>
                </a:solidFill>
              </a:rPr>
              <a:t>目标网络</a:t>
            </a:r>
            <a:endParaRPr sz="1575" b="1">
              <a:solidFill>
                <a:srgbClr val="172A4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延迟更新目标，抑制训练震荡</a:t>
            </a:r>
            <a:endParaRPr sz="750" b="0">
              <a:solidFill>
                <a:srgbClr val="60708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6352540" y="2362835"/>
              <a:ext cx="697230" cy="6667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6352540" y="2362835"/>
                <a:ext cx="697230" cy="6667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PPO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稳定的策略优化来自“更新幅度受控”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10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288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26B38"/>
                </a:solidFill>
              </a:defRPr>
            </a:pPr>
            <a:r>
              <a:rPr sz="1800" b="1">
                <a:solidFill>
                  <a:srgbClr val="F26B38"/>
                </a:solidFill>
              </a:rPr>
              <a:t>策略网络</a:t>
            </a:r>
            <a:endParaRPr sz="1800" b="1">
              <a:solidFill>
                <a:srgbClr val="F26B3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628900" y="18288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52235"/>
                </a:solidFill>
              </a:defRPr>
            </a:pPr>
            <a:r>
              <a:rPr sz="1500" b="1">
                <a:solidFill>
                  <a:srgbClr val="152235"/>
                </a:solidFill>
              </a:rPr>
              <a:t>直接输出行动分布 πθ(a|s)</a:t>
            </a:r>
            <a:endParaRPr sz="1500" b="1">
              <a:solidFill>
                <a:srgbClr val="15223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0" y="182880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07086"/>
                </a:solidFill>
              </a:defRPr>
            </a:pPr>
            <a:r>
              <a:rPr sz="1350" b="0">
                <a:solidFill>
                  <a:srgbClr val="607086"/>
                </a:solidFill>
              </a:rPr>
              <a:t>优势函数</a:t>
            </a:r>
            <a:endParaRPr sz="1350" b="0">
              <a:solidFill>
                <a:srgbClr val="60708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724150"/>
            <a:ext cx="10267950" cy="9525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31242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3B74D7"/>
                </a:solidFill>
              </a:defRPr>
            </a:pPr>
            <a:r>
              <a:rPr sz="1800" b="1">
                <a:solidFill>
                  <a:srgbClr val="3B74D7"/>
                </a:solidFill>
              </a:rPr>
              <a:t>衡量行动是否优于平均水平</a:t>
            </a:r>
            <a:endParaRPr sz="1800" b="1">
              <a:solidFill>
                <a:srgbClr val="3B74D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28900" y="31242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52235"/>
                </a:solidFill>
              </a:defRPr>
            </a:pPr>
            <a:r>
              <a:rPr sz="1500" b="1">
                <a:solidFill>
                  <a:srgbClr val="152235"/>
                </a:solidFill>
              </a:rPr>
              <a:t>裁剪目标</a:t>
            </a:r>
            <a:endParaRPr sz="1500" b="1">
              <a:solidFill>
                <a:srgbClr val="152235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0" y="312420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07086"/>
                </a:solidFill>
              </a:defRPr>
            </a:pPr>
            <a:r>
              <a:rPr sz="1350" b="0">
                <a:solidFill>
                  <a:srgbClr val="607086"/>
                </a:solidFill>
              </a:rPr>
              <a:t>限制一次更新过大，避免策略突然失稳</a:t>
            </a:r>
            <a:endParaRPr sz="1350" b="0">
              <a:solidFill>
                <a:srgbClr val="60708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4019550"/>
            <a:ext cx="10267950" cy="9525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44196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E9E91"/>
                </a:solidFill>
              </a:defRPr>
            </a:pPr>
            <a:r>
              <a:rPr sz="1800" b="1">
                <a:solidFill>
                  <a:srgbClr val="1E9E91"/>
                </a:solidFill>
              </a:rPr>
              <a:t>价值网络</a:t>
            </a:r>
            <a:endParaRPr sz="1800" b="1">
              <a:solidFill>
                <a:srgbClr val="1E9E9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28900" y="44196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152235"/>
                </a:solidFill>
              </a:defRPr>
            </a:pPr>
            <a:r>
              <a:rPr sz="1500" b="1">
                <a:solidFill>
                  <a:srgbClr val="152235"/>
                </a:solidFill>
              </a:rPr>
              <a:t>为策略提供低方差的评价信号</a:t>
            </a:r>
            <a:endParaRPr sz="1500" b="1">
              <a:solidFill>
                <a:srgbClr val="152235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0" y="441960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607086"/>
                </a:solidFill>
              </a:defRPr>
            </a:pPr>
            <a:r>
              <a:rPr sz="1350" b="0">
                <a:solidFill>
                  <a:srgbClr val="607086"/>
                </a:solidFill>
              </a:rPr>
              <a:t>适用场景</a:t>
            </a:r>
            <a:endParaRPr sz="1350" b="0">
              <a:solidFill>
                <a:srgbClr val="60708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5314950"/>
            <a:ext cx="10267950" cy="9525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5657850"/>
            <a:ext cx="10267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72A46"/>
                </a:solidFill>
              </a:defRPr>
            </a:pPr>
            <a:r>
              <a:rPr sz="1725" b="1">
                <a:solidFill>
                  <a:srgbClr val="172A46"/>
                </a:solidFill>
              </a:rPr>
              <a:t>连续控制、语言模型对齐、复杂决策</a:t>
            </a:r>
            <a:endParaRPr sz="1725" b="1">
              <a:solidFill>
                <a:srgbClr val="172A4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结论：PPO 是实用的 Actor–Critic 基线</a:t>
            </a:r>
            <a:endParaRPr sz="750" b="0">
              <a:solidFill>
                <a:srgbClr val="60708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0" name="墨迹 19"/>
              <p14:cNvContentPartPr/>
              <p14:nvPr/>
            </p14:nvContentPartPr>
            <p14:xfrm>
              <a:off x="464185" y="215265"/>
              <a:ext cx="605155" cy="46418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"/>
            </p:blipFill>
            <p:spPr>
              <a:xfrm>
                <a:off x="464185" y="215265"/>
                <a:ext cx="605155" cy="464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1" name="墨迹 20"/>
              <p14:cNvContentPartPr/>
              <p14:nvPr/>
            </p14:nvContentPartPr>
            <p14:xfrm>
              <a:off x="7348220" y="3582035"/>
              <a:ext cx="1036320" cy="10795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4"/>
            </p:blipFill>
            <p:spPr>
              <a:xfrm>
                <a:off x="7348220" y="3582035"/>
                <a:ext cx="103632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2" name="墨迹 21"/>
              <p14:cNvContentPartPr/>
              <p14:nvPr/>
            </p14:nvContentPartPr>
            <p14:xfrm>
              <a:off x="8409940" y="3623310"/>
              <a:ext cx="1301750" cy="7493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6"/>
            </p:blipFill>
            <p:spPr>
              <a:xfrm>
                <a:off x="8409940" y="3623310"/>
                <a:ext cx="1301750" cy="749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3" name="墨迹 22"/>
              <p14:cNvContentPartPr/>
              <p14:nvPr/>
            </p14:nvContentPartPr>
            <p14:xfrm>
              <a:off x="2745105" y="3441065"/>
              <a:ext cx="895350" cy="4953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8"/>
            </p:blipFill>
            <p:spPr>
              <a:xfrm>
                <a:off x="2745105" y="3441065"/>
                <a:ext cx="89535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4" name="墨迹 23"/>
              <p14:cNvContentPartPr/>
              <p14:nvPr/>
            </p14:nvContentPartPr>
            <p14:xfrm>
              <a:off x="3366770" y="2114550"/>
              <a:ext cx="1617345" cy="13271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10"/>
            </p:blipFill>
            <p:spPr>
              <a:xfrm>
                <a:off x="3366770" y="2114550"/>
                <a:ext cx="1617345" cy="1327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5" name="墨迹 24"/>
              <p14:cNvContentPartPr/>
              <p14:nvPr/>
            </p14:nvContentPartPr>
            <p14:xfrm>
              <a:off x="4503420" y="1849120"/>
              <a:ext cx="514350" cy="36449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2"/>
            </p:blipFill>
            <p:spPr>
              <a:xfrm>
                <a:off x="4503420" y="1849120"/>
                <a:ext cx="514350" cy="3644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6" name="墨迹 25"/>
              <p14:cNvContentPartPr/>
              <p14:nvPr/>
            </p14:nvContentPartPr>
            <p14:xfrm>
              <a:off x="4362450" y="2180590"/>
              <a:ext cx="497205" cy="1651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14"/>
            </p:blipFill>
            <p:spPr>
              <a:xfrm>
                <a:off x="4362450" y="2180590"/>
                <a:ext cx="497205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7" name="墨迹 26"/>
              <p14:cNvContentPartPr/>
              <p14:nvPr/>
            </p14:nvContentPartPr>
            <p14:xfrm>
              <a:off x="803910" y="4792980"/>
              <a:ext cx="879475" cy="9906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16"/>
            </p:blipFill>
            <p:spPr>
              <a:xfrm>
                <a:off x="803910" y="4792980"/>
                <a:ext cx="879475" cy="990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8" name="墨迹 27"/>
              <p14:cNvContentPartPr/>
              <p14:nvPr/>
            </p14:nvContentPartPr>
            <p14:xfrm>
              <a:off x="2910840" y="4734560"/>
              <a:ext cx="2222500" cy="8318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18"/>
            </p:blipFill>
            <p:spPr>
              <a:xfrm>
                <a:off x="2910840" y="4734560"/>
                <a:ext cx="2222500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9" name="墨迹 28"/>
              <p14:cNvContentPartPr/>
              <p14:nvPr/>
            </p14:nvContentPartPr>
            <p14:xfrm>
              <a:off x="829310" y="2197100"/>
              <a:ext cx="1243965" cy="8318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0"/>
            </p:blipFill>
            <p:spPr>
              <a:xfrm>
                <a:off x="829310" y="2197100"/>
                <a:ext cx="124396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30" name="墨迹 29"/>
              <p14:cNvContentPartPr/>
              <p14:nvPr/>
            </p14:nvContentPartPr>
            <p14:xfrm>
              <a:off x="1899285" y="5862320"/>
              <a:ext cx="1691640" cy="20764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2"/>
            </p:blipFill>
            <p:spPr>
              <a:xfrm>
                <a:off x="1899285" y="5862320"/>
                <a:ext cx="1691640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31" name="墨迹 30"/>
              <p14:cNvContentPartPr/>
              <p14:nvPr/>
            </p14:nvContentPartPr>
            <p14:xfrm>
              <a:off x="2181225" y="281940"/>
              <a:ext cx="231775" cy="28194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24"/>
            </p:blipFill>
            <p:spPr>
              <a:xfrm>
                <a:off x="2181225" y="281940"/>
                <a:ext cx="231775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32" name="墨迹 31"/>
              <p14:cNvContentPartPr/>
              <p14:nvPr/>
            </p14:nvContentPartPr>
            <p14:xfrm>
              <a:off x="2438400" y="372745"/>
              <a:ext cx="306705" cy="29845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26"/>
            </p:blipFill>
            <p:spPr>
              <a:xfrm>
                <a:off x="2438400" y="372745"/>
                <a:ext cx="306705" cy="298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33" name="墨迹 32"/>
              <p14:cNvContentPartPr/>
              <p14:nvPr/>
            </p14:nvContentPartPr>
            <p14:xfrm>
              <a:off x="2844800" y="422910"/>
              <a:ext cx="207010" cy="33147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28"/>
            </p:blipFill>
            <p:spPr>
              <a:xfrm>
                <a:off x="2844800" y="422910"/>
                <a:ext cx="207010" cy="3314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34" name="墨迹 33"/>
              <p14:cNvContentPartPr/>
              <p14:nvPr/>
            </p14:nvContentPartPr>
            <p14:xfrm>
              <a:off x="3168015" y="472440"/>
              <a:ext cx="173990" cy="19050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30"/>
            </p:blipFill>
            <p:spPr>
              <a:xfrm>
                <a:off x="3168015" y="472440"/>
                <a:ext cx="17399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35" name="墨迹 34"/>
              <p14:cNvContentPartPr/>
              <p14:nvPr/>
            </p14:nvContentPartPr>
            <p14:xfrm>
              <a:off x="5382260" y="5588635"/>
              <a:ext cx="191135" cy="3365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32"/>
            </p:blipFill>
            <p:spPr>
              <a:xfrm>
                <a:off x="5382260" y="5588635"/>
                <a:ext cx="191135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36" name="墨迹 35"/>
              <p14:cNvContentPartPr/>
              <p14:nvPr/>
            </p14:nvContentPartPr>
            <p14:xfrm>
              <a:off x="5432425" y="5614035"/>
              <a:ext cx="90805" cy="24003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34"/>
            </p:blipFill>
            <p:spPr>
              <a:xfrm>
                <a:off x="5432425" y="5614035"/>
                <a:ext cx="90805" cy="240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37" name="墨迹 36"/>
              <p14:cNvContentPartPr/>
              <p14:nvPr/>
            </p14:nvContentPartPr>
            <p14:xfrm>
              <a:off x="5556885" y="5663565"/>
              <a:ext cx="123825" cy="15748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36"/>
            </p:blipFill>
            <p:spPr>
              <a:xfrm>
                <a:off x="5556885" y="5663565"/>
                <a:ext cx="12382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8" name="墨迹 37"/>
              <p14:cNvContentPartPr/>
              <p14:nvPr/>
            </p14:nvContentPartPr>
            <p14:xfrm>
              <a:off x="5780405" y="5563870"/>
              <a:ext cx="83185" cy="27368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38"/>
            </p:blipFill>
            <p:spPr>
              <a:xfrm>
                <a:off x="5780405" y="5563870"/>
                <a:ext cx="83185" cy="2736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39" name="墨迹 38"/>
              <p14:cNvContentPartPr/>
              <p14:nvPr/>
            </p14:nvContentPartPr>
            <p14:xfrm>
              <a:off x="5830570" y="5655310"/>
              <a:ext cx="497205" cy="18224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40"/>
            </p:blipFill>
            <p:spPr>
              <a:xfrm>
                <a:off x="5830570" y="5655310"/>
                <a:ext cx="497205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40" name="墨迹 39"/>
              <p14:cNvContentPartPr/>
              <p14:nvPr/>
            </p14:nvContentPartPr>
            <p14:xfrm>
              <a:off x="6626225" y="5671820"/>
              <a:ext cx="622300" cy="1651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42"/>
            </p:blipFill>
            <p:spPr>
              <a:xfrm>
                <a:off x="6626225" y="5671820"/>
                <a:ext cx="622300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41" name="墨迹 40"/>
              <p14:cNvContentPartPr/>
              <p14:nvPr/>
            </p14:nvContentPartPr>
            <p14:xfrm>
              <a:off x="6617970" y="5563870"/>
              <a:ext cx="373380" cy="20764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44"/>
            </p:blipFill>
            <p:spPr>
              <a:xfrm>
                <a:off x="6617970" y="5563870"/>
                <a:ext cx="373380" cy="207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42" name="墨迹 41"/>
              <p14:cNvContentPartPr/>
              <p14:nvPr/>
            </p14:nvContentPartPr>
            <p14:xfrm>
              <a:off x="7497445" y="5572125"/>
              <a:ext cx="173990" cy="315595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46"/>
            </p:blipFill>
            <p:spPr>
              <a:xfrm>
                <a:off x="7497445" y="5572125"/>
                <a:ext cx="173990" cy="315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43" name="墨迹 42"/>
              <p14:cNvContentPartPr/>
              <p14:nvPr/>
            </p14:nvContentPartPr>
            <p14:xfrm>
              <a:off x="7597140" y="5547360"/>
              <a:ext cx="132715" cy="18224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48"/>
            </p:blipFill>
            <p:spPr>
              <a:xfrm>
                <a:off x="7597140" y="5547360"/>
                <a:ext cx="132715" cy="1822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44" name="墨迹 43"/>
              <p14:cNvContentPartPr/>
              <p14:nvPr/>
            </p14:nvContentPartPr>
            <p14:xfrm>
              <a:off x="8243570" y="4892040"/>
              <a:ext cx="464820" cy="1285875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50"/>
            </p:blipFill>
            <p:spPr>
              <a:xfrm>
                <a:off x="8243570" y="4892040"/>
                <a:ext cx="464820" cy="1285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45" name="墨迹 44"/>
              <p14:cNvContentPartPr/>
              <p14:nvPr/>
            </p14:nvContentPartPr>
            <p14:xfrm>
              <a:off x="8832850" y="4900930"/>
              <a:ext cx="514350" cy="1467485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52"/>
            </p:blipFill>
            <p:spPr>
              <a:xfrm>
                <a:off x="8832850" y="4900930"/>
                <a:ext cx="514350" cy="14674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46" name="墨迹 45"/>
              <p14:cNvContentPartPr/>
              <p14:nvPr/>
            </p14:nvContentPartPr>
            <p14:xfrm>
              <a:off x="7828915" y="4983480"/>
              <a:ext cx="389890" cy="14097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54"/>
            </p:blipFill>
            <p:spPr>
              <a:xfrm>
                <a:off x="7828915" y="4983480"/>
                <a:ext cx="389890" cy="140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47" name="墨迹 46"/>
              <p14:cNvContentPartPr/>
              <p14:nvPr/>
            </p14:nvContentPartPr>
            <p14:xfrm>
              <a:off x="8202295" y="5024755"/>
              <a:ext cx="165735" cy="9144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56"/>
            </p:blipFill>
            <p:spPr>
              <a:xfrm>
                <a:off x="8202295" y="5024755"/>
                <a:ext cx="165735" cy="9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48" name="墨迹 47"/>
              <p14:cNvContentPartPr/>
              <p14:nvPr/>
            </p14:nvContentPartPr>
            <p14:xfrm>
              <a:off x="8268970" y="5024755"/>
              <a:ext cx="99060" cy="182880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58"/>
            </p:blipFill>
            <p:spPr>
              <a:xfrm>
                <a:off x="8268970" y="5024755"/>
                <a:ext cx="99060" cy="1828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49" name="墨迹 48"/>
              <p14:cNvContentPartPr/>
              <p14:nvPr/>
            </p14:nvContentPartPr>
            <p14:xfrm>
              <a:off x="7795895" y="5132705"/>
              <a:ext cx="240665" cy="265430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60"/>
            </p:blipFill>
            <p:spPr>
              <a:xfrm>
                <a:off x="7795895" y="5132705"/>
                <a:ext cx="240665" cy="265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50" name="墨迹 49"/>
              <p14:cNvContentPartPr/>
              <p14:nvPr/>
            </p14:nvContentPartPr>
            <p14:xfrm>
              <a:off x="7771130" y="5314950"/>
              <a:ext cx="149225" cy="11620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62"/>
            </p:blipFill>
            <p:spPr>
              <a:xfrm>
                <a:off x="7771130" y="5314950"/>
                <a:ext cx="14922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51" name="墨迹 50"/>
              <p14:cNvContentPartPr/>
              <p14:nvPr/>
            </p14:nvContentPartPr>
            <p14:xfrm>
              <a:off x="4826635" y="5696585"/>
              <a:ext cx="414655" cy="3302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64"/>
            </p:blipFill>
            <p:spPr>
              <a:xfrm>
                <a:off x="4826635" y="5696585"/>
                <a:ext cx="414655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52" name="墨迹 51"/>
              <p14:cNvContentPartPr/>
              <p14:nvPr/>
            </p14:nvContentPartPr>
            <p14:xfrm>
              <a:off x="4785360" y="5588635"/>
              <a:ext cx="215265" cy="23241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66"/>
            </p:blipFill>
            <p:spPr>
              <a:xfrm>
                <a:off x="4785360" y="5588635"/>
                <a:ext cx="215265" cy="2324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53" name="墨迹 52"/>
              <p14:cNvContentPartPr/>
              <p14:nvPr/>
            </p14:nvContentPartPr>
            <p14:xfrm>
              <a:off x="4038600" y="5191125"/>
              <a:ext cx="240665" cy="28194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68"/>
            </p:blipFill>
            <p:spPr>
              <a:xfrm>
                <a:off x="4038600" y="5191125"/>
                <a:ext cx="240665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54" name="墨迹 53"/>
              <p14:cNvContentPartPr/>
              <p14:nvPr/>
            </p14:nvContentPartPr>
            <p14:xfrm>
              <a:off x="4262755" y="5199380"/>
              <a:ext cx="116205" cy="165735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70"/>
            </p:blipFill>
            <p:spPr>
              <a:xfrm>
                <a:off x="4262755" y="5199380"/>
                <a:ext cx="116205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55" name="墨迹 54"/>
              <p14:cNvContentPartPr/>
              <p14:nvPr/>
            </p14:nvContentPartPr>
            <p14:xfrm>
              <a:off x="4470400" y="5191125"/>
              <a:ext cx="157480" cy="16573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72"/>
            </p:blipFill>
            <p:spPr>
              <a:xfrm>
                <a:off x="4470400" y="5191125"/>
                <a:ext cx="157480" cy="1657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56" name="墨迹 55"/>
              <p14:cNvContentPartPr/>
              <p14:nvPr/>
            </p14:nvContentPartPr>
            <p14:xfrm>
              <a:off x="7232015" y="5953760"/>
              <a:ext cx="829310" cy="49530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74"/>
            </p:blipFill>
            <p:spPr>
              <a:xfrm>
                <a:off x="7232015" y="5953760"/>
                <a:ext cx="829310" cy="49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57" name="墨迹 56"/>
              <p14:cNvContentPartPr/>
              <p14:nvPr/>
            </p14:nvContentPartPr>
            <p14:xfrm>
              <a:off x="555625" y="596900"/>
              <a:ext cx="770890" cy="33020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76"/>
            </p:blipFill>
            <p:spPr>
              <a:xfrm>
                <a:off x="555625" y="596900"/>
                <a:ext cx="77089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58" name="墨迹 57"/>
              <p14:cNvContentPartPr/>
              <p14:nvPr/>
            </p14:nvContentPartPr>
            <p14:xfrm>
              <a:off x="2205990" y="629920"/>
              <a:ext cx="1136015" cy="14097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78"/>
            </p:blipFill>
            <p:spPr>
              <a:xfrm>
                <a:off x="2205990" y="629920"/>
                <a:ext cx="1136015" cy="14097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RLHF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人类偏好为语言 Agent 提供更贴近目标的反馈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11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885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325" b="1">
                <a:solidFill>
                  <a:srgbClr val="172A46"/>
                </a:solidFill>
              </a:defRPr>
            </a:pPr>
            <a:r>
              <a:rPr sz="2325" b="1">
                <a:solidFill>
                  <a:srgbClr val="172A46"/>
                </a:solidFill>
              </a:rPr>
              <a:t>示范与偏好</a:t>
            </a:r>
            <a:endParaRPr sz="2325" b="1">
              <a:solidFill>
                <a:srgbClr val="172A4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781300"/>
            <a:ext cx="10001250" cy="47625"/>
          </a:xfrm>
          <a:prstGeom prst="rect">
            <a:avLst/>
          </a:prstGeom>
          <a:solidFill>
            <a:srgbClr val="F26B38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3162300"/>
            <a:ext cx="10144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52235"/>
                </a:solidFill>
              </a:defRPr>
            </a:pPr>
            <a:r>
              <a:rPr sz="1800" b="0">
                <a:solidFill>
                  <a:srgbClr val="152235"/>
                </a:solidFill>
              </a:rPr>
              <a:t>收集“哪个回答更好”的比较</a:t>
            </a:r>
            <a:endParaRPr sz="1800" b="0">
              <a:solidFill>
                <a:srgbClr val="152235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4514850"/>
            <a:ext cx="9886950" cy="1066800"/>
          </a:xfrm>
          <a:prstGeom prst="roundRect">
            <a:avLst>
              <a:gd name="adj" fmla="val 10714"/>
            </a:avLst>
          </a:prstGeom>
          <a:solidFill>
            <a:srgbClr val="EBF3F1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4686300"/>
            <a:ext cx="9391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E9E91"/>
                </a:solidFill>
              </a:defRPr>
            </a:pPr>
            <a:r>
              <a:rPr sz="1875" b="1">
                <a:solidFill>
                  <a:srgbClr val="1E9E91"/>
                </a:solidFill>
              </a:rPr>
              <a:t>奖励模型</a:t>
            </a:r>
            <a:endParaRPr sz="1875" b="1">
              <a:solidFill>
                <a:srgbClr val="1E9E9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把人类偏好转化为可优化的评分</a:t>
            </a:r>
            <a:endParaRPr sz="750" b="0">
              <a:solidFill>
                <a:srgbClr val="60708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2" name="墨迹 11"/>
              <p14:cNvContentPartPr/>
              <p14:nvPr/>
            </p14:nvContentPartPr>
            <p14:xfrm>
              <a:off x="688340" y="546735"/>
              <a:ext cx="588645" cy="8318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"/>
            </p:blipFill>
            <p:spPr>
              <a:xfrm>
                <a:off x="688340" y="546735"/>
                <a:ext cx="588645" cy="831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3" name="墨迹 12"/>
              <p14:cNvContentPartPr/>
              <p14:nvPr/>
            </p14:nvContentPartPr>
            <p14:xfrm>
              <a:off x="862330" y="1102360"/>
              <a:ext cx="2363470" cy="9969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4"/>
            </p:blipFill>
            <p:spPr>
              <a:xfrm>
                <a:off x="862330" y="1102360"/>
                <a:ext cx="2363470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4" name="墨迹 13"/>
              <p14:cNvContentPartPr/>
              <p14:nvPr/>
            </p14:nvContentPartPr>
            <p14:xfrm>
              <a:off x="3184525" y="1276985"/>
              <a:ext cx="1276985" cy="1651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6"/>
            </p:blipFill>
            <p:spPr>
              <a:xfrm>
                <a:off x="3184525" y="1276985"/>
                <a:ext cx="1276985" cy="165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5" name="墨迹 14"/>
              <p14:cNvContentPartPr/>
              <p14:nvPr/>
            </p14:nvContentPartPr>
            <p14:xfrm>
              <a:off x="5498465" y="1235075"/>
              <a:ext cx="1957705" cy="13271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8"/>
            </p:blipFill>
            <p:spPr>
              <a:xfrm>
                <a:off x="5498465" y="1235075"/>
                <a:ext cx="1957705" cy="13271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857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26B38"/>
                </a:solidFill>
              </a:defRPr>
            </a:pPr>
            <a:r>
              <a:rPr sz="975" b="1">
                <a:solidFill>
                  <a:srgbClr val="F26B38"/>
                </a:solidFill>
              </a:rPr>
              <a:t>Agent 工程</a:t>
            </a:r>
            <a:endParaRPr sz="975" b="1">
              <a:solidFill>
                <a:srgbClr val="F26B3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477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152235"/>
                </a:solidFill>
              </a:defRPr>
            </a:pPr>
            <a:r>
              <a:rPr sz="2700" b="1">
                <a:solidFill>
                  <a:srgbClr val="152235"/>
                </a:solidFill>
              </a:rPr>
              <a:t>可用 Agent 不只依赖算法，还依赖完整闭环</a:t>
            </a:r>
            <a:endParaRPr sz="2700" b="1">
              <a:solidFill>
                <a:srgbClr val="152235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438275"/>
            <a:ext cx="10972800" cy="19050"/>
          </a:xfrm>
          <a:prstGeom prst="rect">
            <a:avLst/>
          </a:prstGeom>
          <a:solidFill>
            <a:srgbClr val="D9D4C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49000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1">
                <a:solidFill>
                  <a:srgbClr val="607086"/>
                </a:solidFill>
              </a:defRPr>
            </a:pPr>
            <a:r>
              <a:rPr sz="900" b="1">
                <a:solidFill>
                  <a:srgbClr val="607086"/>
                </a:solidFill>
              </a:rPr>
              <a:t>12</a:t>
            </a:r>
            <a:endParaRPr sz="900" b="1">
              <a:solidFill>
                <a:srgbClr val="607086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88595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325" b="1">
                <a:solidFill>
                  <a:srgbClr val="172A46"/>
                </a:solidFill>
              </a:defRPr>
            </a:pPr>
            <a:r>
              <a:rPr sz="2325" b="1">
                <a:solidFill>
                  <a:srgbClr val="172A46"/>
                </a:solidFill>
              </a:rPr>
              <a:t>环境与任务需要明确状态、行动、终止条件与安全边界。</a:t>
            </a:r>
            <a:endParaRPr sz="2325" b="1">
              <a:solidFill>
                <a:srgbClr val="172A4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781300"/>
            <a:ext cx="10001250" cy="47625"/>
          </a:xfrm>
          <a:prstGeom prst="rect">
            <a:avLst/>
          </a:prstGeom>
          <a:solidFill>
            <a:srgbClr val="F26B38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3162300"/>
            <a:ext cx="10144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0">
                <a:solidFill>
                  <a:srgbClr val="152235"/>
                </a:solidFill>
              </a:defRPr>
            </a:pPr>
            <a:r>
              <a:rPr sz="1800" b="0">
                <a:solidFill>
                  <a:srgbClr val="152235"/>
                </a:solidFill>
              </a:rPr>
              <a:t>训练奖励与独立评测必须分离；工具日志与失败回退必须可追溯。</a:t>
            </a:r>
            <a:endParaRPr sz="1800" b="0">
              <a:solidFill>
                <a:srgbClr val="152235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4514850"/>
            <a:ext cx="9886950" cy="1066800"/>
          </a:xfrm>
          <a:prstGeom prst="roundRect">
            <a:avLst>
              <a:gd name="adj" fmla="val 10714"/>
            </a:avLst>
          </a:prstGeom>
          <a:solidFill>
            <a:srgbClr val="EBF3F1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4686300"/>
            <a:ext cx="9391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E9E91"/>
                </a:solidFill>
              </a:defRPr>
            </a:pPr>
            <a:r>
              <a:rPr sz="1875" b="1">
                <a:solidFill>
                  <a:srgbClr val="1E9E91"/>
                </a:solidFill>
              </a:rPr>
              <a:t>交付标准：能力、可靠性与安全性要一起验证。</a:t>
            </a:r>
            <a:endParaRPr sz="1875" b="1">
              <a:solidFill>
                <a:srgbClr val="1E9E9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391275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50" b="0">
                <a:solidFill>
                  <a:srgbClr val="607086"/>
                </a:solidFill>
              </a:defRPr>
            </a:pPr>
            <a:r>
              <a:rPr sz="750" b="0">
                <a:solidFill>
                  <a:srgbClr val="607086"/>
                </a:solidFill>
              </a:rPr>
              <a:t>来源：Agent 系统实践</a:t>
            </a:r>
            <a:endParaRPr sz="750" b="0">
              <a:solidFill>
                <a:srgbClr val="60708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2" name="墨迹 11"/>
              <p14:cNvContentPartPr/>
              <p14:nvPr/>
            </p14:nvContentPartPr>
            <p14:xfrm>
              <a:off x="3325495" y="2388235"/>
              <a:ext cx="837565" cy="6604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"/>
            </p:blipFill>
            <p:spPr>
              <a:xfrm>
                <a:off x="3325495" y="2388235"/>
                <a:ext cx="837565" cy="660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3" name="墨迹 12"/>
              <p14:cNvContentPartPr/>
              <p14:nvPr/>
            </p14:nvContentPartPr>
            <p14:xfrm>
              <a:off x="4395470" y="2487295"/>
              <a:ext cx="580390" cy="825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4"/>
            </p:blipFill>
            <p:spPr>
              <a:xfrm>
                <a:off x="4395470" y="2487295"/>
                <a:ext cx="580390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4" name="墨迹 13"/>
              <p14:cNvContentPartPr/>
              <p14:nvPr/>
            </p14:nvContentPartPr>
            <p14:xfrm>
              <a:off x="5390515" y="2362835"/>
              <a:ext cx="2156460" cy="11620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6"/>
            </p:blipFill>
            <p:spPr>
              <a:xfrm>
                <a:off x="5390515" y="2362835"/>
                <a:ext cx="2156460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5" name="墨迹 14"/>
              <p14:cNvContentPartPr/>
              <p14:nvPr/>
            </p14:nvContentPartPr>
            <p14:xfrm>
              <a:off x="513715" y="1798955"/>
              <a:ext cx="1891030" cy="77978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8"/>
            </p:blipFill>
            <p:spPr>
              <a:xfrm>
                <a:off x="513715" y="1798955"/>
                <a:ext cx="1891030" cy="779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6" name="墨迹 15"/>
              <p14:cNvContentPartPr/>
              <p14:nvPr/>
            </p14:nvContentPartPr>
            <p14:xfrm>
              <a:off x="936625" y="3731260"/>
              <a:ext cx="746760" cy="4127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10"/>
            </p:blipFill>
            <p:spPr>
              <a:xfrm>
                <a:off x="936625" y="3731260"/>
                <a:ext cx="746760" cy="412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7" name="墨迹 16"/>
              <p14:cNvContentPartPr/>
              <p14:nvPr/>
            </p14:nvContentPartPr>
            <p14:xfrm>
              <a:off x="1990090" y="3665220"/>
              <a:ext cx="1227455" cy="20701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12"/>
            </p:blipFill>
            <p:spPr>
              <a:xfrm>
                <a:off x="1990090" y="3665220"/>
                <a:ext cx="1227455" cy="2070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8" name="墨迹 17"/>
              <p14:cNvContentPartPr/>
              <p14:nvPr/>
            </p14:nvContentPartPr>
            <p14:xfrm>
              <a:off x="4146550" y="3739515"/>
              <a:ext cx="1459865" cy="11620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14"/>
            </p:blipFill>
            <p:spPr>
              <a:xfrm>
                <a:off x="4146550" y="3739515"/>
                <a:ext cx="1459865" cy="116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9" name="墨迹 18"/>
              <p14:cNvContentPartPr/>
              <p14:nvPr/>
            </p14:nvContentPartPr>
            <p14:xfrm>
              <a:off x="2471420" y="5199380"/>
              <a:ext cx="2454910" cy="14922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16"/>
            </p:blipFill>
            <p:spPr>
              <a:xfrm>
                <a:off x="2471420" y="5199380"/>
                <a:ext cx="2454910" cy="149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0" name="墨迹 19"/>
              <p14:cNvContentPartPr/>
              <p14:nvPr/>
            </p14:nvContentPartPr>
            <p14:xfrm>
              <a:off x="2073275" y="4742815"/>
              <a:ext cx="629920" cy="55562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18"/>
            </p:blipFill>
            <p:spPr>
              <a:xfrm>
                <a:off x="2073275" y="4742815"/>
                <a:ext cx="629920" cy="555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1" name="墨迹 20"/>
              <p14:cNvContentPartPr/>
              <p14:nvPr/>
            </p14:nvContentPartPr>
            <p14:xfrm>
              <a:off x="2720340" y="4601845"/>
              <a:ext cx="1227455" cy="83756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0"/>
            </p:blipFill>
            <p:spPr>
              <a:xfrm>
                <a:off x="2720340" y="4601845"/>
                <a:ext cx="1227455" cy="8375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2" name="墨迹 21"/>
              <p14:cNvContentPartPr/>
              <p14:nvPr/>
            </p14:nvContentPartPr>
            <p14:xfrm>
              <a:off x="3964305" y="5257165"/>
              <a:ext cx="788035" cy="3302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22"/>
            </p:blipFill>
            <p:spPr>
              <a:xfrm>
                <a:off x="3964305" y="5257165"/>
                <a:ext cx="788035" cy="330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628650"/>
            <a:ext cx="1333500" cy="66675"/>
          </a:xfrm>
          <a:prstGeom prst="rect">
            <a:avLst/>
          </a:prstGeom>
          <a:solidFill>
            <a:srgbClr val="F26B38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12395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强化学习与智能体系统</a:t>
            </a:r>
            <a:endParaRPr sz="45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038350"/>
            <a:ext cx="895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325" b="1">
                <a:solidFill>
                  <a:srgbClr val="DCE4EF"/>
                </a:solidFill>
              </a:defRPr>
            </a:pPr>
            <a:r>
              <a:rPr sz="2325" b="1">
                <a:solidFill>
                  <a:srgbClr val="DCE4EF"/>
                </a:solidFill>
              </a:rPr>
              <a:t>先建模，再学习，最后在真实反馈中持续评估</a:t>
            </a:r>
            <a:endParaRPr sz="2325" b="1">
              <a:solidFill>
                <a:srgbClr val="DCE4E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02895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0">
                <a:solidFill>
                  <a:srgbClr val="9EB0C8"/>
                </a:solidFill>
              </a:defRPr>
            </a:pPr>
            <a:r>
              <a:rPr sz="1575" b="0">
                <a:solidFill>
                  <a:srgbClr val="9EB0C8"/>
                </a:solidFill>
              </a:rPr>
              <a:t>课程小结</a:t>
            </a:r>
            <a:endParaRPr sz="1575" b="0">
              <a:solidFill>
                <a:srgbClr val="9EB0C8"/>
              </a:solidFill>
            </a:endParaRPr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8763000" y="971550"/>
            <a:ext cx="2381250" cy="2381250"/>
          </a:xfrm>
          <a:prstGeom prst="ellipse">
            <a:avLst/>
          </a:prstGeom>
          <a:solidFill>
            <a:srgbClr val="203A61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858250" y="1390650"/>
            <a:ext cx="2190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4200" b="1">
                <a:solidFill>
                  <a:srgbClr val="F26B38"/>
                </a:solidFill>
              </a:defRPr>
            </a:pPr>
            <a:r>
              <a:rPr sz="4200" b="1">
                <a:solidFill>
                  <a:srgbClr val="F26B38"/>
                </a:solidFill>
              </a:rPr>
              <a:t>MDP · 价值 · 策略</a:t>
            </a:r>
            <a:endParaRPr sz="4200" b="1">
              <a:solidFill>
                <a:srgbClr val="F26B3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858250" y="20955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模型 · 记忆 · 工具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9391650" y="3638550"/>
            <a:ext cx="1352550" cy="1352550"/>
          </a:xfrm>
          <a:prstGeom prst="ellipse">
            <a:avLst/>
          </a:prstGeom>
          <a:solidFill>
            <a:srgbClr val="F26B3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486900" y="3838575"/>
            <a:ext cx="1162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3000" b="1">
                <a:solidFill>
                  <a:srgbClr val="172A46"/>
                </a:solidFill>
              </a:defRPr>
            </a:pPr>
            <a:r>
              <a:rPr sz="3000" b="1">
                <a:solidFill>
                  <a:srgbClr val="172A46"/>
                </a:solidFill>
              </a:rPr>
              <a:t>从可验证任务开始</a:t>
            </a:r>
            <a:endParaRPr sz="3000" b="1">
              <a:solidFill>
                <a:srgbClr val="172A4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486900" y="434340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72A46"/>
                </a:solidFill>
              </a:defRPr>
            </a:pPr>
            <a:r>
              <a:rPr sz="1200" b="1">
                <a:solidFill>
                  <a:srgbClr val="172A46"/>
                </a:solidFill>
              </a:rPr>
              <a:t>2026</a:t>
            </a:r>
            <a:endParaRPr sz="1200" b="1">
              <a:solidFill>
                <a:srgbClr val="172A4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1722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9EB0C8"/>
                </a:solidFill>
              </a:defRPr>
            </a:pPr>
            <a:r>
              <a:rPr sz="1125" b="0">
                <a:solidFill>
                  <a:srgbClr val="9EB0C8"/>
                </a:solidFill>
              </a:rPr>
              <a:t>END</a:t>
            </a:r>
            <a:endParaRPr sz="1125" b="0">
              <a:solidFill>
                <a:srgbClr val="9EB0C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1499</Words>
  <Application>WPS 演示</Application>
  <PresentationFormat>Converted Presentation</PresentationFormat>
  <Paragraphs>277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MS PGothic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马子焓</cp:lastModifiedBy>
  <cp:revision>2</cp:revision>
  <dcterms:created xsi:type="dcterms:W3CDTF">2026-07-20T08:08:08Z</dcterms:created>
  <dcterms:modified xsi:type="dcterms:W3CDTF">2026-07-20T08:08:08Z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EDD986B082F248089DCD352DB820CD3A_12</vt:lpwstr>
  </property>
</Properties>
</file>