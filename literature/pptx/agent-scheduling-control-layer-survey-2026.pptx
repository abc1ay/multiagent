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1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3" r:id="rId18"/>
    <p:sldId id="269" r:id="rId19"/>
    <p:sldId id="270" r:id="rId20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122.000 234.000,'0.026'0.017,"0.039"0.027,0.044 0.028,0.044 0.030,0.039 0.026,0.033 0.022,0.027 0.018,0.020 0.014,0.015 0.009,0.010 0.007,-0.165-0.126,0.247 0.072,0.063-0.015,0.037-0.018,-0.365-0.087,0.134 0.022,0.616 0.042,0.017-0.026,0.047-0.016,-0.266 0.032,0.706 0.149,-0.509-0.075,0.020 0.009,0.073-0.051,0.057-0.042,0.558-0.040,-0.318-0.045,0.052-0.045,0.111-0.058,0.103-0.043,0.641-0.122,0.057-0.051,-0.001-0.036,-1.645 0.276,2.849-0.606,-0.156-0.032,0.021-0.056,-2.555 0.616,0.753-0.172,1.550-0.364,1.138-0.226,-0.191 0.108,-2.521 0.545,1.462-0.207,0.670-0.002,-0.154 0.114,-1.394 0.188,0.650-0.005,0.207 0.011,-0.199 0.005,-2.104 0.140,0.589-0.036,1.204-0.061,0.556-0.009,-0.133 0.027,-2.253 0.096,0.564-0.019,1.453-0.031,-0.026 0.018,-0.277 0.019,-0.598 0.014,1.072 0.000,-0.083 0.011,-0.645 0.007,-0.575 0.002,0.597 0.034,-0.115 0.050,0.049 0.046,-0.508-0.018,-0.278-0.013,-0.098-0.002,-0.211-0.019,-0.040-0.005,-0.303-0.015,3.722 1.244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819.000 219.000,'0.030'-0.119,"0.048"-0.193,0.108-0.101,0.209-0.345,0.050-0.091,-0.273 0.507,0.302-0.698,-0.007-0.080,-0.040-0.042,-0.265 0.694,0.125-0.655,-0.101-0.071,-0.124 0.408,-0.075 0.029,-0.005 0.506,-0.382-0.917,-0.285-0.047,0.122 0.409,-0.109 0.013,0.170 0.265,-0.918-0.620,-0.202 0.095,0.377 0.381,-0.161 0.041,-0.169 0.049,-0.992-0.099,-0.518 0.101,0.552 0.214,-0.197 0.077,-2.085 0.127,-0.738 0.313,0.736 0.180,-0.343 0.164,0.500 0.087,-0.970 0.262,-0.050 0.110,-0.103 0.194,0.042 0.138,-0.627 0.330,0.319 0.098,4.558-1.280,0.013 0.012,-2.861 1.011,0.121 0.080,-1.179 0.671,0.275 0.125,2.658-1.136,-2.037 1.268,0.492-0.042,0.877-0.359,0.359-0.063,0.667-0.320,-0.284 0.654,0.672-0.139,0.650-0.162,0.677-0.679,0.566 0.456,0.646-0.181,0.548-0.197,0.621-0.292,1.051-0.122,0.828-0.204,0.743-0.187,-1.111-0.270,1.651-0.008,0.323-0.105,0.190-0.087,-4.239-0.126,3.132-0.050,2.490-0.232,0.187-0.176,-0.012-0.135,-0.386-0.199,2.719-0.674,-0.223-0.243,-7.654 1.367,6.638-1.502,-1.221 0.126,-0.537 0.033,-0.948 0.091,0.067-0.196,-0.499-0.021,-0.536 0.011,-0.702 0.036,-1.228 0.386,0.438-0.474,-0.480 0.044,-2.033 1.333,1.608-1.781,-1.202 0.919,-0.197-0.354,-0.497 0.110,-0.303 0.790,-0.357-0.359,-1.196-0.616,-0.708 0.210,1.740 1.229,-0.672-0.254,-2.095-0.387,-1.994 0.054,-0.740 0.285,3.367 0.430,-3.701 0.133,-3.675 0.439,-0.304 0.282,6.467-0.364,-2.174 0.374,-5.426 1.166,0.491 0.277,4.895-0.847,-2.111 0.686,2.134-0.418,0.154 0.045,-3.576 1.271,7.563-2.302,-5.578 1.786,-30.067 10.636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424.000 239.000,'0.055'0.000,"0.091"0.000,0.109 0.000,-0.193-0.003,0.163-0.030,0.038-0.019,0.361-0.114,0.297-0.111,-0.110 0.067,0.744-0.095,0.380-0.029,0.298-0.026,-1.644 0.269,1.573-0.179,1.406-0.076,0.485 0.027,0.319 0.033,-3.257 0.217,3.854-0.169,2.596-0.017,0.258 0.067,-2.184 0.081,-4.233 0.082,4.168-0.049,-0.220 0.021,-0.329 0.018,-3.783 0.028,-0.009 0.000,2.494-0.007,3.030 0.011,-0.472 0.012,-5.156-0.010,-0.006-0.003,2.239-0.027,1.032-0.039,-0.191-0.017,-0.257-0.007,-1.061 0.023,-0.987 0.025,1.757-0.043,-0.242 0.007,-0.302 0.009,11.227-1.161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301.000 414.000,'0.050'0.000,"0.080"0.000,0.095 0.000,0.100 0.000,0.096 0.000,0.053-0.031,0.132-0.053,0.144-0.065,0.116-0.085,0.228-0.098,0.159-0.054,0.102-0.020,-1.004 0.302,1.957-0.618,0.128-0.018,0.306-0.048,-1.456 0.441,0.791-0.171,0.115 0.001,1.377-0.225,0.184 0.068,-0.258 0.142,-0.798 0.175,1.091-0.045,0.170 0.071,0.076 0.067,0.100 0.060,0.478 0.041,-0.180 0.054,-3.452 0.087,2.005-0.025,1.150 0.011,0.011 0.022,-0.095 0.016,-3.039 0.000,2.116 0.007,1.169 0.012,0.543 0.037,-0.136 0.051,-0.393 0.057,0.377 0.117,-0.100 0.111,-0.174 0.111,0.782 0.213,0.360 0.249,-0.368 0.153,-4.256-0.916,1.856 0.425,0.855 0.231,-0.154-0.002,-0.880-0.212,-0.036-0.014,0.828 0.253,-0.886-0.227,-0.028-0.022,0.070-0.007,0.041-0.024,0.096-0.033,1.021 0.117,0.032-0.086,1.432 0.011,-0.842-0.208,-0.503-0.130,-0.017-0.088,-2.725-0.141,4.493 0.052,-0.002-0.097,-0.081-0.063,-3.351 0.008,2.069-0.151,0.836-0.145,-0.328-0.035,-1.933 0.210,15.946 0.562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635.000 405.000,'0.025'0.012,"0.038"0.020,0.043 0.021,0.044 0.022,0.040 0.020,0.034 0.017,0.028 0.014,0.022 0.011,0.017 0.008,0.011 0.007,0.008 0.002,0.004 0.004,0.003 0.000,-0.187-0.075,0.182 0.080,0.769 0.271,0.432 0.088,-0.597-0.209,0.153 0.014,1.261 0.224,0.474-0.036,-0.310-0.143,0.798 0.001,0.342-0.066,0.293-0.062,-1.320-0.111,0.075-0.023,1.902 0.018,-0.119-0.045,-1.666-0.047,1.156-0.006,-0.443-0.017,-0.017-0.008,-1.507-0.005,2.096-0.008,-0.901-0.001,1.151-0.006,-0.071-0.002,-3.198 0.012,3.319-0.014,1.820-0.049,-0.043-0.065,-3.939 0.081,3.448-0.094,-1.835 0.044,-0.202 0.004,-2.606 0.072,3.054-0.019,-0.118 0.039,0.332 0.035,-0.187 0.023,-1.429-0.012,0.732 0.066,0.196 0.054,-0.250 0.019,-0.478-0.019,-0.146-0.007,-0.171-0.012,-0.179-0.016,-0.652-0.040,0.790 0.024,-0.235-0.023,-0.260-0.021,-1.599-0.052,0.853-0.008,0.417-0.044,-0.042-0.033,-0.059-0.019,-0.804 0.043,0.009-0.002,0.826-0.067,-0.027-0.024,-0.063-0.025,-0.763 0.080,0.405-0.073,0.560-0.145,0.004-0.073,-0.021-0.066,-0.131-0.031,-0.220 0.041,-0.029 0.002,-0.964 0.308,0.711-0.241,-0.051-0.002,4.890-2.321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883.000 380.000,'-0.040'0.000,"-0.069"0.000,-0.255-0.110,-0.126-0.174,0.385 0.221,-0.740-0.474,-0.030-0.058,-0.025-0.071,0.696 0.512,-0.253-0.188,-0.334-0.238,-0.089-0.052,-0.472-0.276,-0.157-0.028,-0.322-0.069,-1.406-0.425,-0.589 0.053,1.601 0.672,1.466 0.476,-2.684-0.586,-1.171 0.007,0.031 0.230,1.775 0.352,-1.277 0.167,0.113 0.242,0.205 0.211,0.352 0.264,0.088 0.272,0.100 0.245,-0.529 0.627,0.947-0.310,0.249 0.061,0.273 0.064,-0.098 0.431,1.126-0.789,0.038 0.217,0.246-0.031,0.718-1.036,-0.379 1.682,0.518-0.405,0.215-0.447,0.171-0.040,0.270 0.149,0.204-0.049,0.118-0.195,0.180-0.023,0.141-0.033,0.537 0.191,0.284-0.014,1.429 0.439,0.704 0.079,-0.044-0.185,1.553 0.356,-1.622-0.618,0.015-0.042,-1.714-0.563,0.068-0.018,4.290 0.864,-1.934-0.544,-0.029-0.081,-3.368-0.659,2.760 0.437,0.019-0.073,0.090-0.101,0.052-0.092,0.020-0.083,-2.845-0.239,6.948 0.055,0.107-0.337,-0.254-0.275,-6.692 0.353,5.000-0.591,2.191-0.588,-3.536 0.424,-0.102-0.073,-1.727 0.273,3.371-0.899,1.548-0.652,-0.331-0.117,-4.827 1.375,2.980-1.067,0.373-0.297,-0.533 0.047,-0.851 0.291,-0.281-0.022,0.211-0.209,-0.416 0.099,-0.813 0.340,-0.346 0.064,-0.385 0.102,-0.397 0.125,-2.039 1.115,1.943-1.335,-1.649 1.026,0.471-0.634,-0.493 0.063,-0.715 0.932,-0.050-1.000,-0.411 0.280,-0.949-0.564,-0.662 0.030,0.914 0.868,-0.880-0.331,-0.451 0.013,-0.961-0.118,-0.498 0.080,0.098 0.221,-0.540 0.078,-5.027-0.354,-0.597 0.263,6.017 0.603,-7.509 0.159,1.814 0.257,-0.107 0.187,-0.471 0.350,-0.145 0.359,0.237 0.298,0.497 0.243,7.136-1.197,-4.588 1.024,-4.487 1.572,1.714-0.103,0.786 0.019,6.971-2.272,-1.865 0.683,-3.589 1.568,0.343 0.120,0.412 0.036,5.013-2.298,-4.577 2.329,-0.369 0.395,0.821-0.261,0.872-0.338,-11.796 8.862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387.000 293.000,'0.000'0.033,"0.000"0.053,0.000 0.058,0.000 0.060,0.000 0.055,0.000 0.048,0.000 0.040,0.000-0.106,0.000 0.064,-0.003-0.196,-0.065 0.669,-0.034 0.296,0.027-0.218,-0.060 0.959,-0.044 0.092,-0.088 0.248,0.034-0.400,-0.011 0.049,0.174-1.288,-0.171 1.334,0.010 0.019,-0.011 0.268,0.027-0.076,0.163-1.555,-0.126 1.377,0.029-0.165,-0.167 4.563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388.000 271.000,'0.042'-0.028,"0.064"-0.043,0.073-0.048,0.071-0.048,0.065-0.043,0.056-0.037,-0.049 0.045,0.014 0.010,0.011 0.017,-0.087 0.078,0.037 0.035,0.326 0.074,0.111 0.110,3.084 1.314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421.000 281.000,'0.000'0.054,"0.000"0.093,-0.027 0.039,-0.046 0.056,-0.077 0.108,-0.062 0.058,-0.080 0.188,-0.254 0.471,0.091-0.204,-0.075 0.111,-0.376 0.809,-0.175 0.560,0.381-0.817,-0.061 0.107,-0.184 0.435,-0.026 0.156,-0.282 0.755,0.043-0.038,0.448-1.042,0.055-0.074,-0.299 1.035,0.184-0.291,0.335-0.973,0.082-0.226,0.021 0.103,0.188-0.455,0.144-0.557,0.082-0.277,0.200-0.420,0.203-0.424,-0.009-0.076,0.066-0.212,0.224-0.535,0.044-0.151,0.045-0.009,0.358-0.652,-0.322 0.661,0.006 0.001,0.320-0.516,0.042 0.065,-0.408 0.729,-0.012 0.024,-0.253 0.456,0.738-0.990,0.032 0.183,-0.287 0.508,0.000 0.144,-0.730 0.747,0.854-0.612,0.189 0.215,-0.158 0.442,-0.734 0.202,0.417 0.319,-0.167 0.310,-0.154 0.254,-0.248-0.176,0.027 0.580,-0.098 0.148,-0.107-0.445,-0.030 0.005,-0.055-0.639,-0.003 0.008,0.020 1.141,-0.035 0.237,-0.027-0.066,0.016-1.280,-0.045 0.678,-1.299 5.084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460.000 293.000,'0.014'0.035,"0.021"0.053,0.026 0.063,0.024 0.063,0.024 0.057,0.020 0.051,0.016 0.043,0.015 0.033,0.009 0.026,0.008 0.018,0.005 0.013,-0.014 0.408,-0.045 0.004,-0.015 0.133,-0.082-0.736,-0.009 0.752,-0.082 0.694,-0.059 0.267,-0.035 0.191,0.075-1.040,-0.015 0.048,-0.304 2.440,-0.088 0.087,0.194-1.766,-0.014-0.089,-0.226 0.739,-0.042-0.359,-0.033-0.379,0.225-0.867,-2.173-0.066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463.000 291.000,'0.050'-0.037,"0.080"-0.061,0.095-0.071,0.100-0.074,0.096-0.073,0.155-0.209,-0.138 0.121,0.028-0.015,0.282-0.243,-0.057 0.138,0.133-0.011,0.044 0.053,0.019 0.062,0.125 0.062,-0.044 0.142,-0.398 0.152,0.005 0.079,-0.384-0.003,0.715 0.243,-0.096 0.144,-0.368-0.098,-0.045 0.054,0.062 0.475,-0.238 0.240,-0.188-0.349,-0.120 0.097,-0.458 0.842,-0.363 0.215,0.051-0.352,-0.075-0.031,-0.175 0.072,-0.142 0.048,-0.271 0.149,-0.046-0.141,0.386-0.457,0.070-0.098,-4.062 3.296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480.000 290.000,'0.098'-0.098,"0.154"-0.154,0.178-0.178,0.014-0.014,0.263-0.189,0.118-0.004,-0.112 0.142,-0.030 0.070,-0.058 0.086,-0.073 0.091,-0.310 0.183,0.143 0.175,-0.173 0.203,-0.187 0.159,-0.040-0.201,-0.036 0.066,-0.216 0.786,-0.112 0.356,-0.074 0.311,0.126-0.443,-0.226 0.953,-0.037 0.073,-0.030-0.018,0.103-0.315,-0.002 0.422,0.195-0.203,0.209-1.010,0.092-0.142,0.360 0.357,0.331-0.561,-0.208-0.668,0.141-0.260,0.546-0.561,0.126-0.426,-0.987 0.771,0.673-0.701,0.080-0.197,0.791-1.142,-0.074-0.114,0.120-0.117,-1.503 2.011,1.618-2.213,-0.167 0.221,-1.502 2.051,0.825-1.222,0.132-0.206,-0.293 0.552,-0.402 0.647,-0.230 0.419,-0.220 0.403,-0.203 0.368,-0.062 0.003,-0.157 0.410,-0.067 0.141,-0.031 0.065,-0.050 0.276,-0.135 0.629,0.028 0.099,0.237-0.863,-0.012 0.355,0.103-0.127,0.107-0.162,0.269-0.319,0.588-0.272,0.429-0.596,-0.436-0.276,0.111-0.250,0.492-0.547,-0.274 0.042,0.032-0.161,0.456-0.570,0.084-0.132,0.391-0.589,0.153-0.292,-0.727 0.827,-0.025-0.014,-0.954 1.198,1.551-1.978,0.076-0.111,0.026 0.002,-0.013 0.081,0.011 0.054,-0.199 0.300,-0.240 0.342,-0.257 0.353,-0.311 0.476,-0.213 0.419,-0.195 0.424,-0.220 0.503,-0.200 0.268,-0.113 0.241,-0.142-0.527,-0.115 1.588,-0.211 0.413,0.046-0.835,-0.074 0.038,0.203-0.947,-0.275 1.163,-0.047 0.126,-0.359 1.408,0.014-0.023,0.626-2.532,-0.248 1.340,0.049 0.037,0.025 1.012,0.243-0.118,0.090-1.668,0.210 1.182,0.144-0.321,0.097-0.336,-0.121-0.729,0.123 0.018,-0.012-0.309,-0.081-0.360,-0.030-0.286,1.046-5.418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513.000 283.000,'-0.035'0.012,"-0.171"0.067,-0.102 0.051,-0.074 0.047,0.076-0.030,-0.007 0.006,-0.201 0.143,0.042 0.042,0.225-0.109,0.047 0.042,0.145 0.193,0.319 0.011,0.496 0.026,-0.137-0.219,0.505 0.054,0.253-0.045,-1.019-0.221,1.126 0.141,0.167-0.035,-1.162-0.128,2.193 0.117,0.274-0.045,-2.289-0.095,2.254 0.046,-2.180-0.055,3.363 0.030,0.052-0.026,12.469-0.169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630.000 293.000,'0.048'0.000,"0.072"0.000,0.082 0.000,0.079 0.000,0.072 0.000,0.060 0.000,0.048 0.000,0.037 0.000,0.027 0.000,0.017 0.000,0.011 0.000,-0.221 0.000,0.051 0.000,0.895 0.037,0.645 0.057,-1.064-0.051,2.080 0.086,0.238 0.021,0.469 0.043,-0.697-0.031,0.034 0.002,-2.126-0.118,3.283 0.154,0.181-0.018,-1.447-0.071,0.860 0.017,-0.600-0.031,-0.160-0.015,-2.139-0.060,2.232 0.050,-0.943-0.042,-0.181-0.030,6.589-0.942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677.000 278.000,'-0.049'0.074,"-0.077"0.115,-0.089 0.133,-0.002 0.004,-0.010 0.014,0.007-0.010,0.102-0.060,0.002 0.310,0.072-0.001,0.225-0.139,-0.042-0.209,0.400 0.317,0.152-0.012,0.207 0.050,-0.108-0.118,0.870 0.376,0.244 0.015,-0.181-0.158,-0.371-0.163,0.970 0.422,-0.089 0.044,-0.894-0.393,-0.009 0.019,0.768 0.523,-0.229 0.091,-0.604-0.175,-0.469-0.187,0.069 0.736,-0.434 0.011,-0.425-0.162,-0.217-0.287,-0.534 0.750,-0.304 0.082,-0.440 0.217,0.866-1.352,-1.072 1.170,0.000-0.244,-4.897 3.091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742.000 281.000,'-0.019'0.013,"-0.030"0.019,-0.033 0.023,-0.032 0.021,-0.031 0.021,-0.025 0.016,-0.022 0.015,-0.015 0.010,-0.012 0.008,-0.009 0.006,-0.005 0.003,-0.003 0.003,-0.002 0.000,-0.077 0.038,-0.103 0.045,0.338-0.194,-0.201 0.119,-0.040 0.015,-0.084 0.059,-0.008 0.029,0.013-0.028,-0.066 0.053,-0.052 0.035,-0.320 0.206,0.008-0.004,0.645-0.414,-0.548 0.333,0.038-0.016,0.060-0.016,0.073-0.031,0.079-0.041,0.068 0.016,0.142-0.010,0.255 0.078,0.178-0.026,0.149 0.037,0.122 0.038,-0.078-0.148,-0.102-0.102,0.438 0.404,-0.011 0.029,-0.124-0.104,-0.270-0.280,0.443 0.460,-0.042 0.048,-0.187-0.127,-0.263-0.332,0.293 0.571,-0.116-0.036,-0.264-0.239,-0.103-0.297,-0.154 0.642,-0.176-0.044,-0.154-0.262,0.172-0.329,-0.450 0.341,-0.128-0.012,-0.081-0.023,-5.057 2.278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759.000 285.000,'0.018'0.026,"0.027"0.042,0.032 0.048,0.033 0.050,0.032 0.046,0.028 0.042,0.023 0.036,0.019 0.029,-0.153 0.125,-0.293 0.101,-0.108-0.039,0.103-0.201,-0.034 0.008,-0.058 0.049,-0.077 0.084,-0.225 0.289,-0.283 0.434,0.269-0.296,0.018 0.027,-0.194 0.508,0.108-0.024,0.293-0.438,0.091-0.014,0.243 0.309,0.342-0.145,0.234-0.351,-0.391-0.618,0.567 0.189,0.555-0.208,0.077-0.253,5.691-3.062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778.000 284.000,'-0.015'0.059,"-0.022"0.091,-0.026 0.100,-0.024 0.097,-0.021 0.088,-0.019 0.074,-0.062-0.047,0.084-0.272,-0.404 0.404,-0.134 0.031,0.163-0.047,0.361-0.427,-0.484 0.749,0.002 0.025,0.047 0.096,0.445-0.817,-0.397 0.972,0.098 0.017,0.241-0.472,0.094-0.056,0.228 0.154,0.264-0.147,0.212-0.362,-0.092-0.219,0.109-0.096,0.261-0.190,0.422-0.392,-0.332 0.054,0.069-0.108,0.556-0.394,-0.313 0.161,-0.206 0.079,-0.070-0.030,-0.473 0.344,0.210-0.246,0.301-0.515,-0.353 0.293,-0.131 0.078,-0.123 0.096,-0.052-0.067,-0.139 0.106,-1.417-1.198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806.000 284.000,'0.007'0.035,"0.011"0.053,0.012 0.063,0.013 0.063,0.011 0.057,0.010 0.051,0.009 0.043,0.007 0.033,0.004 0.026,0.005 0.018,0.002 0.013,-0.023-0.067,-0.065 0.176,-0.063-0.074,-0.080 0.143,-0.246 0.738,-0.028-0.006,0.059-0.244,-0.039 0.074,0.255-0.782,-0.735 2.108,0.096-0.342,0.083-0.226,0.013-0.000,0.488-1.400,-0.842 2.108,-0.146-0.049,-0.012-0.423,0.192-0.596,0.127-0.395,0.145-0.367,-0.844-0.779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806.000 283.000,'0.054'0.000,"0.093"0.000,0.218 0.000,0.097 0.000,0.052 0.000,-0.053 0.000,0.018 0.000,0.014 0.000,0.011 0.000,-0.387 0.003,0.222 0.030,-0.018 0.019,0.035 0.071,-0.100 0.065,-0.115 0.069,-0.103 0.268,-0.055-0.095,-0.034 0.051,0.004-0.200,0.019-0.137,-0.102 0.314,-0.045 0.007,-0.089 0.088,-0.054 0.005,0.024-0.039,-0.204 0.270,-0.023-0.017,0.013-0.055,0.174-0.231,-0.160 0.312,0.131-0.108,0.139-0.125,0.148-0.206,0.114-0.107,0.112-0.106,0.001-0.110,0.046-0.080,0.356-0.238,0.155-0.099,-0.129 0.091,-0.273 0.146,0.657-0.232,0.033 0.045,-0.166 0.121,-0.395 0.112,0.843-0.023,0.137 0.161,-1.133-0.027,0.871 0.094,-0.562-0.045,0.993 0.140,0.026 0.014,-1.290-0.174,0.651 0.083,-0.321-0.044,1.190 0.027,-0.042-0.168,-0.847-0.001,-0.338 0.000,0.263-0.070,-0.045-0.028,0.396-0.225,-0.192-0.123,-0.333 0.005,-0.125-0.117,-0.035-0.311,-0.254 0.165,-0.153 0.190,-0.078 0.001,-0.286-0.338,-0.343 0.025,-0.231 0.149,0.466 0.501,-0.863-0.089,-0.026 0.309,-0.053 0.306,0.390 0.014,-0.351 0.290,-0.159 0.296,0.049 0.188,0.761-0.574,-0.782 0.919,0.202 0.112,0.253 0.069,0.598-0.962,-0.121 0.988,0.325-0.345,0.245-0.026,0.168-0.359,0.688 0.437,0.004-0.397,0.143-0.136,-0.532-0.435,0.408 0.109,0.621 0.063,0.084-0.131,0.019-0.115,-1.336-0.231,8.473-0.170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637.000 341.000,'0.040'0.027,"0.069"0.046,0.292 0.145,0.060-0.015,0.150 0.011,-0.056-0.054,0.371 0.044,0.169-0.017,0.147-0.020,0.749 0.081,-0.089-0.029,0.088-0.008,0.025-0.018,-1.537-0.150,1.180 0.076,2.097 0.058,0.363-0.040,0.094-0.042,0.674-0.023,-0.013-0.026,-3.999-0.038,3.234-0.058,-0.701-0.038,-0.312-0.025,7.103-0.657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686.000 334.000,'0.000'0.060,"0.000"0.096,0.000 0.115,0.000 0.122,0.000 0.117,0.000 0.008,0.000-0.413,0.026 0.248,0.021 0.021,0.108 0.301,0.074 0.021,-0.176-0.558,0.191 0.258,0.086 0.031,0.421 0.317,0.110-0.033,-0.026-0.143,-0.619-0.427,0.610 0.344,0.024-0.003,0.104 0.088,-0.057-0.011,0.008 0.114,-0.125 0.080,-0.237-0.076,-0.275 0.020,-0.192-0.084,-0.122 0.000,-0.099-0.079,-0.092 0.021,-0.553 0.465,-0.277-0.089,0.449-0.451,-0.023-0.021,-4.661 2.204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728.000 343.000,'0.000'-0.052,"0.000"-0.078,0.000-0.088,0.000-0.088,0.000-0.077,-0.008 0.047,-0.013 0.071,-0.015 0.097,-0.015 0.108,-0.014 0.105,-0.012 0.097,-0.011 0.085,-0.008 0.069,-0.007 0.057,-0.070 0.120,-0.032 0.078,0.041-0.106,-0.028 0.082,0.130-0.367,-0.180 0.447,-0.305 0.673,-0.088 0.115,0.224-0.543,-0.209 0.359,0.016-0.082,0.045-0.119,0.228-0.403,0.018 0.030,0.186-0.256,0.191-0.252,0.068-0.152,0.105-0.169,0.089-0.152,0.174-0.244,0.107-0.155,-0.016 0.014,-0.157 0.185,0.648-0.767,-0.040 0.035,0.052-0.103,-0.157 0.149,0.315-0.417,0.114-0.144,-0.081 0.118,-1.003 1.311,1.025-1.220,-0.162 0.267,-0.187 0.266,-0.314 0.462,-0.352 0.370,0.252 0.216,-0.250 0.449,-0.221 0.190,-0.075-0.260,-0.245 1.060,-0.127 0.155,0.084-0.508,-0.031 0.033,0.229-0.798,-0.285 0.972,0.011-0.055,-0.073 0.021,0.014-0.106,0.060-0.136,0.087-0.147,0.132-0.096,0.220-0.345,0.214-0.332,0.150-0.340,-0.341 0.187,0.338-0.246,0.058-0.085,0.150-0.169,0.277-0.223,-0.256 0.235,0.010 0.022,0.402-0.228,0.099 0.034,-0.110 0.174,-0.157 0.190,-0.123 0.163,-0.115 0.144,-0.195 0.119,-0.089 0.115,-0.084 0.112,-0.074 0.101,-0.031 0.028,0.011 0.005,0.033-0.021,0.030-0.043,0.037-0.044,0.036-0.049,0.033-0.047,0.004-0.055,0.024-0.037,-0.034-0.042,0.017-0.022,0.237-0.156,0.148-0.113,-0.196 0.030,0.024-0.016,0.196-0.059,-0.002 0.008,-0.151 0.064,0.049 0.015,0.395-0.105,0.132-0.034,-0.049 0.022,-0.533 0.133,0.023 0.013,0.596-0.060,-0.040 0.042,-1.000 0.115,0.622-0.107,0.117-0.049,-0.130 0.003,-0.356 0.051,0.142-0.085,-0.081-0.007,-0.084 0.008,-0.235 0.094,0.297-0.242,-0.023-0.035,-0.047 0.004,-0.107 0.029,-0.136-0.095,-0.213-0.007,-0.184 0.064,-0.131 0.099,-0.056 0.079,-0.066 0.048,0.249 0.117,-0.497 0.035,-0.154 0.084,0.700-0.043,-0.340 0.125,0.162-0.007,-0.623 0.533,0.017 0.164,0.307-0.119,0.473-0.531,-0.757 0.970,0.060-0.018,0.294-0.321,0.321-0.419,-0.135 0.625,0.205-0.086,0.173-0.465,0.101-0.044,0.474 0.156,0.319-0.217,-0.321-0.240,0.105-0.088,0.874-0.298,0.136-0.261,5.049-3.061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796.000 326.000,'-0.016'0.025,"-0.026"0.038,-0.030 0.044,-0.030 0.046,-0.028 0.041,-0.024 0.038,-0.022 0.032,-0.016 0.024,-0.013 0.020,-0.067 0.063,0.034-0.032,-0.063 0.118,-0.312 0.528,-0.184 0.324,0.028-0.050,-0.152 0.234,0.168-0.240,-0.320 0.623,-0.013 0.136,0.026 0.081,-0.159 0.533,0.071 0.080,0.216-0.306,0.337-0.548,0.232-0.325,0.253-0.532,0.116-0.712,0.189-0.026,0.156-0.266,0.124-0.220,-0.353 0.160,0.138-0.137,0.395-0.597,-0.011-0.184,-0.047-0.081,-0.469 0.837,2.778-5.894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779.000 341.000,'-0.049'0.074,"-0.077"0.115,-0.089 0.133,-0.031 0.023,0.177-0.256,-0.333 0.320,-0.067 0.036,-0.026 0.018,0.004-0.007,0.276-0.235,-0.109 0.353,0.198 0.044,0.109-0.495,0.076 0.237,0.126-0.016,0.416 0.168,0.182-0.078,-0.187-0.255,0.443-0.064,0.490-0.154,0.071-0.150,-0.176-0.109,0.128-0.217,0.065-0.161,0.019-0.114,6.987-4.975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810.000 325.000,'0.035'-0.024,"0.099"-0.095,0.072-0.104,0.078-0.075,0.263-0.322,0.049-0.140,0.027 0.046,0.035 0.005,0.047-0.041,-0.097 0.078,-0.131 0.091,-0.147 0.097,-0.208 0.170,-0.276 0.303,-0.260 0.310,-0.229 0.292,0.384-0.323,-0.585 0.832,0.032-0.001,0.057-0.003,-0.006 0.113,0.537-0.854,-1.191 1.832,0.015 0.012,-0.062 0.175,0.809-1.311,-1.092 1.773,0.158-0.269,0.026-0.054,0.569-0.921,-0.481 0.912,0.437-0.713,0.151-0.265,0.148-0.294,0.220-0.297,0.259-0.288,0.275-0.266,0.290-0.256,0.044-0.162,0.098-0.130,0.362-0.298,0.205-0.222,-0.171 0.049,0.753-0.721,-0.459 0.345,-0.009-0.027,0.624-0.645,-0.072 0.022,-0.130 0.099,-0.265 0.248,-0.328 0.318,-0.337 0.335,-0.355 0.401,-0.071 0.119,-0.071 0.236,-0.150 0.293,-0.036-0.050,-0.134 0.440,-0.017 0.020,-0.012 0.047,0.077-0.288,0.006-0.021,0.095-0.356,-0.099 0.517,0.058-0.044,0.100-0.197,0.146 0.081,0.123-0.074,0.107-0.075,0.105-0.072,0.174-0.069,0.129-0.097,0.119-0.094,-0.268-0.076,-0.206-0.012,0.546-0.150,0.425-0.207,-0.094-0.048,-0.850 0.257,0.749-0.491,-0.106-0.088,-0.185 0.014,-0.217 0.075,-0.217 0.106,-0.197 0.114,-0.190 0.243,-0.168 0.299,-0.001 0.011,-0.020 0.064,-0.169 0.274,-0.128 0.110,0.043-0.043,-0.025 0.054,-0.016 0.045,-0.009 0.033,0.000 0.122,0.062 0.022,0.079-0.010,0.200 0.055,0.087-0.368,0.067-0.041,0.283 0.159,0.179-0.120,-0.149-0.249,0.356-0.114,0.080-0.243,0.101-0.282,-0.188-0.048,-0.198 0.065,-0.007-0.046,-0.378 0.299,0.679-0.905,-0.105-0.088,-0.123-0.117,-0.254 0.354,-0.059-0.022,0.371-5.172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839.000 339.000,'-0.008'0.033,"-0.013"0.051,-0.015 0.058,-0.013 0.056,-0.014 0.052,-0.011 0.045,-0.008 0.036,-0.008 0.029,-0.005 0.020,-0.004 0.014,-0.010-0.046,-0.041 0.017,0.110-0.281,-0.389 0.458,-0.152 0.041,-0.090-0.018,0.238-0.165,-0.321 0.442,0.244-0.210,0.030 0.028,0.219-0.285,-0.098 0.203,0.035 0.023,-0.051 0.304,0.127-0.052,0.170-0.491,0.039-0.018,0.305 0.242,-0.016-0.313,0.077-0.068,0.247-0.085,-0.423-0.100,0.988-0.376,-0.126-0.123,0.027-0.139,-0.505 0.280,0.032-0.033,0.691-0.608,-0.115-0.006,0.007-0.098,0.260-0.293,-1.055 1.024,1.697-1.822,-0.079 0.006,-1.613 1.771,1.132-1.252,0.029-0.125,-0.035-0.021,-0.080 0.055,0.066 0.026,-0.380 0.432,0.457-0.590,-0.150 0.117,-0.245 0.262,-0.176 0.192,-0.174 0.204,-0.164 0.199,-0.216 0.407,-0.284 0.325,-0.223 0.306,-0.306 0.455,-0.464 0.614,0.463-0.653,-0.280 0.442,-0.047 0.143,-0.606 1.132,0.509-0.804,-0.332 0.638,-0.060 0.077,-0.279 0.691,0.638-1.166,0.057-0.031,0.067-0.044,0.070-0.049,-0.088 0.430,0.174-0.164,0.198-0.181,0.205-0.184,2.432 3.332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859.000 351.000,'0.110'-0.037,"0.174"-0.057,-0.068 0.026,0.043-0.006,0.220-0.044,0.063 0.001,0.024 0.009,-0.001 0.012,-0.021 0.014,-0.030 0.014,-0.019 0.026,-0.025 0.032,-0.021 0.036,-0.017 0.034,-0.014 0.032,-0.161 0.001,-0.018 0.050,-0.158-0.092,1.999 2.398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650.000 258.000,'0.042'0.011,"0.066"0.016,0.076 0.019,0.078 0.019,0.072 0.019,0.064 0.015,0.053 0.014,-0.127-0.045,0.604 0.040,-0.083-0.038,0.224-0.006,1.092-0.061,-0.103-0.069,0.311-0.076,0.282-0.080,0.217-0.045,-0.679 0.055,-0.002-0.003,0.356-0.032,-0.027 0.013,0.927-0.139,8.627-1.407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691.000 248.000,'0.013'0.039,"0.021"0.062,0.022 0.068,0.024 0.071,0.021 0.064,0.019 0.056,-0.018-0.017,-0.004 0.047,-0.009 0.047,-0.006-0.131,-0.048-0.201,0.411 0.528,0.156-0.021,-0.095-0.156,0.026 0.034,0.057 0.063,-0.042-0.033,-0.108-0.005,-0.334-0.385,0.374 0.639,-0.106 0.009,-0.310-0.638,0.180 0.498,-0.140-0.134,-0.071-0.029,-0.050-0.043,-0.178-0.003,-0.132-0.024,-0.095-0.035,-0.063-0.042,-2.951 0.701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743.000 248.000,'-0.052'0.013,"-0.082"0.021,-0.093 0.022,-0.092 0.024,-0.086 0.021,-0.075 0.019,0.293-0.073,-0.347 0.105,-0.078 0.048,0.073 0.159,-0.081 0.219,-0.100 0.223,-0.082 0.167,-0.070 0.122,0.434-0.501,-0.211 0.377,0.023 0.053,0.035 0.026,0.043 0.008,-0.231 0.639,0.143-0.165,0.520-1.230,-0.042 0.963,0.191-0.589,0.158-0.021,0.126-0.142,-0.085-0.269,0.488-0.046,0.195-0.259,-0.161-0.098,0.046-0.099,-0.248 0.044,1.033-0.691,-0.088-0.102,0.020-0.129,-0.847 0.618,0.937-0.978,-0.648 0.596,0.119-0.141,-0.068 0.027,-0.462 0.444,0.204-0.260,-0.075 0.045,0.019-0.189,-0.251 0.077,-1.956-2.556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753.000 249.000,'0.040'0.000,"0.065"0.000,0.080 0.000,0.086 0.000,0.134 0.000,0.050 0.000,0.023 0.000,-0.049 0.015,-0.012 0.024,-0.018 0.029,-0.021 0.030,0.019 0.123,-0.066 0.129,-0.067 0.135,-0.217-0.393,0.061 0.209,-0.042 0.022,-0.036 0.086,-0.037 0.027,0.003-0.308,-0.056 0.502,-0.024-0.002,0.023-0.199,-0.003 0.022,0.043-0.300,-0.033 0.164,-0.092 0.342,-0.037 0.107,0.021-0.061,0.041-0.088,0.053-0.097,0.065-0.137,0.071-0.159,0.070-0.160,0.062-0.150,0.055-0.133,0.065-0.012,0.077-0.073,0.051-0.036,0.032-0.010,-0.121 0.067,-0.111 0.079,0.503-0.444,0.021 0.007,-0.342 0.311,0.024 0.023,0.381-0.162,-0.061 0.093,-0.102 0.088,-0.122 0.081,-0.120 0.065,-0.097 0.116,-0.060 0.132,-0.038 0.134,-0.023 0.126,-0.069-0.059,-0.020 0.006,-0.009 0.085,-0.024 0.067,-0.011-0.037,0.011-0.010,0.019-0.027,0.191-0.014,0.198-0.219,-0.191-0.114,0.033-0.036,0.190-0.094,-0.115-0.027,0.002-0.050,2.627-2.462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783.000 245.000,'0.134'-0.089,"0.202"-0.135,0.119-0.178,-0.087 0.055,0.040-0.055,0.080-0.091,-0.113 0.122,0.010 0.010,0.061-0.056,-0.019 0.000,0.149-0.152,-0.088 0.101,-0.094 0.120,-0.090 0.125,-0.075 0.227,-0.074 0.277,-0.083 0.087,-0.052 0.153,-0.048 0.144,-0.047 0.131,-0.199 0.429,-0.172 0.205,-0.152 0.136,0.476-1.251,-0.526 1.353,0.022 0.010,0.060-0.043,0.255-0.681,-0.048 0.283,0.055 0.048,0.117-0.147,0.119-0.168,0.114-0.172,0.078-0.241,0.077-0.158,-0.090-0.245,0.294-0.165,-0.049-0.184,0.006-0.147,-0.184 0.137,-0.005-0.038,0.222-0.700,-0.145 0.212,-0.029-0.026,-0.104 0.315,0.010-0.254,-0.076-0.605,-0.160 0.101,-0.111 0.369,0.077 0.433,-0.426-0.476,-0.127 0.142,-0.023 0.239,0.534 0.378,-0.636-0.212,-0.035 0.110,-0.001 0.087,0.236 0.125,0.223 0.034,-0.328 0.167,0.084 0.123,0.091 0.102,0.201-0.062,0.074 0.038,0.067 0.318,0.251-0.019,0.093-0.301,0.109-0.055,0.284-0.011,0.182-0.135,0.160-0.136,-0.405-0.055,0.357-0.072,0.985-0.293,0.066-0.155,6.014-3.311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812.000 244.000,'-0.037'0.025,"-0.061"0.040,-0.071 0.048,-0.074 0.049,-0.073 0.049,0.020 0.080,-0.002 0.096,0.013 0.081,0.023 0.066,-0.018 0.070,-0.069 0.237,-0.013 0.142,-0.007 0.140,0.139-0.340,-0.193 0.877,-0.010 0.123,0.355-1.453,-0.278 1.510,-0.028 0.132,-0.063 0.088,0.354-1.649,-0.209 0.817,-0.012-0.024,-0.188 0.550,-0.020-0.081,0.108-0.466,-0.009-0.113,-0.107 0.047,0.042-0.306,0.016-0.300,0.079-0.362,0.081-0.320,0.199 0.034,-0.067-0.342,0.094-0.019,0.046-0.366,0.053-0.158,-0.007 0.742,0.026-0.291,0.076-0.500,0.036-0.047,0.008 0.133,0.033-0.019,-0.054 0.308,0.031-0.020,0.270-0.775,0.074-0.037,0.044-0.002,-0.108 0.388,0.401-0.708,-0.142 0.418,0.009 0.058,0.116 0.010,-0.390 0.687,0.912-0.969,0.017 0.249,-0.217 0.423,-0.060 0.266,-0.201 0.323,-0.733 0.308,0.251 0.037,-0.277 0.025,0.269 0.270,-0.118 0.174,-0.112 0.118,-0.145-0.031,-0.042-0.135,-0.358 0.958,-0.248 0.030,0.509-1.140,-0.284 0.547,0.110-0.262,-0.686 0.973,-0.064-0.073,0.313-0.483,-0.043 0.024,0.130-0.166,0.144-0.164,0.144-0.151,0.194-0.233,0.252-0.345,0.259-0.232,3.335-2.991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815.000 251.000,'0.012'-0.003,"0.148"-0.057,0.120-0.051,0.113-0.052,-0.097 0.039,0.684-0.408,-0.310 0.175,0.527-0.246,0.069 0.008,0.008 0.042,-0.118 0.079,-0.117 0.069,-0.409 0.219,0.093 0.065,-0.165 0.142,-0.190 0.148,-0.154 0.145,-0.132 0.362,-0.143-0.002,-0.136 0.108,0.001-0.172,-0.033 0.015,-0.020 0.009,-0.053 0.127,0.001 0.026,-0.027 0.147,0.023 0.056,0.069-0.071,0.080-0.099,0.112-0.160,0.122-0.148,0.130-0.175,0.129-0.188,0.077-0.189,0.097-0.163,0.109-0.139,0.111-0.113,0.325-0.355,0.212-0.283,0.039-0.115,-1.072 0.986,0.742-0.771,0.374-0.476,-0.070 0.025,-1.053 1.183,0.830-1.061,-0.184 0.154,-0.188 0.193,-0.217 0.274,-0.118 0.148,-0.101 0.132,-0.082 0.179,-0.067 0.204,-0.052 0.204,-0.036 0.190,-0.015-0.091,-0.008 0.025,-0.014 0.140,-0.006 0.035,0.032-0.115,0.080 0.212,0.069-0.057,0.057-0.072,-0.098-0.272,0.198 0.094,0.047-0.075,0.018-0.077,-0.071-0.113,0.012-0.095,0.244-0.303,0.019-0.157,-0.162 0.126,-0.107 0.104,0.709-0.826,0.014-0.041,-0.843 0.983,0.603-0.697,-0.149 0.185,0.397-0.402,0.021 0.044,-0.827 0.848,0.466-0.459,0.271-0.239,-0.080 0.102,-0.105 0.116,-0.159 0.205,-0.064 0.166,-0.111 0.218,-0.103 0.212,-0.275-0.051,0.080 0.172,-0.070 0.237,-0.091 0.228,-0.143 0.729,-0.019-0.115,-0.028 0.103,-0.010 0.055,-0.048 0.464,0.065-0.382,0.038-0.226,0.016-0.057,0.019 0.211,0.077-0.184,0.070-0.298,0.070-0.157,0.111-0.110,0.032-0.404,-0.001-0.384,0.616-3.065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847.000 243.000,'-0.040'0.000,"-0.065"0.000,-0.080 0.000,-0.086 0.000,-0.095 0.000,-0.063 0.000,-0.012 0.000,0.109 0.000,0.151 0.000,0.165 0.000,0.161 0.000,0.148 0.000,0.129 0.000,0.106 0.000,0.152 0.000,0.170 0.000,0.169 0.000,-0.811 0.000,1.136 0.000,0.296 0.000,-0.005 0.000,3.967 0.000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712.000 243.000,'0.064'-0.064,"0.103"-0.103,0.121-0.121,-0.141 0.153,0.220-0.086,1.017-0.258,0.662-0.046,-1.179 0.325,0.806-0.113,1.141-0.138,0.424-0.035,0.290-0.033,-1.542 0.260,3.266-0.293,1.854-0.068,0.744 0.039,0.240 0.065,-1.501 0.143,4.150-0.139,0.268 0.062,-8.547 0.353,8.004-0.234,-2.406 0.113,4.158-0.041,-0.403 0.061,-3.948 0.090,2.473 0.001,-2.826 0.032,-0.295-0.008,1.889-0.081,-2.591 0.024,3.396-0.194,-1.114-0.114,-2.536 0.018,-1.963 0.062,1.222-0.238,-0.927-0.002,-1.222 0.047,-0.618-0.080,1.977-3.872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913.000 212.000,'0.037'0.012,"0.057"0.020,0.068 0.022,0.066 0.022,0.065 0.021,0.055 0.019,0.078 0.073,0.544 0.318,0.368 0.237,-1.089-0.603,1.423 0.754,-0.018 0.015,0.033 0.077,-1.307-0.765,0.405 0.240,0.836 0.553,0.182 0.147,-0.092-0.056,-0.320-0.063,0.224 0.378,-0.325-0.134,-1.066-1.056,0.331 0.424,-0.148 0.009,-0.165 0.014,-0.164 0.106,-0.174-0.036,-0.011-0.326,-4.950 3.918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971.000 224.000,'0.043'0.000,"0.064"0.000,0.074 0.000,0.072 0.000,0.065 0.000,0.055 0.000,0.046 0.000,0.033 0.000,-0.362 0.000,0.477-0.018,0.184-0.031,0.178-0.036,0.083-0.058,0.497-0.244,-0.201-0.037,0.079-0.109,-0.684 0.242,0.981-0.528,-0.036-0.083,-0.089-0.040,-0.621 0.297,0.257-0.332,-0.175 0.002,-0.177 0.039,-0.339-0.070,-0.484 0.201,-0.411 0.221,-0.316 0.271,-0.277 0.285,-0.215 0.295,0.699-0.122,-0.589 0.319,-0.404 0.384,-0.085 0.221,0.956-0.620,-0.287 0.268,0.028 0.029,-0.213 0.322,0.109 0.074,0.317-0.260,-0.095 0.288,0.097 0.072,0.198-0.125,0.376-0.874,-0.042 0.654,0.246-0.099,0.195-0.107,0.146-0.110,0.013-0.203,0.114-0.071,0.100-0.075,0.099-0.066,0.098-0.056,-0.256-0.058,0.045-0.029,0.828-0.114,0.073-0.124,0.012-0.109,-0.748 0.110,11.567-5.884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1000.000 219.000,'0.086'-0.086,"0.136"-0.136,0.162-0.162,-0.076 0.102,0.315-0.278,0.025-0.053,-0.018 0.020,-0.015 0.043,-0.048 0.088,-0.069 0.113,-0.077 0.122,-0.054 0.167,-0.086 0.197,-0.230-0.105,0.026 0.073,-0.032 0.153,-0.159 0.550,-0.106 0.219,0.033-0.375,-0.074 0.108,-0.387 0.892,-0.046 0.055,0.434-1.078,-0.272 0.719,0.143-0.336,0.016-0.025,-0.081 0.291,0.066-0.084,0.082-0.119,0.088-0.133,0.134 0.016,0.132-0.485,0.130-0.084,0.102-0.171,0.101-0.171,0.141-0.124,0.654-0.354,0.145-0.197,-1.046 0.488,0.655-0.417,0.070-0.104,0.107-0.144,0.081-0.104,0.059-0.071,-0.410 0.301,0.447-0.409,0.029-0.065,8.905-9.039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1027.000 213.000,'-0.030'0.119,"-0.048"0.193,-0.017 0.017,-0.042 0.069,0.002-0.028,-0.025 0.025,-0.028 0.023,-0.055 0.097,-0.009 0.019,0.175-0.381,-0.314 0.538,-0.054 0.057,-0.034 0.037,-0.017 0.020,-0.107 0.166,0.056-0.096,0.076-0.124,0.175-0.105,0.263-0.148,0.278-0.134,-0.194-0.300,0.397 0.087,0.198-0.174,0.080-0.158,-0.282 0.059,0.052-0.068,0.239-0.174,0.041-0.083,-0.197 0.089,-0.202 0.104,0.378-0.340,-0.121 0.047,-0.042 0.001,-0.271 0.216,0.292-0.371,0.228-0.304,0.012 0.022,-0.134 0.098,-0.168 0.121,-0.158 0.090,-0.173 0.103,-0.172 0.190,-0.160 0.237,-0.142 0.252,-0.020 0.103,-0.044 0.136,-0.032 0.096,-0.021 0.065,0.067-0.089,0.096-0.108,-0.379 0.770,0.042 0.084,0.449-0.955,-0.249 0.783,0.103 0.013,0.105-0.098,0.124-0.468,0.063-0.068,2.149 0.278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1062.000 197.000,'-0.015'0.022,"-0.023"0.035,-0.026 0.040,-0.028 0.040,-0.024 0.038,-0.024 0.034,-0.018 0.028,-0.015 0.023,-0.011 0.017,-0.010 0.013,0.118-0.141,-0.086 0.161,-0.248 0.594,-0.032 0.254,-0.010-0.053,0.185-0.496,-0.398 0.825,-0.060 0.133,-0.010 0.066,0.364-0.788,-0.187 0.534,-0.365 1.096,0.035-0.031,0.087-0.127,0.646-1.864,-0.368 1.190,0.119-0.200,0.135 0.034,1.269 1.417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1062.000 217.000,'0.042'0.000,"0.064"0.000,0.073 0.000,0.071 0.000,0.065 0.000,0.056 0.000,-0.050 0.044,-0.070 0.070,-0.093 0.079,-0.101 0.082,-0.097 0.075,0.002-0.182,-0.082 0.190,-0.037 0.037,-0.022 0.047,-0.009 0.058,-0.075 0.150,0.054-0.149,-0.004-0.001,0.002 0.011,0.008 0.022,0.136-0.355,-0.120 0.382,-0.035 0.257,0.065-0.039,0.071-0.069,0.094-0.111,0.103-0.112,0.105-0.118,0.102-0.113,0.029-0.098,0.017-0.066,-0.013-0.105,0.048-0.123,0.288-0.237,0.098-0.187,-0.052-0.085,-0.603 0.529,0.337-0.391,-0.029-0.002,-0.010 0.020,0.004 0.040,0.082-0.038,-0.056 0.085,-0.068 0.084,-0.069 0.090,-0.019 0.059,-0.007 0.048,0.001 0.042,0.009 0.031,0.083 0.026,0.026 0.024,-0.142 0.003,0.159-0.024,0.043-0.049,0.024-0.063,-0.074 0.011,0.506-0.192,4.634-1.878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1085.000 217.000,'0.056'-0.084,"0.085"-0.128,0.098-0.145,0.006-0.030,-0.015-0.005,-0.039 0.025,-0.052 0.044,-0.056 0.052,-0.053 0.053,-0.062 0.123,-0.061 0.160,-0.057 0.171,-0.081 0.059,-0.083 0.077,-0.060 0.054,-0.042 0.033,-0.056 0.049,-0.042 0.059,-0.029 0.062,-0.128 0.253,0.054-0.003,0.224-0.279,0.044-0.014,-0.020 0.185,0.146-0.098,0.149-0.175,0.124-0.085,0.119-0.083,0.144-0.096,0.134-0.120,-0.107-0.089,0.036-0.055,0.047-0.041,0.157-0.091,0.098-0.089,-0.060-0.020,0.012-0.049,-0.202 0.094,0.329-0.216,-0.022-0.036,-0.318 0.201,0.488-0.371,-0.078-0.010,-0.007-0.049,-0.131 0.082,-0.127 0.100,-0.112 0.104,-0.098 0.097,-0.078 0.088,-0.061 0.072,-0.046 0.059,-0.018 0.049,0.033 0.025,0.050 0.019,0.062 0.015,0.048 0.010,-0.050-0.036,0.026-0.059,-0.040-0.019,0.204-0.127,0.000-0.020,-0.010 0.004,-0.371 0.190,0.007-0.004,0.500-0.326,0.102-0.124,0.066-0.112,0.085-0.037,0.439-0.301,-0.044 0.053,-0.806 0.579,0.405-0.347,0.140-0.143,-0.084 0.077,-0.554 0.460,0.429-0.286,-0.091 0.103,-0.107 0.099,-0.110 0.087,-0.071 0.148,-0.115 0.205,-0.095 0.204,-0.110-0.038,-0.008 0.213,-0.030 0.095,-0.026-0.088,-0.011 0.080,-0.009 0.076,-0.009 0.177,-0.008 0.047,0.010-0.599,-0.026 1.108,0.004-0.187,0.003-0.123,0.001-0.003,0.021-0.746,0.158 1.190,0.083-0.147,0.033-0.174,-0.060-0.276,-0.110-0.313,-0.132-0.310,-0.135-0.284,-0.125-0.242,-0.109-0.198,0.080 0.069,-0.134-0.124,-0.106-0.052,-0.097-0.023,0.496 0.449,-0.870-0.695,-0.149-0.047,-0.083 0.012,0.752 0.534,-0.694-0.375,0.048 0.096,0.083 0.102,0.183 0.143,0.124 0.112,0.126 0.109,0.222 0.121,0.106 0.104,0.198-0.006,0.072 0.078,0.101 0.034,0.092 0.019,0.081 0.011,0.083 0.003,0.149 0.031,0.073-0.012,0.016-0.046,0.096-0.016,0.354 0.029,0.082-0.030,0.037-0.030,0.388-0.008,-0.593-0.065,-0.003-0.040,-0.012-0.057,0.121-0.065,-0.039-0.042,0.361-0.113,-0.063-0.015,-0.224 0.047,-0.065 0.016,-0.084 0.022,-0.095 0.025,0.020 0.009,-0.118 0.033,-0.104 0.029,-0.091 0.090,0.008 0.113,-0.057 0.065,0.004 0.072,0.064 0.080,0.000 0.013,-0.121-0.067,0.002 0.017,0.183 0.043,0.122-0.014,0.116-0.027,0.106-0.032,-0.456-0.143,0.739 0.095,-0.005-0.083,-0.060-0.085,0.245-0.285,0.232-0.273,-0.005-0.148,-0.524 0.114,-0.110-0.036,-0.123-0.014,-0.131 0.002,-0.260 0.137,-0.069-0.022,0.092-0.385,-0.216 0.062,-0.185 0.106,-0.167 0.194,-0.155 0.089,0.027 0.226,-0.203 0.074,-0.227 0.167,-0.040 0.158,0.243-0.031,-0.189 0.185,0.028 0.067,0.051 0.041,0.402-0.369,-0.101 0.133,-0.239 0.468,0.151-0.110,0.056 0.018,0.092-0.164,0.026-0.019,0.056-0.146,-0.008 0.207,0.057-0.026,0.064-0.081,0.072-0.007,0.314 0.264,0.143-0.090,-0.344-0.369,-0.105-0.098,0.161 0.077,0.430 0.096,0.091-0.080,0.042-0.080,4.108-0.798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1149.000 225.000,'0.000'0.052,"0.000"0.078,0.000 0.088,0.000 0.088,0.000 0.077,0.000 0.528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1177.000 207.000,'0.023'0.015,"0.036"0.024,0.039 0.027,0.039 0.026,0.036 0.023,0.031 0.021,0.024 0.015,0.018 0.014,0.015 0.008,0.008 0.007,0.007 0.004,-0.068-0.051,0.049 0.022,-0.178-0.104,0.403 0.299,0.192 0.182,0.127 0.152,0.077 0.122,-0.655-0.599,0.857 0.750,0.605 0.578,0.015 0.130,-1.396-1.362,0.589 0.630,-0.600-0.619,0.815 0.990,-0.082 0.005,-0.092-0.026,-0.707-0.961,0.659 1.359,-0.261-0.005,-0.249-0.052,-0.309-1.302,-0.100 0.996,-0.595 0.599,-0.475 0.069,0.653-1.270,-0.641 0.710,-0.117-0.042,-0.057-0.062,-0.013-0.077,0.956-0.937,-1.086 1.034,0.302-0.312,-0.049 0.004,-0.868 0.696,1.227-1.046,-0.915 0.839,0.124-0.042,0.582-0.532,0.043-0.042,0.334-0.328,-0.686 0.610,0.145-0.119,0.118-0.087,0.218-0.176,0.210-0.170,0.192-0.155,0.166-0.134,0.138-0.111,0.175-0.088,0.185-0.071,0.088-0.050,0.086-0.030,-0.107-0.008,0.028-0.007,0.364-0.025,0.153-0.006,-0.672 0.042,0.808 0.091,0.024 0.118,-0.033 0.111,-0.782-0.247,0.556 0.272,-0.001 0.032,-0.120-0.023,-0.043 0.021,0.142 0.240,-0.129 0.009,-0.017 0.094,-0.039 0.065,-0.283-0.374,0.178 0.664,-0.223 0.100,-0.246 0.078,-0.054-0.430,-0.135 0.301,-0.080 0.016,-0.057 0.004,0.162-0.556,-0.036 0.025,-0.445 0.908,-0.116 0.183,-0.074 0.161,0.018 0.006,-0.398 0.956,-0.026 0.126,0.802-1.863,-0.272 0.638,-0.293 0.772,-0.014 0.163,0.009 0.134,0.781-2.080,-0.956 2.470,-0.661 1.587,-0.043 0.039,1.195-3.017,-0.883 2.031,-0.105 0.065,-0.066-0.068,1.333-2.867,-0.968 1.933,-0.032 0.005,0.001-0.019,-0.224 0.389,0.037-0.148,1.169-2.227,-0.936 1.740,-0.915 1.725,0.953-1.834,0.017-0.113,0.049-0.100,0.047-0.087,-0.294 0.561,0.298-0.507,0.106-0.167,0.528-0.953,-0.214 0.466,-2.374 6.756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1232.000 263.000,'0.011'0.017,"0.018"0.027,0.020 0.028,0.019 0.030,0.017 0.026,0.015 0.022,0.012 0.018,0.009 0.014,0.007 0.009,0.004 0.007,0.003 0.005,0.002 0.002,0.000 0.001,0.000 0.000,-0.000 0.000,-0.042 0.196,-0.009 0.229,-0.037 0.131,-0.039 0.239,-0.026-0.359,-0.068 0.713,-0.038 0.198,-0.097 0.458,-0.094 0.193,0.229-1.642,-0.341 1.867,-0.042 0.063,-0.055 0.021,-0.063-0.009,0.432-1.883,-0.554 1.809,-0.163 0.111,-0.028-0.282,0.082-0.416,0.064-0.300,0.085-0.290,0.095-0.268,0.032-0.279,0.124-0.464,0.111-0.437,0.210 0.062,0.965-5.301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1237.000 261.000,'0.054'-0.036,"0.093"-0.062,0.104-0.117,0.285-0.299,-0.092 0.096,0.052-0.030,-0.028 0.035,-0.301 0.270,0.916-0.733,-0.269 0.243,0.031 0.007,-0.598 0.450,0.557-0.329,0.473-0.158,0.065 0.084,0.025 0.089,-0.737 0.294,0.646-0.034,0.242 0.139,-0.162 0.132,-0.822 0.023,0.236 0.152,0.176 0.225,-0.102 0.113,-0.111 0.078,-0.557-0.470,0.413 0.642,-0.073 0.437,-0.315-0.028,-0.177-0.991,-0.015 0.001,-0.456 0.972,-0.356 0.038,-0.242 0.005,-0.029-0.256,0.792-0.737,-1.527 0.992,-0.233-0.047,0.315-0.313,-0.286 0.048,-0.017-0.036,0.499-0.245,0.074-0.058,-0.487 0.101,0.362-0.241,0.383-0.242,-0.280-1.245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1278.000 259.000,'-2.000'0.000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1295.000 232.000,'0.000'0.039,"0.000"0.062,0.000 0.068,0.000 0.071,0.000 0.064,0.000 0.056,-0.047-0.031,-0.019-0.043,-0.036 0.048,0.059-0.216,-0.222 0.378,-0.094 0.064,-0.319 0.354,-0.224 0.226,0.231-0.290,-0.064 0.102,-0.978 1.191,-0.372 0.455,-0.232 0.248,1.347-1.680,-1.167 1.321,-0.135 0.112,0.257-0.340,0.016-0.075,0.873-0.956,-1.020 1.147,0.177-0.122,0.378-0.411,0.120-0.146,1.062-1.225,-0.986 1.183,0.283-0.240,0.155-0.018,0.386-0.341,0.322-0.424,0.183-0.205,5.504-3.341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1280.000 263.000,'0.035'-0.024,"0.137"-0.096,0.093-0.073,0.205-0.133,0.090-0.034,-0.246 0.187,0.803-0.294,0.292-0.037,0.210-0.012,-0.918 0.276,1.107-0.469,-0.022-0.042,-0.073 0.004,-0.222 0.058,-0.300 0.087,-0.330 0.101,-0.383 0.176,-0.302 0.150,-0.292 0.157,-0.263 0.151,0.031 0.024,-0.167 0.094,-0.079 0.041,0.017-0.013,-0.078 0.028,0.187-0.085,0.226-0.102,-0.573 0.340,-0.238 0.184,-0.074 0.075,0.467-0.287,-0.734 0.581,-0.001 0.073,0.048 0.017,0.082-0.025,0.951-0.810,-0.955 0.821,-0.234 0.207,0.164-0.135,0.687-0.474,0.075 0.184,0.257-0.073,0.222-0.089,0.093-0.538,0.312 0.320,0.316-0.160,0.124-0.158,0.180-0.113,-0.648-0.052,0.901-0.096,0.165-0.082,-0.952 0.114,1.319-0.323,0.041-0.139,-1.306 0.381,1.445-0.566,0.002-0.092,-0.073-0.044,-0.122-0.007,-1.273 0.630,0.852-0.481,0.366-0.273,-0.120 0.017,-0.158 0.058,-0.140 0.051,-0.249 0.133,-0.250 0.143,-0.241 0.142,-0.388 0.333,0.001-0.063,-0.345 0.283,-0.239 0.214,0.165-0.100,-0.241 0.296,-0.021 0.174,0.034-0.019,0.275-0.332,-0.403 0.736,0.150 0.010,0.162-0.176,0.246-0.578,0.006 0.297,0.118-0.048,0.425 0.052,-0.209-0.409,0.502 0.148,0.283-0.110,0.028-0.124,0.113-0.089,-0.808-0.055,1.495-0.089,0.183-0.118,-0.427-0.035,-0.024-0.085,-1.117 0.216,1.371-0.394,-0.071-0.050,0.228-0.225,-0.309 0.014,-0.349 0.078,-0.351 0.116,-0.325 0.128,-0.286 0.130,-0.244 0.184,-0.112 0.053,-0.116 0.057,-0.195 0.126,-0.183 0.154,0.220-0.112,-0.353 0.260,-0.026 0.075,0.011 0.053,0.039 0.036,0.454-0.440,-0.426 0.515,0.129-0.050,0.139-0.070,0.137-0.082,0.127-0.083,0.063-0.227,0.206 0.090,0.391-0.022,0.355-0.106,0.180-0.131,-0.941 0.014,0.722-0.105,0.062-0.054,0.045-0.032,0.030-0.013,-0.531 0.093,0.727-0.202,-0.055-0.010,-0.092 0.013,-0.015 0.022,-0.200 0.093,-0.200 0.103,-0.252 0.118,-0.217 0.119,-0.204 0.115,-0.140 0.078,-0.089 0.077,-0.094 0.126,-0.028 0.048,0.081-0.020,-0.271 3.003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1347.000 279.000,'2.000'2.000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1204.000 321.000,'0.028'0.000,"0.043"0.000,0.049 0.000,0.051 0.000,0.046 0.000,0.041 0.000,0.034 0.000,0.026 0.000,0.021 0.000,0.015 0.000,0.010 0.000,-0.044 0.000,0.315 0.000,-0.086 0.000,0.114 0.000,-0.457 0.000,1.091 0.000,0.372 0.000,0.279 0.000,0.202 0.000,-1.590 0.000,0.045 0.006,2.711 0.105,1.918 0.116,0.643 0.040,-3.306-0.147,3.488 0.157,3.366 0.131,0.222-0.020,-7.875-0.319,5.816 0.180,3.113 0.036,-0.524-0.060,-8.352-0.186,7.229 0.111,-3.824-0.075,-0.244-0.014,1.227-0.048,-0.414-0.049,-0.473-0.081,-0.494-0.099,-1.012-0.019,-0.406-0.026,-2.468 0.182,1.653-0.186,1.299-0.274,-0.871 0.016,-1.585 0.254,2.646-1.161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1245.000 341.000,'0.024'-0.035,"0.035"-0.055,0.042-0.061,0.040-0.061,0.037-0.055,0.033-0.048,0.024-0.039,0.010-0.026,0.020-0.049,0.018-0.049,-0.062 0.140,-0.039 0.133,-0.051 0.170,-0.054 0.185,-0.136 0.287,-0.418 0.790,-0.418 0.537,0.302-0.646,-0.457 0.725,-0.252 0.329,-0.237 0.298,-0.143 0.330,-0.116 0.245,-0.047 0.078,0.009-0.045,1.379-2.310,-1.400 2.279,-8.106 12.200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1220.000 369.000,'-0.008'0.041,"-0.013"0.063,-0.013 0.068,-0.014 0.068,-0.012 0.059,-0.010 0.050,-0.008 0.040,-0.006 0.030,-0.003 0.021,-0.004 0.013,-0.002 0.009,0.016 0.073,0.062-0.424,-0.045 0.554,0.009 0.162,0.021-0.236,0.005 0.029,0.021-0.192,0.113 0.631,0.134 0.063,0.028-0.247,0.087-0.011,-0.249-0.620,0.479 0.671,0.125-0.086,-0.014-0.277,0.163-0.081,-0.206-0.216,1.025 0.023,0.301-0.203,0.006-0.231,0.173-0.197,-0.138-0.100,17.470-7.269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1195.000 405.000,'-0.030'0.000,"-0.048"0.000,-0.053 0.000,-0.052 0.000,-0.049 0.000,-0.042 0.000,-0.034 0.000,-0.027 0.000,0.062 0.018,-0.081 0.031,-0.286 0.101,-0.077 0.078,-0.068 0.179,0.622-0.319,-0.798 0.529,-0.063 0.105,-0.036 0.087,0.632-0.462,-0.521 0.543,0.063 0.049,0.256-0.221,0.067-0.036,0.034 0.053,0.130-0.041,0.122 0.006,0.161-0.094,0.176-0.148,0.184-0.077,0.079-0.105,0.088-0.052,0.231-0.013,0.070-0.066,-0.053-0.057,0.012-0.034,0.023-0.004,0.032 0.020,-0.542-0.052,0.574 0.063,-0.018 0.003,-0.048 0.044,-0.067 0.073,-0.077 0.090,-0.081 0.050,-0.079 0.043,-0.075 0.036,-0.239-0.311,0.132 0.416,-0.098 0.087,-0.143-0.014,-0.167 0.060,0.132-0.466,-0.715 1.000,-0.271 0.057,-0.162-0.014,-0.069-0.028,0.165-0.231,0.093-0.152,-0.033-0.051,-0.222 0.066,0.060-0.112,0.092-0.118,0.112-0.113,-2.374 0.379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1204.000 411.000,'-0.011'0.033,"-0.017"0.051,-0.019 0.057,-0.018 0.055,-0.017 0.048,-0.013 0.042,-0.011 0.033,-0.009 0.025,0.054-0.134,-0.031 0.105,-0.019 0.027,-0.024 0.019,0.092-0.262,-0.464 0.661,0.149-0.250,-0.033 0.043,-0.302 0.493,-0.049 0.151,0.305-0.463,0.018 0.007,0.282-0.496,-0.473 0.999,0.094-0.043,0.098-0.079,0.166-0.134,0.186-0.256,0.173-0.181,0.170-0.184,0.158-0.176,-0.334-0.158,0.480-0.153,0.113-0.264,-0.203 0.047,0.022-0.070,0.005-0.043,0.028-0.035,0.049-0.028,0.261-0.303,0.028-0.080,-0.447 0.444,0.296-0.349,-0.048 0.002,0.207-0.239,-0.092 0.108,-0.114 0.134,-0.121 0.142,-0.118 0.137,-0.135 0.261,-0.158 0.347,-0.101 0.097,-0.043 0.103,-0.033 0.085,-0.023 0.068,0.014-0.166,-0.064 0.501,-0.009 0.082,0.001 0.041,0.026-0.001,0.034-0.032,0.041-0.074,0.042-0.097,0.019-0.421,3.541 0.435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1234.000 396.000,'0.054'-0.036,"0.093"-0.062,0.104-0.164,0.095-0.094,0.204-0.205,0.071-0.070,-0.249 0.227,0.135-0.174,-0.040 0.040,-0.053 0.069,-0.060 0.087,-0.089 0.141,-0.077 0.143,-0.079 0.153,-0.203 0.248,-0.188 0.304,-0.143 0.234,-0.107 0.175,0.242-0.453,-0.453 0.816,-0.479 0.870,-0.056 0.147,1.037-1.952,-1.234 2.064,0.852-1.469,-0.949 1.421,-0.078-0.033,0.124-0.215,-0.018-0.048,0.014-0.121,0.035-0.166,-0.023-0.029,0.247-0.287,0.288-0.287,0.298-0.270,0.271-0.287,0.302-0.405,0.251-0.381,-0.024-0.008,0.630-0.489,0.383-0.307,-0.073 0.044,-0.490 0.388,0.670-0.553,-0.089 0.062,0.063-0.049,0.671-0.496,-1.135 0.896,0.760-0.545,0.008 0.056,0.023 0.048,-0.133 0.147,-0.166 0.163,-0.182 0.163,-0.599 0.322,0.139-0.032,-0.086 0.082,-0.046 0.136,-0.244 0.212,-0.170 0.105,-0.108 0.103,-0.295 0.333,-0.316 0.228,0.043-0.131,-0.056 0.046,0.276-0.353,-0.544 0.571,-0.144 0.045,0.097-0.138,0.006-0.015,0.709-0.693,-0.694 0.645,0.047-0.041,0.409-0.396,-0.576 0.468,0.117-0.160,0.138-0.171,0.142-0.166,0.224-1.347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1250.000 417.000,'0.039'-0.013,"0.062"-0.021,0.068-0.022,0.071-0.024,0.064-0.021,0.056-0.019,-0.006-0.035,-0.022-0.050,-0.038-0.055,-0.047-0.051,-0.122 0.011,-0.142 0.014,-0.158 0.026,-0.059 0.063,-0.065 0.028,-0.048 0.026,-0.253 0.122,-0.199 0.086,0.002 0.055,-0.063 0.061,0.329-0.041,-1.049 0.393,-0.081 0.116,0.033 0.062,1.302-0.569,0.001 0.002,-0.995 0.455,-0.407 0.249,0.209-0.017,0.426-0.145,0.302-0.047,0.408-0.126,0.303-0.343,0.275 0.061,0.574-0.084,0.280-0.114,-0.851-0.033,0.252-0.030,0.367-0.129,0.294-0.160,0.114-0.105,-0.092 0.013,-0.351 0.113,0.888-0.409,-0.195 0.052,-0.023-0.004,0.624-0.238,0.026-0.065,-0.299 0.011,-0.829 0.419,-0.202 0.109,-0.107 0.044,-0.402 0.195,-0.352 0.164,0.056 0.023,-0.502 0.216,-0.237 0.150,-0.168 0.217,0.746-0.462,-0.858 0.644,0.019 0.038,0.445-0.309,0.041-0.002,-0.236 0.326,0.139-0.027,0.206-0.141,0.151-0.079,0.178-0.090,0.188-0.088,2.390 0.354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1260.000 420.000,'0.079'0.000,"0.182"0.000,0.209 0.000,0.177 0.000,0.161 0.000,0.340 0.000,0.056 0.000,-0.012 0.000,-0.529 0.000,0.284-0.018,-0.024-0.031,-0.030-0.036,-0.484 0.018,0.187-0.112,0.444-0.385,-0.081-0.136,-0.197-0.027,-0.258 0.142,-0.121 0.027,-0.147 0.103,-0.100 0.043,-0.109 0.297,-0.321-0.352,-0.328 0.184,-0.136 0.210,0.409 0.065,-0.514 0.082,-0.100 0.086,0.717-0.117,-0.575 0.167,-0.352 0.171,-0.209 0.146,-0.018 0.064,0.164-0.011,0.346-0.138,-0.328 0.234,0.151-0.001,0.250-0.106,0.066 0.026,0.202-0.083,0.192-0.088,0.210-0.154,0.131-0.046,0.175-0.023,0.164-0.049,-0.230-0.120,0.366 0.018,0.383-0.099,0.169-0.103,0.122-0.090,-0.524 0.107,0.778-0.267,0.710-0.338,0.018-0.092,-1.730 0.678,1.182-0.488,0.533-0.265,-0.177 0.022,-0.616 0.269,-0.208 0.093,-0.215 0.107,-0.210 0.108,-0.426 0.221,-0.273 0.151,-0.166 0.128,-0.393 0.410,0.452-0.472,-1.228 1.019,-0.486 0.339,-0.085 0.146,-0.574 0.635,-0.096 0.217,-0.135 0.067,2.181-2.030,-2.194 2.167,-0.158 0.218,0.973-0.954,0.027-0.014,-0.508 0.583,0.423-0.386,0.127-0.077,0.385-0.364,0.132-0.100,0.139-0.121,0.028 0.064,0.250-0.191,0.237-0.211,0.223-0.215,0.273-0.471,0.083 0.042,0.186-0.184,5.937-3.530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1264.000 431.000,'0.067'-0.053,"0.108"-0.088,0.134-0.105,0.141-0.115,-0.068 0.050,0.340-0.215,0.400-0.252,0.094-0.058,-0.722 0.506,0.746-0.401,0.063 0.073,0.045 0.091,-0.234 0.152,-0.299 0.144,0.104 0.006,-0.040 0.048,-0.373 0.107,0.494-0.148,0.316-0.129,-0.110 0.016,-0.573 0.155,-0.227 0.070,0.265-0.128,-0.035-0.023,-0.127 0.038,-0.043 0.004,0.076-0.116,-0.412 0.279,0.352-0.385,-0.101-0.071,-0.068-0.153,-0.128-0.080,-0.157 0.064,-0.067 0.303,-0.060 0.045,-0.126-0.025,-0.082 0.075,-0.228 0.127,0.158 0.172,-0.212 0.127,-0.056 0.090,0.483-0.141,-0.534 0.306,-0.033 0.082,-0.021 0.037,-0.011 0.004,-0.066 0.122,-0.007 0.089,0.032 0.062,0.063 0.040,0.389-0.401,-0.128 0.210,-0.071 0.189,0.088-0.046,0.086-0.068,0.102 0.044,0.326-0.090,0.388-0.155,-0.143-0.259,-0.036-0.103,0.486 0.001,0.137-0.106,0.073-0.093,-0.715 0.056,0.011-0.007,0.648-0.166,0.286-0.156,0.076-0.099,0.336-0.187,-0.779 0.294,0.901-0.512,-0.419 0.169,0.003-0.015,0.852-0.527,-1.311 0.746,1.102-0.643,-0.277 0.135,-0.325 0.160,-0.457 0.274,-0.348 0.223,-0.339 0.230,-0.318 0.221,-0.297 0.173,-0.266 0.129,0.031 0.017,-0.067 0.102,0.505-0.377,-0.760 0.614,-0.121 0.079,0.111-0.077,0.015 0.013,0.689-0.566,-0.666 0.571,0.048 0.015,-0.141 0.201,0.138-0.079,0.177-0.111,0.192-0.123,0.257-0.176,0.224-0.095,0.166-0.174,0.152-0.155,-0.177-0.079,0.584-0.138,0.597-0.335,0.093-0.182,-1.113 0.519,0.008-0.007,0.927-0.474,0.065-0.043,-0.150 0.061,-0.016-0.011,-0.783 0.424,1.064-0.583,-0.085 0.069,-0.098 0.091,-0.482 0.250,0.272-0.048,-0.301 0.240,-0.303 0.243,-0.280 0.225,-0.127-0.011,-0.074 0.033,-0.047 0.054,-0.031 0.105,0.068-0.056,0.101-0.095,0.115-0.111,0.115-0.112,0.108-0.106,0.191-0.217,0.019-0.111,0.014-0.100,0.110-0.035,-0.086 0.062,0.580-0.400,0.117-0.113,-0.434 0.303,0.088-0.054,0.622-0.380,0.075 0.024,-1.261 0.775,0.714-0.461,0.413-0.287,-0.124 0.066,-0.161 0.095,-0.244 0.252,-0.117 0.178,-0.256 0.234,-0.252 0.214,-0.235 0.184,-0.266 0.236,-0.237 0.173,0.318-0.519,-0.381 0.679,-0.073 0.161,-0.042 0.085,-0.018 0.025,0.451-0.817,-0.482 1.010,-0.211 0.709,0.092 0.049,0.271-0.495,0.159-0.376,-0.034 0.751,0.216-0.122,0.123-1.442,0.207 1.452,0.221-0.212,0.158-0.263,-0.454-1.094,0.625 0.647,0.053-0.341,-0.630-0.450,0.502 0.086,-0.336-0.140,0.252-0.179,1.234-3.882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1313.000 425.000,'-0.026'-0.040,"-0.048"-0.069,-0.113-0.173,-0.042-0.061,0.174 0.263,-0.285-0.352,-0.075-0.022,-0.034-0.011,0.039 0.039,0.070 0.055,0.084 0.061,0.141 0.068,0.181 0.092,0.185 0.087,0.173 0.079,0.112 0.039,0.101 0.023,-0.485-0.060,0.400 0.067,0.074 0.048,-0.404-0.085,0.901 0.200,0.773 0.143,0.177-0.004,-1.294-0.251,9.780 1.036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1361.000 340.000,'0.022'0.037,"0.035"0.057,0.040 0.068,0.040 0.066,0.038 0.065,0.034 0.055,0.028 0.047,0.023 0.037,0.017 0.030,0.013 0.021,-0.095-0.121,0.165 0.517,-0.011 0.153,0.026 0.249,-0.198-0.646,0.460 1.477,-0.032-0.025,0.087 0.467,-0.065-0.101,-0.005 0.127,-0.443-1.831,0.537 2.485,-0.031 0.110,0.225 0.557,0.069-0.019,-0.117-0.555,-0.047-0.173,-0.607-2.379,0.580 1.765,0.034-0.199,0.015-0.218,-0.002-0.220,-0.596-1.378,5.486 5.768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1361.000 394.000,'0.110'0.074,"0.174"0.115,0.089 0.059,-0.039-0.020,0.024 0.025,0.017 0.022,0.379 0.072,-0.054-0.084,0.052-0.022,0.018-0.029,-0.565-0.160,0.997 0.116,0.240-0.064,0.177-0.068,-0.853-0.042,-0.370-0.005,2.019-0.220,-0.891 0.031,0.059-0.069,-1.050 0.171,2.391-0.648,0.058-0.146,-0.073-0.064,-2.334 0.760,1.384-0.555,-0.055-0.039,8.348-4.754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1371.000 427.000,'-0.033'0.013,"-0.050"0.021,-0.059 0.022,-0.058 0.024,-0.053 0.021,-0.046 0.019,-0.040 0.015,-0.029 0.013,-0.023 0.008,-0.017 0.007,-0.010 0.005,-0.007 0.002,0.174-0.062,-0.009 0.018,-0.086 0.107,0.094-0.024,0.015 0.033,0.160-0.159,-0.261 0.526,0.058 0.115,0.056 0.058,0.143-0.461,-0.070 0.504,0.050-0.032,0.030 0.078,0.035-0.291,0.010-0.015,0.007 0.000,0.021-0.003,0.028-0.003,-0.017-0.374,0.058 0.450,0.019-0.013,-0.064-0.447,0.075 0.438,0.002 0.014,-0.074-0.449,0.085 0.535,-0.008-0.010,-0.039-0.118,-0.040-0.044,-0.074 0.097,-0.081-0.046,0.091-0.464,-0.202 0.278,-0.092-0.046,0.229-0.261,-0.415 0.259,-0.052-0.022,-0.114-0.026,-0.018-0.095,-2.615-0.335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1390.000 432.000,'-0.010'0.030,"-0.016"0.048,-0.017 0.053,-0.019 0.052,-0.015 0.049,-0.014 0.042,-0.012 0.035,-0.009 0.025,-0.040-0.025,-0.090 0.027,-0.104 0.101,-0.217 0.174,-0.264 0.226,-0.110 0.080,0.042 0.040,0.222-0.209,-0.193 0.283,0.061-0.004,0.248-0.284,-0.164 0.311,0.163-0.134,0.166-0.149,0.423-0.115,0.191-0.231,0.147-0.093,0.103-0.080,6.492-1.186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1406.000 432.000,'0.188'-0.141,"0.173"-0.165,0.153-0.174,-0.054 0.010,0.045-0.126,0.076-0.136,0.175-0.260,0.049-0.085,0.434-0.660,-0.993 1.387,1.011-1.536,-0.140 0.174,-0.180 0.278,-0.419 0.586,-0.235 0.264,-0.259 0.279,-0.432 0.330,-0.250 0.296,-0.248 0.271,0.226-0.117,-0.070 0.062,0.200-0.127,-0.720 0.586,-0.086 0.105,0.010 0.005,-0.089 0.122,0.599-0.500,-0.926 0.881,-0.050 0.127,0.229-0.175,0.022 0.012,1.118-1.122,-1.057 1.153,0.091-0.022,-0.204 0.360,0.229-0.147,0.470-0.524,0.172-0.140,0.380-0.532,-0.076 0.303,0.181-0.142,0.244-0.088,0.296-0.197,0.224-0.201,0.248-0.134,0.719-0.229,0.219-0.252,-1.348 0.264,0.961-0.284,0.061-0.056,0.263-0.118,0.041-0.041,-0.419 0.144,-0.433 0.136,1.156-0.476,-0.290 0.085,-0.338 0.128,-0.340 0.146,-0.451 0.229,-0.530 0.277,-0.501 0.270,-0.437 0.243,0.333-0.248,-0.302 0.165,-0.060 0.030,0.083-0.072,-0.031-0.019,0.635-0.330,0.002 0.000,-0.738 0.422,0.043 0.022,0.059 0.021,-0.117 0.175,0.221-0.079,0.230-0.107,0.421-0.138,0.251-0.124,0.185-0.073,0.237-0.198,0.045-0.106,0.025-0.044,0.087-0.033,-0.491 0.091,0.746-0.164,0.095-0.047,0.041-0.021,0.003-0.004,-0.819 0.207,1.091-0.251,-0.076 0.037,-0.118 0.044,-0.500 0.112,-0.016 0.016,0.180-0.008,-0.050 0.024,-0.057 0.024,-0.028 0.019,0.016 0.014,-0.052 0.016,-0.053 0.011,-0.106 0.008,-0.036-0.010,-0.015-0.023,-0.001-0.030,-0.021-0.019,-0.037-0.008,-0.043-0.003,-0.089 0.026,0.133-0.048,-0.095 0.002,-0.112 0.003,-0.116 0.003,-0.110 0.002,-0.097 0.001,-0.081 0.003,-0.066 0.001,-0.051 0.001,-0.037 0.000,-0.024 0.047,-0.029 0.070,0.116 0.016,-0.016 0.015,0.231-0.033,-0.272 0.076,0.019 0.045,-0.059 0.116,0.067 0.051,0.070 0.034,0.118-0.027,0.121-0.027,0.123-0.038,0.117-0.041,0.102-0.043,1.802 0.098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1431.000 446.000,'-0.019'-0.006,"-0.028"-0.010,-0.033-0.011,-0.032-0.010,-0.031-0.011,-0.025-0.008,-0.021-0.007,-0.016-0.005,-0.013-0.005,-0.009-0.002,-0.005-0.003,-0.004 0.000,-0.002-0.002,-0.041 0.006,-0.056 0.010,-0.061 0.011,0.235 0.046,-0.101 0.024,-0.246 0.125,0.028 0.099,0.183-0.046,-0.020 0.047,-0.007 0.041,0.003 0.040,-0.160 0.320,0.152-0.010,0.177-0.061,0.206-0.084,0.205-0.094,0.189-0.089,-0.118-0.186,0.053-0.045,-0.246-0.059,0.735-0.195,0.211-0.216,-0.158 0.014,0.066-0.042,0.745-0.398,0.151-0.189,-1.104 0.576,1.345-0.934,-0.434 0.176,-0.061-0.060,-0.397 0.296,-0.824 0.633,1.223-1.071,0.093-0.211,-0.178 0.041,-0.040-0.120,-0.356 0.246,-0.343 0.273,-0.518 0.354,-0.394 0.290,-0.318 0.273,0.026 0.222,-0.615 0.324,-0.300 0.271,-0.243 0.206,-0.317 0.386,-0.059 0.195,0.041 0.089,1.539-1.170,-0.953 0.863,0.101-0.025,0.247-0.174,0.109-0.043,0.397-0.393,-0.294 0.522,0.251-0.101,0.256-0.121,0.225-0.170,0.173-0.107,0.137-0.101,0.100-0.123,0.159-0.064,0.449-0.020,0.195-0.080,0.138-0.062,-1.052-0.061,0.906-0.038,0.139-0.072,-0.058-0.041,-0.354 0.017,-0.085-0.003,0.152-0.052,-0.219 0.014,-0.213 0.021,-0.192 0.024,-0.165 0.024,-0.203 0.059,-0.214 0.085,-0.197 0.087,-0.170 0.085,-0.025 0.020,0.104 0.000,-0.012 0.070,0.017 0.035,0.143-0.056,-0.150 0.184,0.017-0.003,-0.033 0.074,0.080-0.028,0.085-0.031,0.122-0.050,0.145-0.079,0.141-0.078,0.124-0.074,0.104-0.062,0.083-0.051,-0.291-0.079,0.108 0.011,0.413 0.010,0.097-0.018,0.042-0.014,-0.070-0.008,0.038-0.004,0.043-0.004,0.292-0.007,-0.062-0.000,-0.103 0.001,-0.116 0.003,-0.204 0.025,-0.150 0.037,-0.148 0.042,-0.134 0.043,-0.117 0.039,-0.098 0.035,-0.077 0.028,-0.058 0.025,-0.043 0.017,-0.028 0.013,0.014-0.010,0.023-0.004,0.032-0.008,0.037-0.010,0.037-0.010,0.044-0.006,0.060-0.036,0.057-0.041,0.051-0.038,0.043-0.033,0.033-0.030,0.027-0.023,0.019-0.017,0.012-0.014,0.008-0.008,0.005-0.006,0.002-0.003,0.000-0.002,-0.002 0.001,0.000-0.001,-0.003 0.002,0.003 0.011,0.007 0.018,0.007 0.018,0.007 0.018,0.008 0.018,0.006 0.014,0.005 0.012,0.004 0.010,-0.027 0.023,-0.026 0.039,-0.030 0.045,-0.032 0.044,-0.029 0.039,-0.026 0.036,-0.023 0.029,-0.016 0.043,-0.016 0.005,-0.011-0.004,-0.007-0.009,-0.004-0.012,-0.003-0.010,0.041-0.103,0.065-0.032,0.080-0.034,0.086-0.037,-0.055-0.068,0.138 0.008,0.154-0.013,0.019-0.033,-0.011-0.026,-0.030-0.021,-0.039-0.013,0.927 0.897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1458.000 464.000,'0.000'2.000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155.000 222.000,'0.037'0.000,"0.057"0.000,0.068 0.000,0.066 0.000,0.065 0.000,0.055 0.000,-0.016 0.000,0.022 0.047,0.047 0.032,0.061 0.018,-0.336-0.073,0.360 0.055,0.458 0.036,0.207-0.005,0.171-0.009,-0.667-0.058,0.054-0.013,0.546-0.015,0.674-0.035,0.138-0.029,-0.975 0.021,1.338-0.043,1.292-0.039,0.166 0.002,-2.484 0.070,1.450-0.030,0.345 0.001,-0.078 0.011,0.418 0.081,-2.122-0.007,2.137 0.073,-0.143 0.021,-1.303-0.042,0.832 0.070,0.955 0.076,0.150 0.011,-1.611-0.095,0.941 0.034,0.487 0.001,-0.038-0.024,-0.341-0.036,-1.709-0.046,3.335 0.148,-0.137 0.005,-0.519-0.032,0.108-0.022,-0.082-0.026,-3.575-0.111,3.028 0.008,0.839-0.052,0.250-0.037,-0.474-0.057,-1.117 0.005,1.694-0.087,-0.171-0.011,0.559-0.017,-1.123 0.059,-0.647 0.033,-0.135 0.015,1.588-0.019,-1.141 0.046,-0.137 0.018,-0.158 0.016,-1.009 0.023,-0.035 0.007,1.254 0.000,-0.189 0.012,-0.836 0.008,0.005 0.004,-0.445 0.030,-0.031 0.021,-0.036 0.016,-0.041 0.011,1.479 0.068,-0.530 0.017,-0.147 0.040,-0.832 0.001,-0.122 0.064,0.166 0.086,-0.152 0.018,-0.169 0.043,6.052 2.342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767.000 197.000,'0.000'-0.066,"0.000"-0.107,0.000-0.124,0.000-0.128,0.000 0.333,0.000-0.229,0.000-0.249,0.000-0.098,0.000-0.061,0.000 0.543,0.000-0.423,-0.016-0.292,-0.026-0.069,-0.032-0.051,0.008 0.237,-0.005 0.251,-0.281-0.882,-0.122-0.024,-0.117-0.131,0.338 0.924,-0.524-1.056,-0.110 0.032,0.706 1.338,-0.201-0.327,-0.302-0.362,-0.719-0.708,-0.139 0.072,-0.270 0.095,1.442 1.253,-1.250-0.881,-0.071 0.056,-0.017 0.062,0.305 0.321,0.419 0.278,-1.814-0.529,-0.158 0.189,2.361 0.658,-1.290-0.246,-0.132 0.115,-1.635 0.078,-0.064 0.189,2.971 0.023,-2.474 0.222,2.404-0.155,-2.173 0.359,-0.050 0.138,-0.574 0.283,-0.118 0.199,1.864-0.479,-0.937 0.400,0.017 0.104,-1.761 0.936,0.102 0.287,1.879-0.900,0.108-0.010,1.649-0.924,-2.369 1.525,0.096 0.096,0.877-0.511,0.129-0.008,0.076 0.005,-0.560 0.600,-0.516 0.650,0.121 0.045,1.808-1.737,-1.666 1.666,0.327-0.253,0.031 0.075,1.385-1.439,-1.634 1.979,0.539-0.551,-0.018 0.074,0.307-0.336,0.056-0.032,0.803-1.002,-1.257 1.689,-0.004 0.034,0.765-1.001,-0.885 1.299,0.810-1.046,0.087-0.028,-0.057 0.236,-0.173 0.418,0.648-1.007,0.137-0.133,-0.001 0.153,0.189-0.246,0.171-0.248,0.152-0.234,0.117-0.051,0.196-0.316,0.159-0.263,0.026-0.328,0.047-0.082,2.014-1.463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650.000 225.000,'-0.067'0.040,"-0.108"0.065,-0.134 0.080,-0.141 0.086,0.068-0.058,-0.199 0.140,-0.220 0.173,-0.172 0.147,0.015 0.065,-0.210 0.160,-0.236 0.236,-0.242 0.280,-0.237 0.367,-0.269 0.321,0.147-0.075,-0.074 0.158,1.475-1.546,-2.124 2.394,-1.464 1.908,-0.162 0.426,2.762-3.386,-1.594 2.179,-0.711 1.136,0.194-0.144,2.274-3.154,-1.762 2.581,0.479-0.602,0.506-0.679,-1.967 5.636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584.000 278.000,'-0.044'0.074,"-0.070"0.115,-0.079 0.133,-0.082 0.136,-0.075 0.126,0.104-0.193,-0.117 0.262,-0.088 0.281,-0.030 0.198,0.060 0.068,-0.069 0.501,0.138-0.244,0.043 0.095,0.104-0.392,0.025-0.020,0.025-0.033,0.024 0.110,0.061-0.100,0.193 0.009,0.622-0.058,0.592-0.564,-0.510-0.370,0.081-0.141,0.515-0.324,0.224-0.339,0.225-0.335,0.259-0.287,1.137-0.930,0.092-0.252,8.829-7.745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292.000 234.000,'-0.055'-0.018,"-0.091"-0.031,-0.109-0.036,-0.076-0.055,-0.024-0.057,0.198 0.081,-0.060-0.124,0.034-0.058,0.049-0.137,0.100-0.087,0.188-0.274,0.062 0.113,0.099-0.076,0.219-0.270,0.177-0.161,0.383-0.411,0.556-0.549,0.314-0.198,0.252-0.132,-1.734 1.943,1.833-1.929,0.156-0.035,0.099 0.042,-0.719 0.742,0.059-0.005,1.484-1.216,0.104-0.012,-2.081 1.780,0.807-0.667,1.908-1.564,0.335-0.260,-2.640 2.189,3.192-2.431,-0.418 0.387,-0.070 0.088,0.923-0.569,-2.044 1.555,1.262-0.854,-0.038 0.033,-0.441 0.380,0.060 0.031,-3.026 2.035,3.938-2.481,0.082 0.085,-3.933 2.415,2.779-1.593,1.660-0.818,0.852-0.260,-0.095 0.275,-3.635 1.824,1.510-0.630,2.981-1.141,-0.284 0.279,-2.689 1.153,0.210 0.025,4.375-1.321,-0.072 0.184,-0.250 0.188,-6.912 2.106,7.428-2.138,-0.090 0.101,-7.272 2.059,3.741-0.991,-1.769 0.500,6.164-1.451,-0.086 0.172,-7.893 1.828,4.054-0.841,0.173 0.023,5.513-0.925,-0.387 0.228,-2.801 0.653,-2.003 0.409,3.392-0.280,-0.202 0.153,-3.024 0.364,3.974-0.286,0.447 0.058,1.527 0.014,-2.845 0.249,-0.531 0.065,-0.656 0.057,2.993-0.026,-6.862 0.337,5.265-0.108,0.359 0.103,-2.572 0.109,-0.049 0.062,2.616 0.078,-1.266 0.113,0.072 0.154,-0.133 0.123,-0.281 0.094,2.137 0.355,-0.386 0.204,-3.534-0.265,-0.092 0.095,4.419 0.938,-0.380 0.254,-4.552-0.790,1.835 0.597,0.698 0.446,-0.333 0.177,-2.991-0.757,3.358 1.481,-2.182-0.619,-0.435-0.029,-4.733-1.957,3.896 1.807,-0.130 0.092,0.644 0.477,-0.106 0.078,-2.978-1.546,3.782 2.286,-0.181 0.115,-0.236 0.058,-0.536-0.170,-0.342-0.070,-1.477-0.953,-0.296-0.131,-2.601-1.942,2.686 2.291,0.494 0.689,-1.164-0.791,-0.326-0.004,-0.799-0.790,0.389 0.605,-0.267-0.147,-0.270-0.166,-0.180 0.002,-0.171-0.083,-0.156-0.140,-0.138-0.172,-0.839-1.557,0.695 1.321,-0.120-0.182,-0.125-0.177,-0.123-0.163,-0.214-0.425,-0.060-0.101,0.018 0.238,-0.184-0.252,-1.170 0.001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951.000 192.000,'0.022'0.022,"0.034"0.034,0.038 0.038,0.036 0.036,0.034 0.034,0.026 0.026,0.023 0.023,0.016 0.016,0.012 0.012,0.008 0.008,0.005 0.005,0.003 0.003,-0.002-0.002,0.075 0.075,-0.069-0.069,0.375 0.354,0.284 0.249,0.300 0.260,-0.333-0.281,1.155 1.126,0.292 0.257,0.130-0.017,0.221 0.030,0.128-0.072,-1.064-0.941,1.243 0.566,-0.287-0.536,-0.006-0.436,-0.893-0.504,0.010-0.245,1.691-0.854,0.107-0.750,-2.960 1.232,2.082-1.361,1.209-1.446,0.027-0.578,-3.253 3.003,2.921-3.263,-0.442 0.234,-0.124-0.006,-2.401 2.894,1.349-1.691,0.630-0.872,-0.434 0.473,-0.138 0.088,7.503-12.258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514.000 223.000,'-0.060'-0.015,"-0.096"-0.024,-0.115-0.029,-0.122-0.030,-0.003-0.032,-0.014-0.057,0.009-0.061,0.299 0.180,-0.430-0.378,0.023-0.039,0.054 0.012,0.283 0.278,-0.167-0.270,0.062 0.023,0.060 0.043,0.054 0.040,0.081 0.104,0.071 0.106,0.061 0.099,0.049 0.086,0.037 0.070,0.028 0.055,0.018 0.043,0.013 0.029,0.008 0.020,0.002 0.013,0.001 0.005,-0.002 0.003,-0.001-0.001,-0.003-0.002,-0.003-0.003,0.049 0.039,0.092 0.084,-0.067-0.086,0.035 0.029,-0.208-0.232,0.459 0.426,0.117 0.083,-0.499-0.457,0.436 0.348,0.091 0.043,0.650 0.436,0.299 0.171,-0.872-0.619,0.505 0.306,0.112 0.022,-0.913-0.568,1.458 0.816,0.191 0.059,-0.834-0.487,1.192 0.555,0.128 0.025,-1.856-0.903,2.120 0.875,0.127-0.041,-0.240-0.171,0.140-0.029,1.829 0.478,0.267-0.012,-2.744-0.816,2.417 0.586,0.033-0.095,-0.542-0.181,0.082-0.010,-1.757-0.405,3.828 0.759,0.293 0.031,0.133 0.021,-2.367-0.484,2.556 0.438,-0.044-0.089,-0.150-0.115,-5.302-0.867,0.019 0.003,4.840 0.727,0.282-0.007,0.142-0.036,-5.027-0.693,7.771 0.859,-1.672-0.269,0.060-0.061,-0.063-0.062,0.438 0.063,0.207 0.043,0.031 0.022,-0.094 0.011,-4.208-0.401,0.038 0.009,7.594 0.825,-0.555-0.032,-9.214-1.007,0.007 0.008,6.540 0.832,3.743 0.665,-0.066 0.186,-7.841-1.216,4.526 0.776,0.925 0.223,-0.479-0.015,-0.846-0.133,3.107 0.605,-0.693-0.089,-8.955-1.690,6.427 1.268,2.704 0.591,-2.293-0.432,-0.254-0.026,-6.446-1.334,6.534 1.443,2.003 0.532,-0.560-0.066,-3.912-0.913,2.384 0.547,2.235 0.496,-0.371-0.108,-8.347-1.904,9.287 1.833,0.091-0.129,-0.419-0.169,-2.010-0.471,-2.183-0.425,4.542 0.639,-0.570-0.118,-4.225-0.697,-2.138-0.325,8.271 0.915,-0.472-0.226,-10.065-1.067,4.415 0.410,-2.182-0.216,2.288 0.199,0.006-0.029,4.524 0.293,-4.558-0.377,4.452 0.258,-0.246-0.111,-2.419-0.208,-6.380-0.339,8.303 0.394,-0.561-0.069,-0.054-0.076,-5.918-0.228,3.707 0.084,-0.339-0.043,-5.447-0.132,4.418 0.072,-0.200-0.027,-0.971-0.028,-0.074-0.028,-0.045-0.036,0.687-0.039,-0.214-0.027,-2.373 0.013,1.365-0.061,-0.194-0.022,-2.818 0.094,3.298-0.175,-0.198-0.066,1.363-0.203,-0.714-0.016,-1.137 0.001,-0.219-0.070,12.204-3.445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1273.000 305.000,'-0.067'0.000,"-0.101"0.000,-0.113 0.000,-0.110 0.000,-0.018 0.000,0.016 0.000,0.043 0.000,0.157-0.018,0.130-0.031,0.148-0.036,0.075-0.011,-0.055 0.046,0.269-0.072,0.084 0.004,0.046 0.009,-0.180 0.045,0.302 0.012,0.119 0.074,0.095 0.121,-0.672-0.112,0.607 0.247,-0.003 0.165,-0.266-0.096,-0.007 0.045,-0.151-0.109,0.308 0.298,0.028 0.079,-0.283-0.247,0.225 0.275,0.014 0.049,-0.180-0.201,0.295 0.352,0.043 0.055,-0.521-0.624,0.834 0.898,0.103 0.084,0.521 0.519,0.134 0.109,-1.451-1.499,1.049 1.104,-0.048 0.005,0.291 0.442,-0.149-0.027,-0.607-0.685,0.379 0.754,-0.566-0.673,-0.186-0.062,-0.314-0.559,-0.014 0.503,-0.205-0.077,-0.192-0.045,-0.174-0.020,-0.343 0.131,-0.302 0.052,-0.155-0.068,-0.081-0.077,-0.244 0.119,-0.006-0.030,0.030-0.009,0.339-0.233,0.066 0.033,-0.035 0.093,0.094-0.086,0.749-0.793,-2.754 4.066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606.000 467.000,'0.072'0.054,"0.124"0.093,-0.045-0.042,0.613 0.166,0.458-0.064,0.462-0.120,0.642-0.091,-0.219-0.055,0.216-0.053,0.187-0.047,-0.381 0.051,1.417 0.014,0.311 0.084,0.186 0.096,0.126 0.093,0.270 0.062,0.143 0.032,0.040 0.011,1.673 0.062,1.002-0.003,0.110-0.054,-6.059-0.238,4.324 0.121,2.580-0.038,0.116-0.117,-5.331-0.044,1.662-0.076,3.582-0.274,0.156-0.175,-1.644 0.016,-1.596 0.059,3.562-0.524,-0.324-0.130,-3.169 0.372,4.233-0.696,-2.785 0.393,-0.015-0.031,-4.776 0.776,6.282-1.049,0.449-0.101,0.289-0.049,0.161-0.012,0.111 0.018,2.336-0.322,-2.652 0.477,-0.475 0.141,2.209-0.130,0.553 0.031,-0.949 0.127,-0.243 0.186,-2.079 0.262,-0.320 0.065,-0.475 0.061,-5.338 0.464,3.746-0.282,1.946-0.101,-0.169 0.054,-0.355 0.062,-5.208 0.309,5.550-0.341,-0.873 0.059,-0.076 0.017,0.815-0.020,-1.857 0.122,-0.034 0.025,31.377-0.735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272.000 290.000,'-0.028'0.084,"-0.043"0.128,-0.048 0.145,0.046-0.137,-0.003 0.009,-0.126 0.228,-0.104 0.064,-0.068-0.035,-1.377 0.948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205.000 300.000,'0.022'-0.007,"0.035"-0.012,0.040-0.014,0.040-0.012,0.038-0.014,0.034-0.010,0.028-0.010,0.023-0.008,0.017-0.005,0.013-0.005,-0.165 0.059,0.201-0.034,0.084 0.007,0.089 0.007,0.086 0.009,-0.261 0.014,0.296-0.035,0.536-0.061,0.114-0.012,0.511-0.014,-0.648 0.068,0.673-0.032,0.024 0.016,-1.000 0.062,-0.408 0.022,1.492-0.048,0.360 0.008,-0.025 0.014,-1.748 0.037,1.027-0.013,0.488 0.000,-0.095 0.008,-0.143 0.005,-0.887 0.018,0.475 0.030,0.041 0.017,0.998 0.073,-0.065 0.015,-0.558 0.016,0.567 0.108,-0.093 0.006,-1.854-0.222,1.201 0.187,-0.224-0.022,-0.031-0.001,-0.233-0.011,-0.047 0.037,0.825 0.296,-0.769-0.198,-0.024 0.005,-0.734-0.227,1.186 0.379,0.033 0.045,-0.425-0.133,-0.053-0.007,-0.018 0.036,0.381 0.175,-0.009 0.039,-0.029-0.003,-0.040-0.031,0.347 0.071,-0.188-0.151,-0.013-0.089,0.120-0.057,-0.665-0.191,0.351 0.008,0.021-0.051,-0.341-0.064,-0.002-0.022,0.385-0.009,-0.185-0.029,-0.032-0.017,0.200-0.014,-0.021-0.013,-1.032 0.005,0.812-0.054,-0.031-0.027,0.307-0.054,-0.065-0.010,-0.226 0.018,-0.083 0.007,-0.271 0.038,0.522-0.044,-0.124 0.024,-0.153 0.025,-0.158 0.021,-0.413 0.033,-0.032 0.005,-0.009 0.005,0.199 0.002,0.303-0.084,0.006-0.127,-0.584 0.138,0.189-0.057,0.466-0.150,0.112-0.049,-0.419 0.137,0.276-0.063,0.471-0.112,0.073-0.017,-0.957 0.258,0.740-0.184,0.050-0.015,-0.160 0.046,-0.042 0.020,-0.854 0.203,0.565-0.180,0.289-0.118,0.000-0.007,-0.853 0.284,1.056-0.343,-0.033 0.008,-0.062 0.011,-0.710 0.245,0.561-0.143,0.222-0.023,-0.130 0.060,-0.497 0.134,-0.021 0.020,0.422-0.066,-0.022-0.011,-0.179 0.044,-0.001 0.012,-0.027 0.014,-0.044 0.017,-0.612 0.087,0.445-0.045,0.281-0.008,0.148 0.010,-0.014 0.018,-0.244 0.021,0.000 0.008,0.329 0.004,-0.062 0.011,-0.247 0.006,-0.046 0.003,-0.054 0.003,-0.057 0.002,-0.008 0.016,-0.103 0.025,-0.104 0.029,-0.098 0.029,0.103 0.029,0.030 0.002,0.006-0.010,0.040-0.014,-0.154-0.025,0.011 0.023,0.231 0.082,0.007 0.001,-0.010-0.013,-0.015-0.024,0.062-0.033,-0.256-0.057,0.014-0.009,0.000-0.008,-0.011-0.008,4.292 2.015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227.000 343.000,'0.295'0.000,"-0.218"0.000,0.597-0.094,0.354-0.095,0.328-0.088,0.297-0.083,-1.217 0.264,2.615-0.650,0.480-0.118,0.194-0.010,-2.969 0.698,2.927-0.528,0.891-0.039,0.388 0.036,0.234 0.045,-3.987 0.510,2.638-0.348,1.594-0.219,0.153-0.019,0.035 0.005,-4.217 0.549,2.968-0.394,2.027-0.267,-0.206 0.039,-0.392 0.072,-0.386 0.132,-0.767 0.139,-0.164 0.065,1.494-0.044,-3.660 0.295,1.051-0.012,-0.137 0.066,-0.155 0.068,-1.095 0.044,2.703 0.437,11.113 4.879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631.000 261.000,'0.039'0.000,"0.062"0.000,0.068 0.000,0.071 0.000,0.064 0.000,0.056 0.000,-0.012 0.000,0.033 0.000,0.059-0.030,0.073-0.048,-0.067 0.001,0.057-0.011,0.241-0.031,0.081 0.002,0.056 0.020,0.338 0.018,0.156 0.049,0.122 0.056,-0.513 0.005,1.051 0.151,0.228 0.149,-1.842-0.266,1.623 0.266,1.423 0.188,0.445-0.006,-2.441-0.334,0.975 0.073,2.193 0.112,-1.292-0.140,0.044-0.032,-1.424-0.104,1.121 0.001,1.751-0.099,0.002-0.156,-0.342-0.103,0.069-0.122,0.510-0.135,-0.195-0.027,-1.683 0.164,1.997-0.273,-1.268 0.157,-0.279 0.042,-2.758 0.350,1.646-0.194,11.488-1.010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987.000 281.000,'0.040'-0.027,"0.069"-0.046,0.177-0.133,0.402-0.339,0.252-0.242,-0.749 0.635,1.578-0.938,0.920-0.313,0.475-0.043,-2.556 1.183,2.656-0.814,2.364-0.436,0.501 0.028,-5.008 1.220,0.029 0.002,5.640-1.050,-2.577 0.561,0.077 0.047,1.569-0.135,-2.878 0.435,4.181-0.412,0.300 0.111,-2.515 0.287,-0.075 0.053,-1.636 0.144,3.324-0.182,0.036 0.001,-1.717 0.112,-0.090 0.015,-1.601 0.102,2.353-0.102,-0.139 0.032,-3.866 0.177,3.802-0.152,-0.134 0.000,23.175-1.068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1067.000 321.000,'0.032'0.021,"0.051"0.035,0.062 0.040,0.062 0.042,0.061 0.041,0.055 0.037,-0.029-0.073,0.311 0.062,0.145-0.011,0.114-0.019,0.837-0.150,-0.101-0.080,0.126-0.049,0.041-0.031,-0.261-0.002,1.215-0.110,0.390-0.021,0.263 0.001,-1.771 0.146,0.079-0.006,2.048-0.165,0.256-0.026,0.168-0.021,-2.037 0.169,2.436-0.158,-0.360 0.021,0.202-0.039,2.459-0.257,-1.222 0.105,-0.718 0.053,-0.080-0.008,-3.454 0.325,5.825-0.561,-1.324 0.152,-0.776 0.058,-0.107-0.025,2.422-0.293,0.038-0.026,-0.120 0.007,-4.419 0.488,4.518-0.475,-3.034 0.346,-0.097 0.005,-0.123-0.011,1.143-0.146,-0.313 0.034,-2.562 0.300,1.657-0.162,-0.228 0.048,18.585-0.938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1015.000 364.000,'0.056'-0.019,"0.085"-0.028,0.097-0.032,0.096-0.032,0.086-0.029,0.075-0.025,0.059-0.020,0.047-0.015,0.034-0.012,-0.505 0.173,0.397-0.075,0.290-0.010,0.193 0.011,-0.339 0.052,1.197-0.044,1.321 0.000,0.715 0.025,-2.244 0.051,3.408-0.022,0.054 0.018,0.461 0.012,-1.658 0.011,3.211 0.149,-1.190 0.078,0.218 0.110,-1.458-0.045,3.414 0.319,-0.884-0.028,-0.213-0.012,-2.220-0.153,3.628 0.317,-1.556-0.208,0.123-0.116,-1.648-0.158,3.764 0.021,-2.875-0.134,-0.205-0.045,-4.322-0.064,5.196 0.018,-1.805-0.029,-0.117-0.015,-0.145-0.012,-0.162-0.010,-3.133 0.018,3.102-0.025,3.924 0.049,-0.286 0.135,-3.906-0.048,2.543 0.104,-0.508 0.008,-0.550-0.010,17.148-1.503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164.000 143.000,'0.043'-0.032,"0.064"-0.049,0.074-0.054,0.072-0.055,0.065-0.048,0.055-0.043,0.046-0.032,0.033-0.027,-0.191 0.142,0.012-0.016,0.029-0.006,0.088-0.036,0.033 0.011,-0.131 0.098,0.758-0.243,-0.269 0.161,0.319-0.024,0.155 0.018,-0.881 0.167,0.911-0.143,0.148-0.001,0.711-0.060,0.161 0.020,-0.389 0.078,0.164 0.016,0.138 0.016,1.042-0.016,0.272 0.028,-1.700 0.083,1.554 0.016,0.082 0.039,-0.474 0.019,0.002 0.016,0.083 0.065,0.035 0.047,-0.002 0.033,1.006 0.170,-0.097 0.131,-1.099-0.056,0.354 0.145,-0.144 0.051,-0.132 0.071,-0.116 0.080,-0.500-0.060,0.672 0.291,-0.124 0.006,-0.114-0.029,-2.121-0.739,2.133 0.854,0.009 0.072,-0.019 0.043,-0.036 0.020,0.079 0.004,1.281 0.403,0.112-0.138,-2.702-0.989,1.689 0.397,0.907 0.060,-0.060-0.142,-1.678-0.388,0.008-0.055,1.527 0.112,-0.271-0.132,-1.498-0.214,-0.026-0.057,-0.025-0.047,-0.063-0.038,-0.090-0.030,-0.017-0.023,-0.670-0.007,1.309-0.110,-0.388-0.010,-0.109-0.016,-0.417 0.022,6.925-1.101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411.000 149.000,'0.032'-0.021,"0.049"-0.033,0.057-0.038,0.058-0.039,0.054-0.036,0.049-0.032,0.039-0.026,-0.095 0.062,0.065-0.042,0.096-0.028,0.668-0.201,-0.260 0.174,1.000-0.150,0.215 0.077,0.417 0.043,-1.284 0.171,1.075-0.079,0.129-0.003,0.099 0.005,0.077 0.010,0.789-0.006,1.356-0.013,-1.230 0.062,0.186-0.012,0.768-0.027,-1.054 0.048,0.015 0.006,0.655-0.029,0.123-0.017,0.752-0.035,1.411-0.046,-1.991 0.087,-0.157 0.014,0.718 0.046,-0.034 0.070,-0.141 0.067,-0.214 0.061,-3.376-0.065,3.409 0.112,1.871 0.086,0.025 0.003,-4.113-0.147,2.203 0.068,-0.192-0.016,-0.622-0.066,-0.013-0.075,-1.566-0.014,1.158-0.100,2.969-0.367,-0.145-0.161,-2.854 0.259,-0.018-0.047,1.088-0.236,-0.007-0.080,1.048-0.296,-3.233 0.633,2.505-0.492,-0.318 0.075,-3.367 0.655,2.618-0.460,-0.130 0.089,-0.255 0.090,-0.330 0.085,-0.894 0.165,6.641 0.788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631.000 140.000,'0.028'-0.009,"0.042"-0.015,0.051-0.016,0.051-0.017,0.047-0.016,0.042-0.014,0.035-0.012,0.029-0.009,0.070-0.009,0.031 0.012,-0.185 0.053,0.012 0.005,0.164-0.012,0.031 0.012,-0.013 0.035,0.067 0.037,-0.351-0.016,0.623 0.060,0.129 0.019,0.744 0.185,-0.530-0.079,0.809 0.168,0.144 0.057,-1.596-0.325,1.691 0.333,0.153 0.017,0.065-0.008,-0.006-0.027,1.446 0.264,0.790 0.176,-0.076 0.034,-2.829-0.557,2.063 0.324,1.207 0.150,-0.050-0.029,-3.947-0.620,2.050 0.299,0.054 0.013,2.658 0.376,-0.234-0.080,0.080-0.091,-2.196-0.290,-0.007-0.028,2.435 0.221,-4.652-0.459,5.030 0.418,0.086-0.034,-0.087-0.033,-4.964-0.367,5.557 0.462,0.302 0.010,-2.862-0.241,-0.039-0.018,-1.379-0.102,3.031 0.203,0.162-0.022,-0.736-0.075,-0.033-0.031,-0.721-0.065,0.075-0.024,0.109-0.026,0.820-0.003,-0.081-0.031,-2.344-0.054,2.265 0.064,-0.146-0.002,0.711 0.012,-0.186-0.013,-4.311-0.106,5.067 0.128,-0.040 0.026,-1.504-0.037,-0.049-0.003,0.491 0.011,-0.333-0.013,-0.168 0.077,-0.280 0.044,-0.346 0.043,-0.377 0.039,10.297 2.031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85.000 184.000,'0.089'0.089,"0.146"0.146,-0.179-0.179,0.158 0.145,0.045 0.021,0.151 0.108,0.042 0.025,0.024 0.016,-0.068-0.097,0.143 0.034,0.072-0.022,-0.053-0.061,0.028-0.020,-0.390-0.136,0.517 0.140,0.500 0.085,0.110-0.021,0.058-0.030,-1.056-0.189,0.849 0.092,0.693 0.019,0.233-0.029,0.178-0.028,-1.708-0.082,2.738 0.065,-0.543-0.038,0.066-0.016,0.022-0.014,-1.368-0.026,1.757-0.052,0.142-0.032,0.051-0.020,-1.708 0.040,1.899-0.112,1.612-0.200,0.038-0.135,-4.329 0.419,4.060-0.547,-0.445-0.014,0.005-0.044,-1.567 0.238,1.992-0.408,-1.596 0.242,-0.104-0.009,-1.445 0.278,0.904-0.186,1.877-0.338,-1.495 0.305,-0.135 0.050,-2.158 0.382,2.532-0.363,0.014 0.078,-0.505 0.112,-0.127 0.055,-1.983 0.193,3.058-0.185,-0.258 0.084,-0.355 0.067,-1.353 0.059,-0.017-0.010,10.878-0.679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445.000 182.000,'0.056'-0.028,"0.085"-0.043,0.097-0.048,0.096-0.048,0.086-0.043,0.075-0.037,-0.075 0.060,0.110-0.038,0.193-0.051,0.103 0.002,0.483-0.009,0.109 0.045,0.281 0.000,0.266-0.005,-0.463 0.080,0.124 0.007,0.710-0.033,0.079 0.022,-1.806 0.127,2.065-0.097,1.263-0.007,-0.015 0.039,-2.472 0.071,1.648-0.017,0.991 0.010,0.057 0.017,-2.472 0.016,1.886 0.001,1.010 0.006,-0.112 0.006,-3.577-0.004,0.893 0.002,2.884-0.068,-0.943-0.013,-0.064-0.015,-2.746 0.070,0.924-0.026,3.009-0.074,-1.017-0.019,-0.145-0.070,-2.759 0.157,2.810-0.202,-0.900 0.057,1.420-0.100,-0.130 0.017,0.709-0.070,0.336-0.033,-0.459 0.036,-2.080 0.174,0.003 0.018,1.709-0.058,-0.199 0.047,-3.314 0.137,3.542-0.086,-0.880 0.045,-0.076 0.021,-0.119 0.016,-2.470 0.028,2.465-0.059,13.612-0.795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256.000 185.000,'0.037'0.025,"0.057"0.038,0.068 0.044,0.066 0.046,0.065 0.041,0.055 0.038,-0.032-0.029,0.011-0.009,0.004-0.015,-0.003-0.020,0.200 0.009,0.058-0.038,0.155-0.040,-0.242-0.045,0.242 0.001,0.043-0.013,-0.173-0.014,0.029-0.006,0.058-0.003,0.170-0.005,0.029-0.003,-0.636-0.001,1.288-0.006,-0.579 0.002,0.034-0.002,0.026 0.000,0.378-0.002,0.005-0.001,0.103 0.001,0.119 0.001,-0.780 0.003,0.743-0.002,0.057 0.001,0.071-0.000,0.082 0.001,0.300-0.000,0.640 0.001,-0.516-0.000,0.037 0.001,-0.559-0.052,-0.013-0.041,-0.029-0.028,0.224-0.047,-0.073-0.014,-1.301 0.130,1.043-0.105,1.083-0.097,-0.822 0.088,-0.032 0.016,0.234 0.000,-0.048 0.022,-0.065 0.023,-0.073 0.021,-1.378 0.065,1.406-0.043,0.795 0.008,0.042 0.023,-1.737 0.023,1.005-0.002,0.750 0.008,-0.103 0.008,-1.172-0.001,0.003 0.000,1.307 0.006,0.037 0.001,-2.283-0.009,1.617 0.005,0.909 0.001,-0.026-0.001,-1.917-0.005,1.767 0.003,-0.631-0.003,-0.122 0.001,0.048-0.002,-0.470 0.000,0.601 0.000,-0.057-0.001,-1.668-0.002,2.482-0.081,-1.215-0.007,0.620-0.081,-0.014-0.029,-1.236 0.097,0.636-0.053,0.655-0.065,-0.008-0.014,-0.043-0.014,-1.832 0.187,1.249-0.122,1.253-0.178,-0.145-0.082,-2.374 0.354,1.780-0.276,-1.198 0.175,1.988-0.377,-0.183 0.027,-1.920 0.353,1.057-0.150,0.449-0.055,-0.166 0.011,8.478-1.001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145.000 345.000,'0.054'0.018,"0.093"0.031,0.267 0.212,0.075 0.013,0.577 0.079,0.364-0.136,-0.850-0.152,1.438-0.051,-0.100-0.089,0.291-0.081,-0.429 0.011,0.117-0.018,2.040-0.211,0.576-0.038,-0.691 0.087,-0.867 0.091,1.609-0.084,-0.035 0.040,0.877 0.024,-0.947 0.132,-0.573 0.063,-0.080 0.040,-2.720 0.016,3.422 0.073,0.015 0.057,-0.093 0.033,-0.164 0.016,-2.084-0.075,1.263 0.072,3.282 0.187,-0.085-0.008,-5.440-0.283,4.062 0.320,0.173 0.062,-0.038 0.025,-0.188-0.007,-3.893-0.350,4.436 0.369,0.183-0.012,-0.038-0.033,-0.197-0.043,-2.776-0.200,1.742 0.092,4.518 0.201,-0.126-0.071,-3.957-0.162,-1.599-0.068,2.896 0.186,0.095 0.019,-0.941-0.044,-0.053 0.014,2.257 0.171,-1.856-0.129,0.027-0.006,4.239 0.224,-6.109-0.388,6.080 0.277,-0.423-0.090,-3.896-0.202,-0.057-0.032,-3.834-0.131,8.449 0.127,0.404-0.127,0.202-0.084,-8.788 0.014,6.733-0.105,-0.057-0.047,0.271-0.073,0.021-0.042,-6.873 0.200,7.010-0.327,-0.107-0.051,0.220-0.015,-0.026 0.010,0.057 0.030,0.113 0.042,0.337 0.047,0.010 0.050,0.082 0.097,0.130 0.124,-7.582 0.058,7.847 0.074,-0.033 0.100,0.945 0.129,-0.610 0.086,-8.300-0.290,9.025 0.416,-0.307 0.026,-0.682-0.016,-8.130-0.403,9.649 0.420,0.300-0.027,-0.351-0.049,-3.703-0.188,4.516 0.061,0.344-0.057,-0.043-0.054,-3.749-0.037,5.536 0.143,-0.172 0.009,-0.540-0.016,-1.759-0.067,-0.055-0.029,-0.272-0.029,-0.414-0.031,-8.697-0.121,5.857 0.059,3.045 0.022,-0.054 0.001,-0.183 0.012,-5.810-0.067,2.983 0.034,7.914 0.070,0.023-0.021,-10.652-0.110,6.246-0.016,1.675-0.106,-0.077-0.130,-4.634 0.038,3.127-0.143,1.247-0.097,-0.623-0.015,-10.101 0.333,5.793-0.212,3.091-0.109,-0.149 0.015,-0.394 0.029,-8.415 0.280,5.694-0.190,3.248-0.083,-0.041 0.024,-0.367 0.034,-8.507 0.237,8.574-0.132,0.070 0.115,-0.253 0.111,-0.474 0.100,-8.071-0.081,10.723 0.392,-8.064-0.229,6.490 0.402,-0.514 0.094,-8.808-0.540,7.463 0.531,3.194 0.356,-1.138 0.056,-5.425-0.481,-0.043 0.012,5.070 0.506,-0.954-0.115,-2.958-0.317,30.848 2.332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747.000 227.000,'-0.059'0.012,"-0.207"0.041,-0.200 0.040,0.280-0.056,-1.177 0.264,-0.549 0.157,-0.475 0.153,1.764-0.447,-2.457 0.833,-2.076 1.103,-0.498 0.609,3.602-1.671,-2.134 1.307,0.117 0.178,0.250 0.100,2.878-1.961,-2.624 2.224,1.039-0.595,-1.213 1.779,0.539 0.010,0.918-0.627,0.742-0.774,-0.315 1.577,0.477 0.146,0.520-0.524,0.338 1.193,0.535-0.474,0.067-2.995,0.376 0.734,1.007 1.061,0.554-0.333,0.390-0.374,-0.606-1.056,1.061 0.353,0.379-0.216,0.308-0.222,1.481 0.028,-1.414-0.642,0.031-0.162,1.710 0.030,-4.285-0.656,3.449 0.101,-0.515-0.245,-0.018-0.177,1.758-0.482,-4.596 0.508,4.297-1.014,0.153-0.445,-3.087 0.805,4.017-1.906,-0.178-0.362,-0.434-0.115,-2.479 1.173,-0.139-0.080,1.538-1.537,-0.217-0.355,-1.264 0.812,-0.280-0.012,-2.223 2.270,2.136-2.907,-0.496-0.105,-0.565-0.126,-0.509-1.149,-0.829 1.135,-0.486 0.166,-0.727 0.065,-0.600 0.197,-0.479 0.279,-0.371 0.326,1.510 2.287,-1.623-1.377,-1.836-0.652,-0.539 0.335,-0.285 0.347,-2.392 0.371,-1.012 0.717,-0.532 0.681,7.003 0.292,-0.049 0.049,-5.249 0.754,-0.458 0.669,-0.467 0.717,-0.457 0.731,3.505-1.000,-9.142 5.028,0.045 1.166,0.618 0.627,10.951-7.071,-6.898 5.063,0.688-0.069,-25.342 26.214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449.000 182.000,'0.000'0.032,"0.000"0.049,0.000 0.054,0.000 0.055,0.000 0.048,0.000 0.043,0.000 0.032,0.000 0.027,0.086-0.012,0.131-0.037,0.147-0.046,0.145-0.051,0.130-0.046,-0.249-0.079,0.557 0.018,0.236-0.032,-0.448-0.033,-0.186-0.021,0.862-0.097,0.496-0.093,0.221-0.044,-1.640 0.180,1.230-0.136,1.678-0.182,0.201-0.008,-2.872 0.299,0.801-0.099,1.894-0.231,0.706-0.102,0.091-0.035,-3.278 0.426,0.962-0.118,2.072-0.264,0.966-0.116,-0.308 0.051,-1.913 0.254,0.834-0.052,0.227 0.023,-0.312 0.067,-2.715 0.217,2.102-0.126,-0.826 0.071,0.997-0.016,-0.415 0.048,6.944 0.189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381.000 611.000,'-0.053'0.000,"-0.088"0.000,-0.105 0.000,-0.115 0.000,0.166 0.000,-0.240 0.018,-0.092 0.031,0.013 0.022,-0.062 0.034,-0.393 0.124,0.174 0.013,-0.045 0.088,-0.248 0.208,-0.132 0.169,0.107 0.025,-0.252 0.250,-0.038 0.076,0.192-0.097,-0.003 0.058,-0.724 0.800,0.407-0.265,0.186-0.084,0.203-0.120,0.682-0.761,-0.164 0.447,0.289-0.150,0.268-0.149,0.581 0.111,0.149-0.238,0.180-0.080,0.119-0.080,0.229-0.078,-0.049-0.104,0.050-0.051,0.032-0.047,0.016-0.041,-0.149-0.044,0.531 0.021,-0.107 0.010,-0.296 0.033,-0.388 0.057,0.235 0.365,-0.354 0.140,-0.587-0.565,-0.019 0.013,-0.175 1.063,-0.201-0.260,-0.192 0.065,-0.081-0.060,0.113-0.292,-1.125 1.203,0.165-0.340,-0.064 0.001,0.721-0.788,-0.008-0.012,-1.099 0.961,0.141-0.243,0.218-0.287,0.927-0.745,-0.616 0.336,0.359-0.403,0.463-1.852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401.000 614.000,'-0.045'0.030,"-0.067"0.044,-0.075 0.051,-0.074 0.049,-0.065 0.044,-0.055 0.036,0.009 0.103,-0.077 0.228,0.112-0.128,-0.047 0.052,-0.080 0.135,-0.165 0.264,-0.059 0.119,0.004 0.025,-0.069 0.146,-0.048 0.123,-0.173 0.339,-0.013 0.066,0.707-1.231,-0.534 1.018,0.042 0.010,0.052-0.008,0.061-0.031,0.064-0.052,-0.055 0.339,0.155-0.183,0.138-0.091,0.186-0.314,0.151-0.942,0.169 0.229,0.793-0.487,0.454-0.707,-0.538 0.195,0.081-0.132,0.065-0.124,0.253-0.291,0.074-0.134,-0.132 0.051,0.764-0.885,0.002-0.114,-0.059-0.024,-0.694 0.805,0.142-0.172,-0.092 0.082,0.339-0.477,-0.390 0.371,-0.396 0.388,-0.399 0.556,-0.328 0.539,-0.113 0.188,-0.139 0.313,-0.108 0.250,0.119-0.282,-0.303 1.021,0.271-0.810,-0.231 0.861,0.026 0.028,0.007 0.151,0.116-0.267,0.100-0.151,0.101-0.375,0.069-0.110,0.253 0.019,0.289-0.317,-0.292-0.331,0.770-0.322,0.284-0.505,0.197-0.491,-0.391 0.220,0.061-0.109,0.002-0.060,-0.040-0.020,-0.815 0.848,0.908-1.062,0.069-0.163,-0.173 0.169,-0.187 0.223,-0.184 0.245,-0.170 0.244,-0.152 0.227,-0.207 0.278,-0.047 0.134,-0.035 0.302,-0.145 0.230,-0.059-0.049,-0.315 0.653,-0.146 0.187,-0.057 0.062,0.461-1.070,-0.003 0.005,-0.431 1.015,0.009 0.018,0.037-0.042,0.060-0.133,0.060-0.149,0.062-0.168,0.059-0.175,0.139-0.253,0.128-0.156,0.268-0.266,0.226-0.341,-0.269 0.172,0.456-0.509,0.135-0.157,0.291-0.458,-0.646 0.763,0.255-0.331,0.175-0.188,0.063-0.006,0.152-0.160,0.007 0.058,0.204-0.111,-0.146 0.253,-0.533 0.519,-0.068 0.106,0.069 0.024,-0.116 0.138,-0.191 0.208,-0.057 0.125,-0.052 0.110,-0.007 0.228,-0.068 0.125,-0.078-0.239,0.072 0.475,-0.017 0.084,-0.019 0.048,-0.084-0.693,0.120 0.791,0.054-0.096,0.068-0.128,-0.143-0.487,0.114 0.092,0.362 0.063,0.091-0.285,-0.316-0.152,0.015-0.079,0.029-0.071,0.101-0.114,0.024-0.076,-0.052 0.015,0.007-0.070,0.432-0.475,-0.027-0.014,-0.118 0.064,-0.123 0.064,-0.130 0.074,-0.132 0.151,-0.090 0.145,-0.076 0.148,-0.057 0.140,-0.044 0.122,-0.031 0.104,-0.020 0.083,-0.012 0.064,-0.006 0.047,-0.002 0.032,0.001 0.020,-0.001 0.021,-0.008-0.027,-0.009-0.035,-0.011-0.039,-0.008-0.038,-0.008-0.032,-0.006-0.029,-0.015 0.312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467.000 613.000,'0.000'0.045,"0.000"0.072,0.000 0.086,0.000 0.092,-0.147 0.087,-0.062-0.046,-0.062-0.015,-0.047-0.028,-0.084-0.019,-0.057-0.045,-0.050-0.045,0.155-0.082,-0.039-0.017,-0.181 0.002,-0.025-0.022,-0.004-0.020,0.307-0.015,-0.181 0.056,-0.354 0.177,0.036 0.094,-0.064 0.254,0.022 0.192,0.270-0.156,0.016 0.095,0.077-0.048,0.010 0.055,-0.187 0.455,0.071 0.012,0.035 0.136,0.162-0.169,0.159-0.202,0.189-0.805,0.134 0.486,0.255-0.336,-0.043-0.266,0.090-0.167,0.007-0.100,0.254-0.243,0.100-0.128,-0.563 0.427,0.486-0.435,0.747-0.786,-0.211 0.108,0.019-0.130,-0.282 0.279,0.090-0.168,0.081-0.140,0.271-0.388,0.048-0.101,-0.590 0.769,0.050-0.075,1.102-1.468,0.107-0.099,0.038 0.015,-0.447 0.532,-0.547 0.682,1.251-1.736,0.011-0.003,-0.043 0.120,-0.648 0.848,0.566-0.820,-0.283 0.323,-0.327 0.378,-0.447 0.572,-0.332 0.409,-0.299 0.332,-0.375 0.476,-0.224 0.459,-0.089 0.175,-0.434 0.448,-0.290 0.409,-0.233 0.346,0.141-0.108,0.255-0.281,-1.470 2.028,-0.159 0.360,1.010-1.384,0.427-0.575,-0.815 1.312,0.043 0.019,0.817-1.279,-0.700 1.341,-0.165 0.650,0.254-0.132,1.128-2.512,-0.428 1.193,0.117-0.057,0.044 0.421,0.242-0.218,3.444 5.745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545.000 576.000,'-0.089'0.022,"-0.135"0.034,-0.151 0.038,-0.146 0.036,0.012 0.071,0.106 0.049,-0.075 0.162,-0.429 0.688,-0.153 0.432,-0.091 0.347,0.647-1.031,-0.816 1.371,-0.616 1.121,-0.078 0.265,0.277-0.501,-0.054 0.153,0.045 0.003,0.115-0.106,0.444-0.834,-0.735 1.495,0.278-0.510,0.309-0.590,0.468-0.919,0.216-0.398,0.203-0.371,0.298-0.551,0.281-0.455,0.384-0.476,0.307-0.391,0.255-0.307,0.201-0.231,0.154-0.167,-1.124 1.225,1.134-1.056,0.132-0.022,0.066 0.020,0.016 0.047,-0.832 0.692,0.407-0.257,0.346-0.139,-0.119 0.197,-0.155 0.211,-0.988 0.489,0.533-0.140,0.106 0.151,-0.171 0.203,-0.236 0.245,-0.143 0.214,-0.235-0.146,-0.069 0.365,-0.149 0.143,-0.046-0.223,-0.180 0.473,-0.109 0.092,-0.614 1.079,-0.303 0.142,0.459-0.989,-0.026-0.042,-0.517 0.579,-0.065-0.179,0.121-0.319,0.096-0.245,0.135-0.250,0.150-0.240,0.143-0.244,0.443-0.426,0.444-0.382,0.141-0.012,0.171-0.089,0.254-0.219,0.157-0.181,-0.349 0.357,0.333-0.283,0.075-0.049,0.421-0.379,0.105-0.131,-1.036 0.947,1.165-1.050,0.026-0.018,-0.199 0.215,-0.017 0.072,0.556-0.360,-0.245 0.258,-0.288 0.259,-0.885 0.637,0.303-0.092,-0.183 0.236,-0.189 0.238,-0.185 0.231,-0.168-0.216,0.013 0.302,-0.155 0.759,-0.115 0.293,0.082-0.642,-0.033 0.139,-0.002-0.013,0.039-0.043,0.072-0.064,0.073-0.173,0.080-0.089,0.160 0.014,0.103-0.174,-0.144-0.258,0.203-0.100,0.647-0.600,0.173-0.509,-0.767 0.630,0.269-0.336,0.004-0.094,0.368-0.613,-0.041-0.090,-0.840 1.222,0.624-1.056,-0.095-0.030,-0.011-0.287,-0.219 0.173,-0.376-2.975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586.000 597.000,'0.084'0.000,"0.128"0.000,0.145 0.000,-0.037 0.045,-0.168 0.067,-0.228 0.075,-0.241 0.074,0.013 0.003,-0.119 0.156,-0.021 0.039,-0.077 0.094,-0.075 0.111,-0.095 0.109,-0.109 0.105,-0.078 0.086,-0.050 0.068,0.607-0.677,-1.328 1.505,-0.073 0.123,1.339-1.542,-0.403 0.466,-0.438 0.473,-0.028-0.020,-8.558 7.742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573.000 601.000,'0.061'0.037,"0.097"0.057,0.111 0.068,0.112 0.066,0.106 0.065,0.093 0.055,-0.226-0.083,0.009 0.051,0.010 0.045,0.012 0.078,0.011 0.103,0.026 0.119,0.251 0.497,0.384 0.926,0.031 0.334,-0.491-1.076,-0.194-0.444,0.842 1.561,0.105-0.182,5.008 6.341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155.000 447.000,'0.000'0.074,"0.000"0.115,0.000 0.133,-0.047-0.024,-0.046 0.069,-0.021 0.016,-0.007 0.002,0.001-0.007,0.084-0.063,0.113-0.030,0.141-0.034,0.137-0.038,0.104-0.035,0.076-0.035,-0.390-0.109,0.426 0.025,0.593-0.092,0.556-0.102,0.295-0.058,-1.549 0.140,1.236-0.217,1.143-0.230,0.886-0.250,0.313-0.171,-3.132 0.710,1.033-0.241,3.140-0.742,0.144-0.037,-0.133 0.033,-1.648 0.416,1.355-0.241,0.044 0.062,-0.070 0.090,-2.422 0.462,1.156-0.144,1.187-0.024,0.004 0.186,-1.273 0.183,-0.140 0.073,-0.091 0.061,0.392 0.072,-0.162 0.081,-2.457-0.051,1.887 0.094,-0.078 0.027,-0.940-0.042,1.351 0.097,-0.064 0.005,-0.017 0.032,-0.053 0.016,0.716 0.077,-0.242-0.017,-1.965-0.171,2.511 0.387,-0.049 0.105,-0.182 0.057,-2.335-0.408,13.365 3.620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138.000 491.000,'0.018'-0.014,"0.028"-0.020,0.030-0.023,0.029-0.022,0.027-0.020,0.022-0.016,0.017-0.014,0.013-0.009,0.010-0.007,0.006-0.005,0.003-0.002,0.002-0.002,0.001-0.001,0.000 0.001,-0.001 0.000,0.000 0.001,-0.002 0.000,0.000 0.001,-0.001 0.001,-0.001 0.000,0.059 0.019,0.103 0.019,0.117 0.021,0.218 0.024,-0.038 0.024,0.071 0.010,0.048 0.008,0.486-0.068,-0.420 0.026,0.086-0.021,0.081-0.028,-0.309 0.032,0.428-0.057,0.069-0.007,0.049 0.000,0.018 0.002,-0.005 0.006,-0.837 0.093,1.347-0.175,-0.008-0.009,-0.253 0.033,-0.042 0.010,-0.635 0.085,0.402-0.039,-0.033 0.012,0.346-0.019,-0.066 0.024,-0.045 0.023,-0.029 0.022,0.094 0.014,-0.113 0.020,-0.793 0.029,0.272-0.001,-0.019 0.005,0.111 0.004,-0.042 0.006,-0.658 0.003,0.883 0.004,-0.056 0.004,-0.269 0.018,-0.013 0.032,-0.573-0.040,1.001 0.113,-0.020 0.015,-0.080 0.000,-0.678-0.089,0.020-0.002,0.538 0.060,0.012 0.014,-0.024 0.020,-0.260-0.032,-0.001-0.001,0.511 0.069,-0.007-0.019,-0.520-0.075,-0.022-0.008,0.440 0.027,-0.028-0.025,-0.482-0.014,0.224 0.056,-0.050 0.012,-0.042 0.000,-0.072-0.017,-0.144-0.036,0.352 0.027,0.060-0.017,-0.074-0.071,0.341-0.063,-0.358-0.009,-0.004-0.014,-0.360 0.013,0.344-0.052,0.367-0.112,0.493-0.125,0.179-0.022,-1.137 0.194,1.267-0.413,-0.164-0.024,-1.515 0.492,1.481-0.476,0.200-0.073,-0.079 0.005,-1.229 0.424,0.746-0.237,0.406-0.093,0.000 0.057,-1.117 0.291,1.295-0.367,-0.206 0.068,-0.081 0.037,-0.227 0.095,0.169 0.003,-0.124 0.067,-0.139 0.065,-1.130 0.195,-0.001 0.003,0.988-0.100,0.181 0.028,-0.044 0.038,-1.114 0.064,0.312-0.010,0.851 0.036,-0.022 0.089,-0.043 0.096,0.135 0.098,0.007 0.056,-0.013 0.036,-0.647-0.143,-0.034 0.016,0.075 0.050,-0.084-0.006,0.247 0.099,-0.225-0.064,-0.046-0.005,-0.072-0.019,-0.223-0.094,-0.030-0.018,-0.171-0.051,0.423 0.256,-0.040 0.015,-0.051-0.019,0.102 0.020,0.010-0.069,-0.371-0.169,-0.025 0.003,0.151 0.083,-0.026-0.020,-0.393-0.195,0.579 0.177,0.079-0.041,0.043-0.040,-0.310-0.074,0.404 0.017,-0.172-0.037,-0.004-0.015,0.232-0.011,-0.032-0.017,-0.042-0.011,-0.394-0.004,0.255-0.004,-0.040-0.003,-0.051 0.000,-0.240 0.002,0.239-0.002,0.005 0.000,0.003 0.001,0.003 0.002,0.001 0.001,0.001 0.001,-0.379 0.003,0.385-0.002,0.261 0.001,0.026 0.001,-0.378 0.001,0.016-0.001,0.536 0.001,-0.036 0.000,-0.693 0.000,0.431 0.001,-0.008-0.001,-0.029 0.000,-0.603 0.000,0.843 0.001,-0.610-0.001,0.737 0.000,0.008 0.000,-0.264 0.001,-0.041-0.001,-0.244 0.000,-0.024 0.000,0.090 0.000,0.002 0.000,0.150 0.000,-0.040 0.000,-0.055 0.000,-0.077 0.000,-0.093 0.000,-0.094 0.000,-0.168 0.000,0.113 0.000,-0.024 0.000,-0.022 0.000,0.049 0.000,-0.003 0.000,0.003 0.000,0.007 0.000,-0.013 0.015,-0.026 0.023,-0.031 0.026,-0.034 0.028,-0.030 0.025,0.023 0.020,0.011-0.006,0.020-0.015,0.025-0.021,1.114 0.100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610.000 449.000,'0.149'0.030,"0.241"0.048,0.474 0.014,0.334-0.054,-0.726-0.029,0.716-0.102,0.257-0.098,0.258-0.085,0.197-0.047,0.776-0.109,-0.734 0.135,0.055 0.017,1.160-0.150,-0.514 0.094,-0.290 0.059,0.017 0.023,-1.687 0.183,3.114-0.301,-1.479 0.101,0.418-0.104,-0.004-0.049,0.495-0.088,-0.718 0.078,1.864-0.368,-0.015 0.009,-1.676 0.261,1.263-0.318,-0.059-0.027,-0.145 0.011,-2.882 0.669,1.763-0.390,0.019 0.018,1.756-0.298,-0.181 0.117,-3.387 0.605,0.814-0.124,2.339-0.418,-0.643 0.101,-0.304 0.057,-1.130 0.208,0.564-0.037,-0.311 0.129,-0.315 0.139,2.785 1.395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580.000 487.000,'0.000'0.044,"0.000"0.070,0.000 0.079,0.000 0.082,0.000 0.075,0.000-0.131,0.000 0.000,0.000 0.128,0.000 0.021,0.071-0.024,0.117 0.021,-0.063-0.184,0.131 0.098,0.060 0.012,-0.198-0.188,0.478 0.321,0.151 0.034,0.359 0.100,0.270 0.021,-1.009-0.435,1.512 0.415,0.301-0.040,-0.061-0.104,0.207-0.045,-0.914-0.174,1.313 0.099,0.183-0.045,-0.326-0.068,0.068-0.030,-1.757-0.104,2.973 0.096,0.980-0.032,0.212-0.044,0.115-0.033,-2.932-0.025,2.715-0.006,-0.076-0.013,-0.193-0.009,-0.270 0.045,19.519 0.759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609.000 538.000,'0.064'0.000,"0.103"0.000,0.121 0.000,0.191-0.025,0.171-0.038,0.160-0.044,-0.467 0.061,0.578-0.056,0.849-0.086,0.414-0.056,-0.870 0.107,-0.364 0.046,1.602-0.136,0.277-0.033,-2.185 0.202,2.418-0.175,-0.520 0.063,1.188-0.040,0.183 0.020,-1.898 0.102,2.397-0.018,-0.932 0.085,0.724 0.077,0.048 0.077,-3.035-0.085,5.196 0.498,-0.078 0.192,-0.332 0.106,-4.814-0.672,2.384 0.366,0.042 0.056,2.979 0.589,-0.430-0.049,-5.038-0.929,2.377 0.393,0.110-0.029,1.905 0.169,-0.145-0.151,-4.179-0.463,0.015-0.013,2.661 0.114,2.054-0.107,0.051-0.167,-0.149-0.131,-4.469 0.131,4.433-0.298,-1.377 0.035,0.018-0.032,2.961-0.422,-4.475 0.449,1.412-0.197,-0.111-0.017,-0.160 0.001,2.354-0.311,-3.912 0.518,20.874-2.269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1022.000 486.000,'0.110'0.000,"0.174"0.000,0.163-0.074,0.176-0.057,0.068-0.019,0.142-0.132,-0.661 0.222,0.993-0.336,0.294-0.072,-0.529 0.184,0.045 0.003,-0.273 0.088,0.726-0.158,0.187 0.005,0.318-0.021,0.257-0.001,-0.855 0.161,1.266-0.174,0.192-0.035,-1.977 0.296,2.800-0.370,0.197 0.018,0.315 0.034,0.146 0.044,-3.203 0.299,2.744-0.199,-0.016 0.041,0.558 0.014,0.019 0.047,-3.285 0.147,3.267-0.046,-0.114 0.114,0.001 0.081,-0.106 0.053,-3.115-0.116,2.470 0.122,-0.120 0.010,14.306 1.044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1057.000 466.000,'-0.112'-0.028,"-0.171"-0.043,-0.193-0.048,0.027-0.005,-0.091-0.042,0.073 0.028,-0.076-0.005,0.354 0.089,-1.074-0.388,-0.259-0.114,0.201 0.067,-0.083-0.033,0.126 0.067,-0.044 0.018,0.041 0.057,-1.378-0.385,0.371 0.112,-0.075-0.021,1.148 0.340,-1.044-0.245,-0.107 0.006,-0.968-0.151,-0.295 0.021,0.039 0.029,-0.231-0.004,0.898 0.173,-0.035 0.002,1.957 0.337,-0.025 0.003,-3.552-0.477,-0.262 0.018,1.074 0.165,-0.165 0.007,-0.186-0.035,-3.259-0.416,-0.206-0.040,0.011-0.007,3.072 0.403,1.497 0.197,-4.477-0.456,0.381 0.065,5.695 0.595,-1.399-0.151,-2.771-0.307,0.169 0.019,0.255 0.018,0.307 0.017,3.639 0.413,-4.259-0.475,-0.035-0.003,0.114 0.014,0.311 0.083,-2.169-0.189,-0.095-0.022,6.013 0.596,-3.980-0.360,0.005 0.046,0.731 0.096,0.089 0.043,1.923 0.145,-2.657-0.105,-2.072 0.089,0.132 0.219,2.094 0.056,3.797-0.068,-5.950 0.337,-0.015 0.134,4.624-0.303,-2.630 0.247,-0.515 0.130,0.287 0.078,0.546-0.016,1.202-0.154,-1.800 0.255,0.246-0.007,4.108-0.571,-3.384 0.484,0.044 0.068,0.077 0.038,0.099 0.015,0.180 0.021,0.228 0.027,0.254 0.026,0.259 0.027,2.569-0.648,-2.369 0.715,0.225 0.015,0.286-0.019,0.313-0.041,1.795-0.664,-1.727 0.728,-0.679 0.394,0.334-0.052,2.180-1.054,-1.808 1.104,0.043 0.130,0.363-0.134,1.547-1.101,-0.779 0.655,0.175-0.066,0.144-0.062,-1.053 2.210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725.000 450.000,'-0.040'0.000,"-0.069"0.000,0.063 0.000,-0.309 0.047,-0.202 0.032,-0.133 0.018,-0.078 0.008,-0.035 0.002,0.600-0.077,-0.677 0.126,-0.181 0.105,-0.043 0.101,0.861-0.277,-0.493 0.241,-0.010 0.071,-0.577 0.501,-0.064 0.196,0.061 0.192,0.817-0.744,-0.644 0.962,0.123 0.019,0.306-0.320,0.104-0.022,0.103-0.024,0.100-0.023,0.318-0.855,-0.122 0.540,0.043 0.209,0.091-0.093,0.069-0.110,0.068-0.431,0.063-0.019,0.462 0.289,0.563 0.023,0.259-0.143,-0.004-0.146,0.903 0.064,0.158-0.092,-2.005-0.303,0.008 0.000,1.086 0.184,14.542 3.010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114.000 254.000,'0.033'0.000,"0.051"0.000,0.057 0.000,0.055 0.000,0.048 0.000,0.042 0.000,0.033 0.000,0.025 0.000,-0.074 0.000,0.001 0.000,0.001 0.000,-0.002 0.000,0.027 0.018,0.034 0.031,0.044 0.036,0.072 0.011,0.266 0.036,-0.156-0.023,0.060 0.028,0.354 0.039,0.686 0.053,-0.346-0.039,0.139 0.053,-1.017-0.171,1.702 0.249,1.117 0.094,-0.802-0.136,0.151-0.018,1.814 0.066,0.903-0.034,0.116-0.065,-4.445-0.194,3.125-0.018,1.744-0.156,-0.044-0.084,-3.736 0.139,1.995-0.097,0.252-0.020,-0.372 0.013,-3.087 0.148,15.570-0.606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115.000 293.000,'0.053'0.000,"0.082"0.000,0.095 0.000,0.097 0.000,0.090 0.000,0.081 0.000,0.066 0.000,-0.315-0.024,0.297-0.056,0.537-0.132,0.296-0.066,0.240-0.033,-1.191 0.229,1.945-0.291,2.057-0.217,0.800-0.038,-4.264 0.515,4.370-0.567,0.261-0.022,0.087 0.038,-2.298 0.291,0.023 0.031,2.146-0.064,-0.416 0.210,-2.102 0.158,0.945 0.148,0.320 0.151,-0.258 0.078,-3.157-0.259,16.228 3.222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250.000 294.000,'0.043'0.000,"0.068"0.000,0.081 0.000,0.085 0.000,0.080 0.000,0.074 0.000,-0.118-0.027,0.298-0.146,0.050-0.144,-0.526 0.250,0.389-0.179,0.109-0.031,0.757-0.268,0.260-0.051,-0.019 0.080,-0.220 0.127,1.355-0.236,0.173 0.061,-1.002 0.202,0.938-0.137,0.571-0.047,0.056 0.042,-0.335 0.103,-0.774 0.130,1.528-0.098,-0.256 0.081,-1.516 0.194,1.274 0.155,-0.241 0.170,-0.792 0.013,-0.644-0.017,9.383 2.686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353.000 286.000,'0.000'-0.019,"0.000"-0.029,0.000-0.032,0.000-0.032,0.000-0.028,0.000-0.023,0.000-0.020,0.000-0.013,0.000-0.011,0.000-0.006,0.000-0.005,0.000-0.002,0.000-0.001,0.000 0.001,0.084 0.024,0.128 0.029,0.145 0.030,-0.008 0.052,-0.065 0.057,0.137 0.041,0.035 0.036,-0.204-0.018,0.417 0.048,0.133 0.056,-0.129-0.014,0.079 0.011,0.121 0.006,-0.224-0.045,1.580 0.206,-0.771-0.111,0.095 0.001,0.167-0.004,0.163-0.008,2.059 0.110,0.165-0.048,-2.566-0.159,1.772 0.054,0.988-0.006,-0.066-0.034,-0.980-0.038,-0.874 0.030,1.318 0.147,-0.407 0.041,-1.471-0.081,0.352 0.094,-0.088 0.077,-0.366 0.035,-1.354-0.310,2.730 1.992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396.000 264.000,'-0.089'-0.089,"-0.135"-0.135,-0.151-0.151,-0.146-0.146,0.072 0.119,-0.144-0.066,-0.115-0.034,-0.112-0.033,0.209 0.115,-0.296-0.220,-0.086-0.059,-0.077-0.040,-0.194-0.041,-0.799-0.278,-0.191 0.103,1.387 0.603,-1.037-0.348,-0.455 0.045,-0.187 0.220,0.116 0.232,-0.146 0.189,-0.450 0.257,-0.054 0.251,1.012-0.050,-0.658 0.430,0.079 0.182,0.110 0.104,0.081 0.160,0.055 0.194,0.129 0.137,0.176 0.091,1.103-0.852,-0.388 0.537,-0.293 0.633,0.199 0.062,0.210-0.010,0.962-1.585,-0.886 2.127,0.582-1.074,0.053 0.227,0.153-0.055,0.226-0.785,0.047 0.419,0.329 0.753,0.360-0.192,-0.436-1.568,0.441 0.684,0.186-0.084,0.997 0.431,0.338-0.208,-1.659-0.970,0.994 0.382,0.148-0.079,1.043 0.096,0.108-0.153,-2.109-0.379,1.322 0.143,0.880-0.058,0.904-0.159,0.002-0.169,-1.427-0.057,0.066-0.137,1.655-0.575,-0.133-0.230,-0.778 0.048,-0.101-0.109,-0.165-0.053,-0.204-0.009,-0.625 0.187,1.115-0.818,-0.137-0.067,-0.217 0.040,-0.990 0.643,0.812-0.762,-0.177-0.079,-0.429 0.246,-0.561 0.496,0.514-0.618,-0.249 0.108,-1.327 1.476,0.891-1.555,-0.584 0.529,-0.319 0.438,-0.128 0.075,-0.171 0.622,-0.163-0.734,-0.229 0.044,0.222 0.716,-0.579-0.642,-0.220 0.057,0.315 0.393,-1.500-0.541,0.654 0.469,-0.462 0.016,-0.168 0.116,1.469 0.305,-3.132-0.008,-0.059 0.384,-0.365 0.384,2.268-0.296,-3.253 1.090,0.493 0.116,0.144 0.143,-17.864 10.471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178.000 339.000,'0.042'-0.014,"0.064"-0.021,0.073-0.025,0.071-0.023,0.065-0.022,0.056-0.019,-0.122 0.054,0.066 0.002,0.068 0.003,0.058-0.023,0.047-0.041,-0.317 0.082,0.422-0.118,0.060-0.016,0.453-0.137,0.079-0.044,-0.910 0.281,0.817-0.202,0.079 0.009,0.305-0.018,0.147 0.030,-0.781 0.140,0.485-0.043,0.040 0.020,0.793-0.030,0.066 0.040,-1.231 0.081,1.598-0.038,-0.013 0.032,-0.087 0.026,-1.510 0.035,0.449 0.029,-0.057 0.022,-0.054 0.015,-0.052 0.011,-0.845-0.052,0.867 0.059,0.009 0.001,-0.001-0.001,0.003-0.003,0.009-0.005,-0.871-0.052,0.971 0.045,1.255 0.004,0.227-0.058,0.152-0.062,-1.210 0.006,1.607-0.066,-0.035-0.009,-0.211-0.059,-0.655 0.014,-0.037-0.007,-0.049 0.003,-1.842 0.124,1.231-0.102,1.653-0.158,0.027 0.002,-2.259 0.169,1.868-0.288,-0.487 0.015,-0.244 0.008,-1.875 0.304,0.509-0.093,1.455-0.287,6.322-1.459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571.000 251.000,'0.040'0.000,"0.069"0.000,0.362 0.000,0.242 0.000,0.201 0.000,-0.738 0.000,0.503-0.018,0.043-0.031,0.076-0.021,0.102-0.014,-0.637 0.060,1.571-0.120,0.388 0.004,0.333 0.015,-1.551 0.080,0.591-0.015,0.052 0.007,0.346-0.001,0.051 0.009,0.672-0.043,0.880-0.065,0.289-0.046,0.178-0.039,-1.403 0.080,0.935-0.082,-0.022-0.041,-0.077-0.048,-1.766 0.160,-0.866 0.084,2.657-0.259,-0.011 0.014,-0.064 0.026,-1.750 0.160,15.274-0.883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564.000 291.000,'0.028'0.014,"0.043"0.021,0.049 0.026,0.051 0.024,0.046 0.024,0.041 0.020,0.034 0.016,0.026 0.015,0.021 0.009,0.015 0.008,0.010 0.005,0.010-0.014,0.019-0.018,0.021-0.024,0.019-0.024,-0.121-0.041,0.013-0.012,-0.227-0.035,0.546 0.058,0.072 0.023,0.020 0.031,-0.128-0.017,-0.453-0.082,0.516 0.080,0.039-0.006,0.025-0.009,-0.549-0.069,0.382 0.038,-0.376-0.042,0.646 0.048,0.058-0.012,0.047-0.010,-0.108-0.014,-0.006-0.006,0.287 0.072,-0.210 0.001,-0.426-0.046,0.306 0.029,0.364 0.028,0.066-0.005,-0.284-0.030,0.018-0.006,0.480 0.021,-0.052-0.015,-1.072-0.058,1.000 0.036,0.043-0.011,-0.157-0.012,0.001-0.006,0.085-0.006,0.034-0.005,-0.558-0.006,0.607 0.000,0.034-0.003,-0.996-0.002,0.811-0.001,-0.012 0.000,0.600-0.004,-0.018 0.000,-1.385-0.000,1.012-0.044,0.001-0.023,-0.595 0.026,0.411-0.032,-0.013-0.004,-0.807 0.054,0.834-0.055,-0.000 0.002,-0.019 0.003,-0.036 0.006,-0.044 0.005,-0.385 0.024,0.558-0.021,-0.014 0.008,-0.565 0.026,0.375-0.008,0.014 0.007,-0.358 0.011,0.623-0.006,0.022 0.006,0.022-0.012,0.017-0.027,-0.182-0.005,0.011-0.035,0.003-0.052,0.242-0.073,0.038-0.030,0.234-0.052,0.002-0.013,-0.004-0.010,-0.011-0.007,-0.042 0.010,-0.066 0.023,-0.079 0.031,-0.083 0.034,-0.038 0.036,0.067 0.024,-0.069 0.038,-0.074 0.033,-1.081 0.084,0.592-0.033,0.752-0.005,0.028 0.031,-1.383 0.021,0.604-0.034,-0.016-0.013,0.326-0.035,0.058-0.007,-0.304 0.023,0.442-0.021,0.418-0.050,-0.059-0.043,-0.414 0.029,-0.672 0.079,1.289-0.129,-0.037 0.024,-0.608 0.067,-0.096 0.017,-0.354 0.008,-0.032-0.037,-0.292 0.032,0.272-0.068,0.331-0.098,-0.071 0.000,-0.092 0.013,-0.765 0.195,0.507-0.102,0.287-0.044,-0.006 0.000,-0.036-0.007,0.117 0.006,0.046 0.013,-0.004 0.019,-0.043 0.020,-0.547 0.082,0.586-0.048,0.412-0.003,-0.101 0.034,3.850 0.031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553.000 356.000,'0.083'0.000,"0.132"0.000,0.156 0.000,0.161 0.000,-0.083 0.000,0.043 0.000,0.208 0.000,0.136 0.000,0.151-0.047,0.109-0.032,-0.207 0.010,0.083-0.007,0.118-0.002,1.075-0.054,0.237 0.009,0.145 0.016,-0.947 0.048,0.028 0.008,-0.008 0.005,0.592 0.020,0.076 0.050,1.307 0.068,0.343 0.030,0.188 0.008,-2.564-0.082,1.657 0.043,0.034-0.008,-0.344-0.018,0.105-0.008,-1.242-0.039,2.441-0.055,0.302-0.070,0.235-0.060,-1.378 0.036,1.240-0.075,0.021-0.028,-0.046-0.025,-3.438 0.188,3.660-0.302,1.490-0.201,0.126-0.065,-3.847 0.373,2.765-0.338,-0.008-0.054,-0.146-0.039,-0.240-0.026,-3.699 0.540,4.217-0.615,0.954-0.145,-0.020-0.002,-2.018 0.339,2.781-0.294,0.175 0.042,0.052 0.041,-1.096 0.128,-0.090 0.041,-0.214 0.058,-0.294 0.071,-4.288 0.391,4.219-0.400,2.132-0.173,-0.143 0.079,-6.243 0.506,2.757-0.275,25.626-3.718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209.000 409.000,'0.012'-0.006,"0.067"-0.039,0.070-0.029,0.540-0.239,0.259-0.111,-0.726 0.324,0.925-0.374,-0.161 0.048,0.685-0.343,0.062-0.071,-1.346 0.651,0.843-0.398,0.623-0.278,-0.012 0.018,-0.074 0.041,-1.355 0.618,0.871-0.415,0.481-0.226,0.002 0.022,-0.034 0.053,-1.300 0.564,0.874-0.386,0.577-0.270,-0.051 0.000,-0.080 0.009,-1.356 0.644,1.441-0.835,-0.228 0.036,-0.264 0.096,-0.608 0.325,-0.278 0.185,0.323-0.408,-0.133-0.002,-0.034-0.144,-0.288 0.121,-0.204 0.065,-0.102 0.588,-0.034-0.315,-0.070 0.026,-0.133 0.032,-0.205-0.057,-0.149-0.008,0.180 0.213,-0.977-0.373,-0.370 0.073,-0.331 0.089,1.208 0.307,-1.551-0.177,0.348 0.173,-0.140 0.129,-0.019 0.093,0.067 0.065,-0.063 0.113,0.037 0.092,1.632-0.225,-0.592 0.129,-0.662 0.201,-0.064 0.077,-1.320 0.496,0.112 0.072,2.466-0.846,-2.544 1.098,0.989-0.346,0.074 0.019,1.504-0.702,-1.667 0.945,-0.520 0.528,0.444-0.071,1.199-0.769,0.142 0.024,-0.365 0.856,0.398-0.027,0.651-1.137,-0.143 0.612,0.136-0.028,0.124-0.173,0.072-0.019,0.086-0.731,-0.010 1.038,0.063-0.005,0.019-0.345,0.018-0.073,-0.043-0.652,0.006-0.001,2.645 5.153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181.000 264.000,'0.084'0.028,"0.128"0.043,0.145 0.048,-0.111-0.046,0.308 0.044,0.211-0.003,0.086-0.067,-0.034-0.034,0.369-0.022,0.203-0.019,-0.043-0.006,0.165-0.005,-0.417 0.011,1.575-0.010,0.453 0.040,-1.458 0.017,3.364 0.128,0.591 0.162,0.370 0.192,-3.544-0.287,4.122 0.453,-1.296-0.111,-0.094-0.010,0.208 0.013,0.176-0.015,0.099-0.038,0.040-0.050,1.565 0.024,-0.152-0.093,-2.311-0.159,-0.180-0.040,-2.008-0.093,1.249 0.009,-0.079-0.047,-2.523-0.042,2.589-0.020,0.059-0.051,-1.259 0.001,2.962-0.158,-1.360 0.017,-0.015-0.022,0.739-0.054,0.041-0.003,0.711-0.028,1.852-0.028,-0.633 0.125,12.702 0.350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315.000 522.000,'0.040'-0.013,"0.065"-0.022,0.080-0.027,0.086-0.028,-0.199 0.068,0.384-0.125,0.580-0.209,0.376-0.151,-0.837 0.305,0.848-0.254,0.460-0.106,0.198-0.030,-0.504 0.178,0.160-0.031,0.132-0.039,0.476-0.105,0.128 0.004,-1.754 0.416,1.628-0.340,1.078-0.152,0.166 0.045,0.068 0.060,-1.802 0.295,0.061 0.018,2.099-0.169,0.002 0.070,-0.125 0.067,-1.909 0.153,2.163-0.065,1.112 0.031,-0.154 0.061,-2.001 0.055,1.134 0.012,0.427 0.050,-0.289 0.065,-0.564 0.115,14.502 2.720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109.000 467.000,'0.221'-0.147,"0.067"-0.040,0.098-0.056,0.081-0.044,0.838-0.469,0.795-0.403,0.436-0.185,-2.047 1.097,2.091-0.768,-0.038 0.147,0.156 0.048,1.564-0.219,-3.397 0.838,2.978-0.499,-0.857 0.235,0.057 0.061,2.292-0.110,-4.268 0.420,4.519-0.171,0.080 0.151,-2.319 0.070,-0.049 0.007,-2.198 0.026,5.315-0.076,0.094-0.050,-0.655-0.076,-2.378 0.017,-0.003-0.061,0.025-0.054,0.575-0.100,-0.063-0.019,1.126-0.153,-0.021-0.015,-3.982 0.467,2.835-0.311,-0.050 0.031,-2.804 0.297,2.751-0.247,-0.093 0.041,-1.636 0.152,1.026-0.053,-0.064 0.030,-2.074 0.131,3.011-0.130,-0.115 0.045,-1.992 0.082,0.879-0.011,-0.114 0.018,0.729 0.009,-0.165 0.022,-1.660 0.016,1.092 0.006,-0.141 0.008,-0.124 0.007,-0.109 0.004,-0.345-0.001,0.852-0.009,-0.061-0.029,-0.084-0.039,-0.896-0.044,0.781-0.174,-0.260-0.058,-0.278-0.016,-1.191 0.204,0.921-0.201,-0.218-0.001,-0.223 0.002,-0.157-0.008,-0.286 0.046,-0.259 0.053,-0.221 0.053,-0.181 0.050,-0.141 0.044,-0.106 0.036,-0.076 0.032,-0.087 0.017,-0.085 0.012,-0.160 0.012,-0.048 0.009,-0.015 0.005,0.408-0.009,-0.527-0.014,-0.060-0.038,-0.013-0.046,0.557 0.076,-0.581-0.081,-0.067-0.004,-0.039 0.003,0.034 0.014,-0.085 0.003,-0.001 0.012,0.011 0.012,-0.083 0.007,0.078 0.013,0.089 0.012,0.344 0.016,0.021 0.002,-0.188 0.013,0.088 0.023,0.095 0.025,0.090 0.024,0.082 0.023,0.071 0.019,0.165 0.017,0.227-0.007,0.234-0.016,-0.352-0.089,0.339 0.033,0.361 0.023,0.133 0.015,0.068 0.023,-0.167-0.023,-0.209-0.006,0.664 0.126,0.160 0.037,0.436 0.062,0.807 0.157,-0.560-0.096,0.196 0.018,1.270 0.170,-2.862-0.447,3.373 0.550,0.331 0.085,-1.773-0.299,-0.032-0.012,-1.745-0.290,1.876 0.293,0.575 0.060,0.058-0.030,-0.476-0.095,-0.005-0.032,-1.932-0.232,3.176 0.292,0.196-0.022,-0.503-0.074,-0.020-0.030,-0.524-0.064,0.061-0.038,0.091-0.047,1.258-0.030,-0.005-0.057,-3.528-0.033,3.603-0.016,-0.056-0.028,-0.504-0.026,0.023-0.041,0.733-0.048,0.162-0.017,-2.530 0.083,2.073-0.099,0.027-0.057,0.617-0.077,-0.148-0.017,-3.860 0.252,6.252-0.321,0.637 0.037,0.370 0.052,-3.415 0.146,2.762-0.067,-0.388 0.013,-0.547 0.001,-5.460 0.172,6.097-0.244,0.320-0.059,-1.650 0.067,0.129 0.002,-0.831-0.004,5.192-0.332,0.161 0.000,-2.695 0.151,0.787-0.028,-0.118 0.035,-0.261 0.049,-6.670 0.318,6.126-0.279,2.193-0.097,-0.064-0.004,-6.168 0.290,4.095-0.252,1.902-0.227,-0.389-0.099,-5.905 0.445,5.248-0.671,-0.711-0.087,-0.847-0.014,-4.538 0.642,2.832-0.563,0.440-0.200,-0.413-0.006,-1.942 0.383,2.624-0.545,-0.794 0.167,-0.230 0.032,-1.763 0.434,1.314-0.203,-0.056 0.076,-0.154 0.097,1.629 0.042,-3.835 0.497,3.292-0.007,-0.158 0.240,-4.463 0.016,3.698 0.387,0.178 0.338,-0.355 0.206,-0.415 0.127,-3.352-0.810,2.159 0.624,1.185 0.413,-0.033 0.040,-0.150-0.020,-3.101-0.992,3.810 0.887,0.312-0.117,0.089-0.136,-0.077-0.143,-3.885-0.620,4.420 0.447,2.581-0.002,-0.170-0.205,-6.661-0.362,3.107 0.101,2.102-0.008,-0.238-0.069,-0.428-0.052,-4.642-0.038,2.836 0.000,1.344-0.022,-0.262-0.017,-0.389-0.011,-3.699 0.040,5.371 0.319,-0.342 0.259,-0.905 0.034,-2.223-0.240,0.914 0.111,-0.139-0.031,-0.342-0.090,0.124-0.037,1.612-0.094,0.332-0.139,-1.684-0.141,0.124-0.124,-2.691 0.103,4.455-0.409,0.137-0.116,-1.435 0.092,1.655-0.224,1.439-0.264,-0.447-0.053,-5.738 0.839,3.659-0.492,-0.003 0.045,0.012 0.059,0.024 0.063,-2.192 0.251,1.449-0.065,-0.075 0.095,1.338 0.063,-0.123 0.111,-2.766 0.060,2.777 0.007,-0.083-0.029,-0.724-0.027,-0.004-0.039,-0.617-0.005,1.784-0.074,-0.260-0.007,-0.399 0.006,-1.430 0.063,2.339-0.046,-0.115 0.024,-0.335 0.026,-3.171 0.083,3.309 0.065,0.115 0.106,-0.064 0.104,-0.202 0.124,0.663 0.149,0.076 0.071,-0.009 0.035,-2.078-0.195,-0.131-0.015,3.444 0.398,-0.044 0.097,-3.531-0.418,1.659 0.197,-0.215-0.032,-0.251-0.041,-4.057-0.469,3.691 0.410,1.950 0.276,-0.095 0.102,-0.348-0.029,0.067 0.007,-0.066-0.026,-3.865-0.542,2.669 0.374,2.154 0.248,-0.043-0.096,-5.995-0.713,2.612 0.265,-0.064-0.044,1.255 0.047,-0.032-0.076,-0.027-0.070,-1.333-0.104,1.073-0.048,-0.256-0.126,-2.316-0.033,-0.001-0.028,2.911-0.241,-0.288-0.102,-0.418-0.064,-0.623-0.083,-0.156-0.096,-0.268-0.053,-0.335-0.022,-2.314 0.543,10.079-4.655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132.000 346.000,'0.037'0.000,"0.057"0.000,0.068 0.000,0.066 0.000,0.065 0.000,0.055 0.000,-0.083-0.027,0.203-0.044,0.208-0.052,0.009-0.013,-0.546 0.106,0.789-0.259,0.195-0.110,-0.039-0.014,-0.885 0.334,0.900-0.430,-0.419 0.192,0.026-0.000,0.283-0.093,-0.200 0.093,0.094 0.001,0.236-0.041,0.042 0.021,0.201-0.010,-0.656 0.184,1.101-0.148,0.188 0.057,0.305 0.038,-0.855 0.106,0.550-0.001,0.002 0.029,-0.485 0.021,0.037-0.011,-0.486 0.020,1.257-0.081,0.171-0.040,-0.595 0.031,-0.001-0.005,-0.607 0.025,1.452-0.195,0.129-0.040,-0.319 0.018,0.009-0.025,-1.090 0.154,1.474-0.206,-0.089 0.021,-0.346 0.075,-0.029 0.032,-1.051 0.145,0.751-0.022,0.023 0.041,-0.740 0.080,0.734 0.057,-0.003 0.059,0.672 0.106,-0.132 0.049,-2.055-0.167,0.711 0.089,0.746 0.125,0.011 0.031,1.142 0.189,0.029-0.004,-2.580-0.381,1.890 0.288,0.012-0.006,-0.361-0.070,0.032-0.019,1.512 0.138,-0.004-0.073,-1.248-0.166,-0.134-0.065,0.432-0.051,0.004-0.071,-0.054-0.067,-0.094-0.060,-2.046 0.082,1.363-0.080,0.673-0.058,-0.055-0.007,-0.086 0.003,-0.692 0.049,-0.632 0.044,1.945-0.056,-0.005 0.085,-1.057 0.044,-0.132 0.022,0.765 0.039,-0.153 0.016,-0.613-0.011,-0.097 0.000,-0.095-0.003,-0.090-0.006,-0.051-0.005,-0.084-0.006,-0.102-0.007,-0.111-0.006,-1.036-0.021,4.648 0.033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530.000 338.000,'0.000'-0.035,"0.000"-0.055,0.000-0.061,0.000-0.061,0.000-0.055,0.000-0.048,0.000-0.039,0.112 0.002,0.171 0.032,0.193 0.048,-0.027 0.096,0.296-0.010,0.056 0.050,-0.651 0.112,0.560-0.048,0.148 0.035,0.050 0.048,0.021 0.051,0.086 0.023,0.502 0.045,0.193 0.005,-0.631-0.056,0.522 0.019,0.723 0.010,0.292-0.017,-0.969-0.043,0.124-0.007,1.391 0.012,-0.023-0.015,12.859-1.018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591.000 334.000,'0.028'0.009,"0.043"0.015,0.048 0.016,0.048 0.015,0.043 0.015,0.037 0.013,0.030 0.009,0.024 0.008,0.016 0.006,-0.041-0.030,0.114 0.019,0.113 0.020,0.126 0.028,-0.011-0.040,0.781 0.061,0.328-0.008,0.236-0.017,-0.529-0.004,1.919 0.219,0.542 0.032,-2.447-0.247,0.789 0.075,0.031 0.012,14.855 1.750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649.000 334.000,'0.045'0.000,"0.068"0.000,0.079 0.000,0.078 0.000,0.072 0.000,0.062 0.000,0.051 0.000,0.039 0.000,0.030 0.000,-0.315-0.012,0.017-0.010,0.341-0.054,0.128-0.020,0.104-0.010,-0.100 0.025,0.575-0.037,0.165 0.009,0.561 0.004,-0.656 0.048,0.730-0.007,0.243 0.011,-0.517 0.019,0.028 0.006,-1.213 0.019,1.952-0.018,0.000 0.008,0.092 0.006,-0.035 0.005,-1.966 0.001,15.542-1.949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107.000 361.000,'0.000'0.055,"0.000"0.091,0.000 0.109,0.000 0.090,0.000 0.026,0.000-0.008,0.030-0.015,0.047-0.045,0.055-0.048,0.056-0.051,0.054-0.047,0.047-0.041,0.041-0.035,-0.019-0.121,0.286-0.137,0.149-0.105,0.118-0.083,0.651-0.231,-0.058 0.044,0.037 0.008,-0.038 0.034,-0.748 0.262,0.046-0.007,0.986-0.287,0.193-0.010,0.157 0.001,0.249 0.027,0.113 0.022,0.013 0.014,0.035 0.033,0.993-0.042,-1.021 0.189,-0.034 0.041,-1.742 0.194,2.285-0.166,0.094 0.048,-0.372 0.057,-0.016 0.031,-1.916 0.075,3.239-0.058,-0.737-0.005,-0.421 0.002,-0.039-0.003,-2.014 0.066,3.321-0.101,-0.414 0.022,-0.043 0.012,-2.061 0.055,2.371-0.040,-0.443 0.051,-0.032 0.061,-0.523 0.027,-0.143 0.020,0.206 0.022,-0.132 0.002,-0.483-0.015,-0.181-0.007,-0.046-0.009,-0.043-0.010,-0.585-0.021,1.121 0.012,-0.863-0.023,-0.088-0.006,-1.246-0.019,1.524 0.014,-0.045-0.007,-0.108-0.004,-0.150-0.005,7.782-0.037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37.000 386.000,'-0.037'0.110,"-0.057"0.174,-0.011 0.029,-0.009 0.029,0.000 0.002,-0.059 0.028,-0.063-0.043,-0.071-0.052,0.018-0.053,0.076-0.051,0.105-0.045,0.119-0.039,0.116-0.030,0.108-0.025,0.093-0.018,0.099-0.106,0.294-0.129,0.105-0.053,-0.655 0.218,0.216-0.058,0.614-0.109,0.815-0.064,0.328 0.038,-1.329 0.164,0.510-0.030,1.152-0.035,0.138 0.034,-0.925 0.030,0.842-0.045,0.196-0.006,0.130 0.002,-2.141 0.100,1.550-0.088,1.043-0.064,0.143-0.032,0.033-0.037,-1.743 0.100,0.959-0.151,1.130-0.239,-0.403-0.004,0.025-0.054,-1.469 0.229,1.071-0.259,2.789-0.754,-0.063-0.101,-3.705 0.955,2.031-0.473,0.895-0.115,-0.232 0.171,-1.086 0.305,-1.018 0.223,1.121-0.073,-0.249 0.121,-2.768 0.295,1.494-0.110,-0.043 0.040,1.334 0.001,-0.246 0.073,0.040 0.054,-2.033 0.017,1.862 0.027,-0.195 0.018,-0.724-0.003,-0.596-0.009,0.709 0.015,-0.197-0.002,-1.702-0.034,0.877 0.043,0.469 0.061,-0.138 0.019,-0.132 0.006,4.003 0.577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493.000 391.000,'0.119'0.030,"0.193"0.048,0.281 0.059,0.120 0.013,-0.191-0.091,0.135-0.045,-0.009-0.040,-0.167-0.003,0.057-0.008,0.317-0.061,0.027-0.059,-0.342 0.053,0.377-0.081,-0.019 0.005,-0.716 0.145,0.214-0.033,0.715-0.072,0.117 0.021,0.062 0.021,-0.721 0.072,0.644 0.027,0.408 0.099,0.058 0.091,-0.296-0.009,0.103 0.106,0.452 0.168,-0.019 0.029,-1.116-0.282,0.472 0.113,0.315 0.054,0.092-0.012,0.391 0.022,-0.998-0.200,1.342 0.139,1.184 0.036,-0.018-0.083,-1.515-0.146,0.868 0.030,0.106 0.006,1.245 0.037,-0.625-0.051,-0.356-0.031,0.066-0.011,1.665 0.017,-1.013-0.042,-0.147 0.008,-0.240 0.025,0.816 0.048,-0.950-0.033,-0.524-0.020,-0.100-0.008,-2.066-0.072,3.289 0.092,-1.690-0.055,-0.048-0.008,-0.048-0.008,-1.540-0.035,2.026 0.031,0.036-0.009,-1.218-0.019,1.245 0.007,0.008-0.007,-2.051-0.013,1.695-0.008,0.041-0.027,1.465-0.059,0.155-0.026,-2.315 0.062,0.949-0.029,-0.008-0.000,1.002-0.023,0.082 0.008,0.536 0.001,-0.022 0.014,-1.073 0.027,-0.120 0.009,0.474 0.004,0.961 0.004,-1.459 0.018,-0.072 0.005,1.508 0.002,-0.929 0.008,-0.037 0.002,-0.055 0.004,1.012-0.072,0.318-0.055,-0.349-0.019,-3.754 0.116,2.499-0.129,0.790-0.074,-0.145-0.005,-2.409 0.121,2.308-0.279,-0.606 0.008,-0.314 0.002,-1.022 0.193,-0.056 0.054,-0.067 0.048,0.200 0.055,-0.111 0.074,7.133 1.696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762.000 390.000,'0.112'0.028,"0.171"0.043,0.193 0.048,0.000-0.028,0.072-0.027,0.056-0.040,-0.324-0.020,0.626-0.099,0.022-0.042,0.080-0.024,-0.781 0.118,0.010-0.004,0.584-0.157,0.091-0.054,0.550-0.173,0.274-0.066,0.252-0.023,0.276-0.039,0.486-0.072,0.062 0.037,-0.834 0.171,1.012-0.207,0.000 0.021,-0.091 0.048,-2.224 0.435,1.432-0.220,0.767-0.055,-0.042 0.063,-0.118 0.060,-2.043 0.212,1.344-0.048,-1.346 0.083,2.956 0.082,-0.265 0.126,6.411 1.294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840.000 397.000,'0.055'0.037,"0.087"0.057,0.100 0.068,0.101 0.066,-0.065-0.054,0.036 0.002,0.136-0.026,0.114-0.091,0.044-0.078,0.099-0.069,-0.251 0.021,0.495-0.089,0.118-0.023,-0.748 0.126,0.898-0.136,1.040-0.129,0.366-0.011,0.254 0.009,0.145 0.046,0.236 0.027,-0.197 0.073,0.244 0.057,-1.326 0.064,2.437 0.002,2.545 0.103,0.584 0.113,-4.774-0.098,1.579 0.046,4.329 0.114,0.228-0.006,-4.006-0.135,2.367-0.057,0.113-0.106,0.058-0.105,-0.607-0.133,2.754-0.421,0.107-0.252,-2.830 0.141,-0.222-0.051,-0.352-0.017,-0.430 0.006,-4.417 0.685,4.224-0.618,-0.108 0.032,-0.221 0.061,-0.290 0.078,-3.803 0.508,3.677-0.397,-0.181 0.113,-0.259 0.126,-1.303 0.138,-0.188 0.051,0.925 0.175,15.006 3.477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520.000 451.000,'0.089'0.000,"0.146"0.000,0.069 0.000,0.118 0.000,0.304-0.018,0.191-0.031,0.173-0.036,0.155-0.058,-0.052-0.012,0.052-0.017,-0.129 0.020,0.062 0.000,-0.315 0.029,1.201-0.190,0.253-0.035,0.181-0.008,-1.188 0.181,0.873-0.077,2.684-0.207,0.580 0.000,-2.384 0.221,0.151 0.015,1.859-0.100,0.046-0.003,-0.125 0.050,0.364-0.025,0.856-0.041,-0.066 0.018,-1.860 0.069,1.771-0.128,0.916-0.003,-0.103 0.112,-5.347 0.218,3.115-0.074,1.704 0.019,-0.046 0.049,-0.187 0.038,-1.593 0.021,0.002 0.013,3.858-0.049,-0.200-0.120,-6.705 0.128,2.929-0.077,1.470-0.100,0.505-0.070,-0.414-0.013,0.538-0.023,-1.547 0.081,-0.298 0.025,-0.324 0.028,-0.056 0.074,-0.211 0.059,-0.310 0.043,-0.366 0.032,-2.553-0.014,2.390 0.149,11.499 2.276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585.000 455.000,'0.015'-0.045,"0.022"-0.067,0.026-0.075,0.024-0.074,0.021-0.065,0.019-0.055,-0.031 0.173,0.045 0.005,0.140-0.108,0.031-0.016,-0.032 0.077,0.018 0.013,0.120-0.067,0.027-0.012,0.100-0.043,-0.007 0.039,-0.021 0.052,-0.091 0.097,0.079 0.030,-0.374 0.108,0.397-0.064,0.051 0.020,-0.207 0.026,0.308-0.035,0.890-0.074,-0.336 0.012,0.109-0.057,-0.944 0.143,1.627-0.271,1.609-0.257,0.633-0.073,-3.481 0.543,2.692-0.393,1.792-0.282,0.181-0.072,-1.544 0.255,0.992-0.089,-1.551 0.238,-0.092 0.020,-0.495 0.085,-0.072 0.027,1.150-0.098,-0.272 0.072,-2.786 0.281,1.508-0.122,0.715-0.060,-0.127 0.015,-0.180 0.023,-0.738 0.070,-0.050 0.015,-0.008 0.016,0.577-0.035,-0.109-0.013,8.089-0.892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678.000 459.000,'0.041'-0.027,"0.064"-0.043,0.076-0.051,0.078-0.052,0.075-0.049,-0.007 0.025,0.052 0.000,0.049 0.010,0.252-0.031,0.272-0.012,0.274 0.002,0.265 0.013,-0.202 0.037,-0.349 0.057,2.101-0.193,0.549 0.017,-1.325 0.105,1.038-0.077,1.550-0.091,-0.023 0.036,-0.401 0.022,-0.248-0.012,-0.272-0.024,-0.262-0.026,-2.954 0.292,2.376-0.294,-0.186-0.007,-2.245 0.288,13.399-2.561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323.000 142.000,'-0.021'-0.032,"-0.033"-0.049,-0.038-0.057,-0.039-0.058,-0.036-0.054,-0.032-0.049,-0.026-0.039,0.035 0.000,0.048-0.015,0.061-0.007,0.185-0.085,0.243-0.018,-0.110 0.220,0.045 0.014,0.301-0.106,0.066 0.054,-0.355 0.177,0.678-0.247,-0.334 0.129,0.040-0.004,0.027 0.004,-0.462 0.148,1.242-0.265,0.245 0.117,0.213 0.163,-0.673 0.063,1.273 0.089,-0.266 0.011,0.256 0.018,-1.193-0.060,0.859 0.033,0.167-0.001,1.147-0.023,0.326-0.088,0.380-0.063,1.535-0.083,-1.106-0.009,-0.071-0.046,-2.225 0.104,1.952-0.096,0.095-0.001,0.110 0.009,0.119 0.012,2.190 0.026,-1.316 0.116,0.056 0.093,0.061 0.095,-1.343 0.027,1.465 0.147,-0.084 0.068,-0.169 0.045,-2.769-0.211,2.839 0.218,0.027-0.021,-0.039-0.034,-0.087-0.041,0.296-0.094,2.531-0.055,-0.022-0.105,-5.288-0.063,0.012-0.009,4.763-0.062,0.052-0.086,-1.671-0.002,-0.086-0.014,0.438-0.022,-0.483 0.008,20.129-0.479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534.000 150.000,'0.027'-0.014,"0.041"-0.020,0.046-0.023,0.045-0.022,0.040-0.021,0.035-0.016,0.026-0.015,0.021-0.009,0.015-0.008,0.010-0.005,0.006-0.003,0.004-0.002,0.001 0.000,-0.138 0.061,0.013-0.017,0.087-0.058,0.021-0.005,0.015 0.003,-0.234 0.132,0.352-0.128,0.067 0.019,0.057 0.022,-0.169 0.076,-0.256 0.039,0.304 0.001,0.384 0.090,0.036 0.096,-0.056-0.004,0.108 0.014,0.097 0.002,0.084-0.008,0.151-0.014,-0.231-0.051,0.677 0.032,0.104-0.024,-1.386-0.095,0.965 0.041,1.294 0.015,-0.702-0.054,0.072-0.041,-0.830-0.003,0.781-0.029,2.040-0.127,-0.037-0.083,-2.481 0.159,1.769-0.104,1.017-0.118,-0.042-0.094,-3.399 0.330,0.014-0.002,1.869-0.173,0.091 0.002,1.555-0.106,-0.018 0.035,-3.391 0.257,0.010 0.001,3.330-0.168,1.977-0.019,-0.121 0.064,-3.888 0.118,3.807-0.129,0.023 0.003,-0.214 0.018,-4.724 0.144,0.006-0.003,2.513-0.119,0.092-0.027,0.037-0.017,2.716-0.302,-2.589 0.177,1.446-0.153,0.123-0.032,-1.410 0.130,-0.066 0.011,-1.359 0.132,3.467-0.250,0.040 0.063,0.634 0.110,-2.790 0.171,0.553 0.030,-0.166 0.044,-3.163 0.060,2.470 0.051,-0.061 0.056,-1.227-0.001,3.026 0.243,-0.191 0.065,-4.107-0.310,2.841 0.233,-0.142-0.006,-0.012-0.015,-0.057-0.023,-2.713-0.203,2.176 0.136,-0.010-0.021,0.013-0.023,-0.038-0.022,-0.074-0.021,-2.103-0.086,3.099 0.085,-0.152-0.030,-0.107-0.027,-0.072-0.021,-1.929-0.029,0.889 0.002,-0.075-0.009,0.714-0.007,-0.245-0.007,12.312-0.140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1303.000 200.000,'-0.424'0.094,"-0.212"0.065,-1.117 0.354,-0.828 0.313,-0.777 0.319,0.707-0.199,-1.401 0.611,-0.368 0.263,-0.240 0.227,3.486-1.519,-5.329 2.660,-0.220 0.412,0.059 0.292,2.776-1.459,-2.211 2.021,2.115-1.191,0.303 0.171,-0.845 1.702,2.100-2.032,-0.268 1.014,0.535-0.114,1.658-3.008,-0.804 3.007,0.746 0.012,0.551-0.584,0.414-0.133,-0.018-1.473,1.136 1.630,0.651-0.159,0.130-0.601,0.344-0.220,-0.101-0.514,-0.700-0.708,2.650 1.003,0.499-0.283,0.261-0.294,2.398-0.033,1.367-0.330,0.004-0.418,-7.368-0.757,7.514-0.050,1.090-0.607,-0.497-0.459,-7.984 0.774,5.575-1.139,2.685-1.281,-0.672-0.416,-6.009 1.853,4.841-2.411,-3.479 1.334,-0.213-0.074,-0.260-0.130,-1.535 0.747,2.234-2.128,-0.577-0.206,-0.616-0.050,-0.617 0.063,-2.400 3.009,1.053-2.338,-0.311-0.826,-0.599-0.136,-0.972-2.116,-0.153 3.871,-1.727-3.236,-1.381 0.158,0.658 2.068,-0.420 0.227,2.012 2.268,-6.772-3.594,-1.932 0.836,3.512 1.860,-0.381 0.331,4.386 1.153,-8.077-0.675,-0.752 0.746,8.290 0.374,-78.526 14.174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144.000 220.000,'-0.080'-0.027,"-0.131"-0.043,-0.159-0.053,-0.171-0.058,0.255 0.078,-0.661-0.260,-0.274-0.100,-0.253-0.080,0.062 0.064,-0.133 0.013,-0.117 0.032,-0.098 0.042,-0.318 0.191,-0.670 0.249,-0.188 0.270,-0.087 0.245,1.646-0.240,-2.020 0.800,-0.264 0.339,-0.145 0.264,0.010 0.270,-1.866 1.513,-0.164 0.551,3.704-2.540,-2.270 1.737,-0.597 0.648,0.084 0.168,1.711-1.308,0.118 0.003,0.148-0.029,-0.728 0.978,0.256 0.106,1.762-1.891,-2.005 3.165,0.756-0.409,0.378 0.058,1.016-1.558,-0.493 2.385,0.743-1.130,0.353-0.078,0.433 0.209,0.624 1.408,0.248-1.838,0.279-0.090,-0.472-2.902,1.246 3.507,-0.041-1.216,1.382 1.427,0.463-0.490,-2.518-3.436,2.947 2.353,-0.589-1.156,1.572 0.079,0.370-0.627,-2.449-0.974,1.567-0.129,1.942-0.658,1.103-0.901,0.008-0.680,-0.573-0.557,2.433-1.895,-0.624-0.471,-6.930 3.795,3.020-2.059,-0.086-0.253,-0.106-0.193,-0.120-0.142,-1.446 1.085,2.787-3.011,-1.414 1.093,0.578-1.001,-0.203-0.158,0.377-1.010,-2.531 3.195,1.022-1.897,0.259-1.018,-0.362 0.026,0.619-2.538,-1.858 3.659,0.254-2.209,-0.815 0.427,-1.065-0.122,-1.006 0.853,-0.785 0.925,-0.100 2.083,-0.416 0.534,0.615 1.302,-2.181-0.422,-0.854 0.899,0.063 0.713,-0.364 0.551,3.245-0.263,-4.681 1.345,-0.415 0.663,0.178 0.407,-0.439 0.595,-1.851 1.475,-1.009 1.096,-1.834 1.663,-0.049 0.493,-39.842 32.736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663.000 305.000,'0.150'-0.021,"0.239"-0.035,0.284-0.040,-0.517 0.074,0.839-0.124,1.224-0.213,0.763-0.151,-2.416 0.412,2.454-0.400,1.631-0.209,0.476-0.003,-0.271 0.128,-0.829 0.102,2.692-0.288,0.297 0.013,1.688-0.090,-3.343 0.359,2.871-0.208,-0.093 0.036,-0.772 0.124,-1.772 0.167,1.839-0.057,-0.226 0.067,-5.419 0.271,7.146-0.315,25.755-0.939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154.000 291.000,'0.028'0.014,"0.042"0.021,0.046 0.023,0.046 0.023,0.040 0.020,0.035 0.017,0.026 0.014,0.020 0.009,0.014 0.008,0.010 0.005,0.006 0.002,0.003 0.002,0.001 0.000,-0.048-0.008,0.021 0.034,-0.031-0.042,0.110 0.023,-0.066-0.047,1.037 0.274,0.605 0.109,0.574 0.107,-0.809-0.236,1.303 0.123,0.520-0.095,0.476-0.123,0.112-0.108,1.563-0.065,-1.546-0.086,0.170-0.061,0.859-0.064,-1.197 0.008,2.741-0.103,-0.249-0.008,-3.919 0.128,-1.277 0.041,4.214-0.141,-0.160-0.012,-0.257-0.017,-0.355 0.017,0.345-0.060,-0.127-0.072,-0.176-0.087,-1.406 0.083,1.221-0.155,-0.623 0.034,-0.127-0.020,16.379-2.784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129.000 350.000,'0.026'0.009,"0.039"0.012,0.047 0.017,0.045 0.014,0.043 0.015,0.037 0.012,0.031 0.010,0.025 0.009,0.018 0.005,0.029-0.027,0.008-0.054,0.004-0.063,-0.009-0.010,0.024-0.021,0.073-0.035,0.005-0.002,0.055-0.010,-0.118 0.025,0.553-0.136,0.103-0.020,-0.766 0.187,1.453-0.249,-0.029 0.050,0.055 0.029,-1.353 0.177,0.448-0.072,1.697-0.262,-0.035 0.026,0.148 0.011,-1.440 0.203,0.670-0.061,0.027 0.017,0.700-0.054,0.041-0.005,-1.317 0.129,2.117-0.166,-0.466 0.057,-0.230 0.032,-2.149 0.159,1.196-0.072,1.165-0.107,-0.677 0.042,-0.097 0.006,-0.594 0.050,1.003-0.057,-0.879 0.087,-0.117 0.045,0.541 0.052,-0.107 0.047,-0.351 0.046,-0.171 0.058,-0.863-0.080,1.029 0.252,-0.182 0.133,-1.233-0.375,1.064 0.389,-0.062 0.020,-0.085 0.002,-0.954-0.399,0.234 0.092,0.246 0.077,0.653 0.152,0.002-0.079,-0.876-0.226,0.692 0.116,0.033-0.015,0.028-0.003,-0.980-0.167,1.128 0.159,-0.164-0.043,-0.060-0.025,-0.907-0.106,0.853 0.067,0.014-0.019,-0.156-0.022,-0.028-0.011,-0.412-0.023,0.295 0.005,0.321-0.004,-0.143-0.009,-0.017-0.005,-0.429-0.005,0.338-0.002,0.367-0.003,0.021-0.003,-0.015-0.001,-0.619 0.002,0.731-0.004,0.249-0.001,0.044 0.001,-1.303 0.006,0.416-0.013,0.982-0.055,0.640-0.055,0.057-0.015,-0.908 0.055,0.654-0.023,0.648-0.014,-0.039 0.017,0.313 0.014,0.038 0.021,-0.019 0.019,-1.336 0.027,0.725 0.000,0.691 0.005,-0.093 0.008,0.077 0.006,0.363 0.005,-0.028 0.003,-0.231 0.001,-0.690 0.000,-0.047 0.000,-0.708 0.025,-1.258-0.017,1.264 0.042,0.929 0.056,-0.118 0.013,0.223 0.015,-1.747-0.084,-0.586-0.024,1.835 0.123,0.034 0.018,0.911 0.050,-1.314-0.092,0.727 0.030,-0.006-0.015,-1.386-0.077,1.470 0.049,-0.652-0.039,0.427-0.002,0.022-0.013,-1.140-0.031,1.624 0.017,0.895-0.009,-0.006-0.015,-2.417-0.028,2.538-0.104,0.018-0.079,-0.050-0.062,-1.714 0.093,0.782-0.056,-0.094 0.008,-0.140 0.015,-0.687 0.032,0.019-0.008,-0.005-0.002,0.346-0.024,-0.066 0.010,0.511-0.007,0.849-0.013,-1.219 0.078,-0.057 0.017,-0.373 0.029,-0.044 0.011,-0.080 0.012,0.268 0.004,-0.083 0.013,-1.656 0.027,3.219-0.019,0.624 0.015,-0.083 0.013,-3.622 0.001,2.533 0.004,0.845 0.005,-0.156 0.001,-1.597-0.003,0.861 0.001,0.379 0.001,-0.123-0.001,-0.533 0.046,-0.100 0.029,0.251 0.064,-0.118 0.056,-0.500-0.002,-0.139 0.052,-0.119 0.025,-0.099 0.006,-0.033 0.083,8.409 2.788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783.000 254.000,'0.067'-0.022,"0.101"-0.034,0.113-0.038,0.110-0.036,-0.115 0.055,0.373-0.050,0.203-0.040,0.339-0.086,-0.595 0.131,0.691-0.108,0.225-0.005,0.277 0.004,0.305 0.013,-0.082 0.042,0.185 0.014,0.151 0.016,0.615-0.003,0.202 0.022,-0.384 0.033,0.019 0.014,1.064-0.003,-0.479 0.027,-0.048 0.013,-2.381 0.036,1.955 0.048,2.641 0.182,-0.009 0.070,-3.558-0.186,0.987 0.056,18.104 1.043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961.000 294.000,'0.089'0.000,"0.146"0.000,0.105-0.018,0.096-0.031,0.081-0.036,0.481-0.187,0.369-0.092,0.319-0.032,-0.963 0.239,0.994-0.145,0.508-0.008,0.213 0.038,0.105 0.063,1.457-0.015,0.170 0.058,-3.406 0.138,0.836 0.001,2.005 0.124,1.417 0.223,0.293 0.139,-4.242-0.362,3.543 0.458,1.981 0.383,-0.213 0.021,-2.844-0.404,0.083 0.010,3.141 0.491,-0.308-0.037,-2.896-0.444,-2.365-0.380,3.733 0.634,-0.029 0.012,-0.159-0.015,-2.337-0.414,3.979 0.586,-0.677-0.178,-0.218-0.101,-4.276-0.564,1.234 0.155,2.650 0.300,1.308 0.097,-0.265-0.088,-4.918-0.500,1.239 0.081,2.686 0.052,24.597-1.180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799.000 321.000,'0.052'-0.017,"0.078"-0.027,0.088-0.028,0.088-0.030,0.077-0.026,0.022 0.005,0.039 0.007,0.065 0.012,0.079 0.016,0.080 0.016,-0.266 0.035,-0.011 0.005,0.285-0.006,0.038 0.011,-0.569 0.022,0.478-0.009,0.025 0.005,0.134 0.004,0.010 0.004,-0.002 0.002,-0.437 0.000,0.408 0.002,0.026 0.000,-0.075 0.000,0.027 0.000,0.120 0.001,-0.006-0.001,-0.390-0.001,0.442 0.000,0.058 0.000,0.241 0.000,0.112 0.000,-0.630-0.001,1.173 0.000,0.222 0.000,0.186 0.000,-0.793-0.001,0.028 0.000,0.035 0.000,0.052-0.013,0.066-0.023,0.613-0.044,0.029-0.018,0.009-0.008,-0.010-0.001,0.764-0.093,0.580-0.055,0.243 0.003,-0.371 0.042,0.248 0.014,-0.175 0.037,-1.703 0.083,-0.055 0.011,0.684-0.003,0.027 0.015,-0.004 0.015,0.956 0.007,0.555 0.015,0.032 0.011,-2.592 0.005,0.784-0.052,1.625-0.143,-0.031-0.054,-2.344 0.147,-0.757 0.051,1.573-0.104,0.028 0.003,0.001 0.007,-0.022 0.010,-0.782 0.049,0.846-0.031,1.713-0.045,-1.678 0.078,-0.037 0.010,-1.606 0.051,3.324-0.063,-0.774 0.034,-0.476 0.018,-0.111 0.008,-0.449 0.011,-0.793 0.006,2.554 0.001,-0.247 0.010,-3.141-0.001,2.107 0.003,0.045 0.003,-0.055-0.023,-0.122-0.039,9.085-0.813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929.000 344.000,'0.053'-0.013,"0.088"-0.022,0.106-0.027,0.113-0.028,0.127-0.008,0.129-0.005,0.399-0.024,0.230 0.012,0.349 0.014,0.328 0.055,0.289 0.075,0.243 0.045,-0.287 0.016,0.121 0.034,0.058 0.034,1.066 0.065,-2.718-0.176,3.163 0.256,0.150 0.019,-1.409-0.080,-0.782-0.066,2.158 0.231,0.199 0.037,0.085 0.020,-1.010-0.120,-2.158-0.227,3.839 0.408,0.019-0.014,-0.115-0.039,0.947 0.078,-1.789-0.185,-0.095-0.026,-0.553-0.073,0.047-0.025,0.080-0.027,0.645-0.001,0.011-0.034,1.848 0.011,-2.343-0.097,1.384-0.001,0.172-0.028,0.506-0.035,0.141-0.041,0.107-0.042,0.078-0.040,1.061-0.120,-0.116-0.052,-0.182-0.013,-2.710 0.090,-0.038-0.013,-2.687 0.129,4.827-0.374,-0.141-0.051,-1.274 0.072,-0.031-0.015,-3.379 0.316,4.088-0.387,-0.113-0.008,-3.999 0.391,3.289-0.321,-0.096-0.001,20.554-2.284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209.000 233.000,'-0.040'0.000,"-0.069"0.000,-0.439-0.074,-0.341-0.151,-0.299-0.192,0.938 0.329,-1.655-0.499,-0.332 0.014,-0.518 0.005,-0.076 0.092,-0.421 0.043,-0.802 0.041,-0.234 0.117,-0.295 0.247,0.694 0.148,-1.933 0.277,-0.366 0.198,3.007-0.222,-3.657 0.754,3.355-0.474,-3.651 1.002,0.096 0.240,3.573-0.879,-3.310 1.292,-1.093 0.864,0.888 0.097,3.050-1.133,0.253 0.212,0.269 0.290,-0.157 0.727,0.435 0.164,0.770-0.374,-0.086 1.271,0.469 1.920,1.236-0.052,0.773-1.843,0.353-1.174,0.729 0.899,0.495-0.288,-1.175-2.931,0.630 0.899,1.969 1.622,1.871 0.353,0.682-0.613,-3.170-2.043,3.298 0.687,3.221-0.258,0.258-0.854,-5.690-0.624,4.260-0.576,-0.656-0.364,0.158-0.338,-0.931-0.097,2.386-0.911,0.842-0.657,-0.080-0.358,-0.212-0.255,-0.566-0.194,-0.023-0.392,-0.144-0.326,1.715-1.494,-6.256 3.469,4.422-3.106,-0.770 0.078,-2.957 1.766,-0.445 0.004,1.902-3.220,-1.625-0.045,-1.851 0.816,-1.486 1.391,-0.787 1.299,-0.477 0.123,-0.016 2.189,-2.748-4.095,-0.883 1.310,-0.407 0.772,-0.721 0.327,3.395 2.008,-3.667-1.134,-0.653 0.378,1.566 0.735,-2.899 0.174,-0.646 0.549,2.240 0.301,-10.675 2.406,0.536 1.102,-0.604 1.179,9.014-2.575,-11.072 4.822,0.580 0.826,1.039 0.479,10.251-5.075,-4.083 2.616,0.853-0.050,-30.576 28.770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347.000 268.000,'0.045'0.000,"0.068"0.000,0.080 0.000,0.079 0.000,0.073 0.000,0.065 0.000,0.052 0.000,-0.370 0.000,0.458 0.000,0.621 0.000,0.369 0.000,-0.933 0.000,0.509 0.000,1.732 0.000,0.586 0.000,-1.414 0.000,0.194 0.000,1.920 0.000,0.163 0.000,0.526 0.000,-1.804 0.000,0.618 0.000,0.046 0.000,-0.467 0.000,-1.029-0.024,1.273-0.082,2.025-0.173,0.049-0.065,-4.304 0.264,2.480-0.193,-0.027-0.018,1.130-0.131,-0.176-0.029,-3.485 0.339,2.961-0.277,0.000 0.017,-1.751 0.169,2.357-0.165,-0.155 0.045,-3.431 0.246,4.469-0.237,-0.340 0.071,-0.495 0.063,-3.829 0.149,0.908-0.011,0.893 0.017,1.597 0.104,-0.429 0.110,7.560 1.492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573.000 270.000,'0.045'0.015,"0.072"0.024,0.086 0.029,0.092 0.030,0.235 0.029,0.236 0.003,-0.166-0.055,0.227-0.005,1.347 0.042,0.337-0.021,-0.830-0.047,1.106 0.003,0.444-0.009,0.353-0.009,-2.666-0.025,2.071-0.021,0.170-0.022,2.682-0.071,0.383-0.021,-3.710 0.078,2.715-0.053,2.124-0.073,-0.202-0.050,-1.974 0.058,-0.167 0.004,-0.261 0.011,-0.315 0.015,0.038-0.029,-0.089-0.060,-0.177-0.080,14.634-2.468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730.000 268.000,'0.055'0.000,"0.087"0.000,0.100 0.000,0.101 0.000,0.004 0.000,0.083 0.000,0.241 0.000,0.109 0.000,0.087 0.000,-0.210 0.000,0.068 0.000,0.515-0.119,0.345-0.074,-0.819 0.100,1.797-0.174,-0.203 0.029,0.273-0.030,0.260-0.009,1.166-0.058,-1.135 0.116,0.047 0.019,0.849 0.001,0.645 0.017,0.163 0.034,0.040 0.032,1.369 0.020,0.413 0.030,-1.142 0.006,0.139-0.026,-1.239 0.013,1.470-0.048,-0.126-0.027,-0.256-0.028,0.699-0.106,2.966-0.222,-0.053-0.027,-7.295 0.433,0.012-0.002,5.365-0.364,3.235-0.218,0.038 0.032,-2.941 0.219,1.503-0.066,-0.492 0.025,-6.686 0.380,3.141-0.166,-0.181 0.023,-0.197 0.024,1.081-0.076,-0.442-0.035,-1.334 0.047,1.383-0.160,-0.412-0.002,-0.485 0.022,9.237-1.227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651.000 311.000,'0.054'0.000,"0.093"0.000,0.230 0.000,0.116 0.000,-0.266-0.012,0.460-0.051,0.415-0.093,0.112-0.074,-0.306 0.081,0.651-0.105,0.316-0.074,0.278-0.086,-1.594 0.308,2.195-0.350,0.795-0.061,0.242 0.030,-2.934 0.379,3.078-0.330,-1.842 0.212,3.957-0.361,0.371 0.030,-0.681 0.008,-1.134 0.084,3.721-0.429,0.133-0.046,-3.312 0.390,0.423-0.054,4.557-0.475,0.126 0.032,-8.201 0.842,6.617-0.596,-1.922 0.230,3.703-0.199,-0.104 0.104,-0.702 0.114,-2.197 0.168,5.254-0.160,-0.383 0.101,-2.117 0.103,0.001 0.027,-0.244 0.034,-0.172 0.037,-7.347 0.178,7.571-0.241,-1.277 0.022,-0.135-0.002,-6.155 0.205,7.494-0.275,0.072-0.006,-0.019 0.013,-0.086 0.024,2.317-0.028,-2.709 0.109,-2.657 0.068,-0.321-0.001,-0.345 0.002,-0.356 0.008,-3.913 0.111,6.323-0.165,-0.580 0.028,-5.986 0.151,4.041-0.083,-0.143 0.018,1.203-0.001,-0.549 0.027,15.164 0.022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1056.000 280.000,'-0.134'-0.089,"-0.202"-0.135,0.043 0.028,0.061-0.011,-0.163-0.293,0.024-0.099,0.132 0.171,0.024 0.008,0.034-0.136,0.168 0.069,0.120 0.149,0.221 0.033,0.174 0.136,0.043 0.192,-0.231 0.016,0.648 0.196,0.205 0.117,0.361 0.182,-0.900-0.299,1.102 0.441,0.084 0.009,-1.449-0.543,1.214 0.523,-0.776-0.310,1.296 0.660,-0.025 0.044,-0.836-0.361,-0.013 0.055,0.925 0.843,-0.205 0.122,-0.688-0.417,-0.172-0.008,-0.172-0.052,-0.166-0.079,-0.343 0.078,-0.275-0.286,-0.309 0.523,-0.304 0.003,0.362-1.150,-0.415 0.667,-0.507 0.413,-0.147-0.079,-0.052-0.110,-5.185 3.080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796.000 326.000,'0.022'0.014,"0.032"0.023,0.040 0.025,0.037 0.026,0.035 0.022,0.031 0.022,0.025 0.016,0.019 0.013,0.016 0.009,0.010 0.008,0.007 0.005,-0.068-0.081,0.113 0.009,0.084-0.009,-0.122-0.048,0.088-0.004,1.362-0.094,0.022-0.083,0.297-0.083,-0.938 0.093,0.882-0.105,1.629-0.212,0.391-0.071,-3.106 0.392,4.377-0.611,-1.923 0.271,1.415-0.177,0.175-0.013,-1.114 0.173,0.048 0.022,3.688-0.277,-0.180 0.123,-3.351 0.286,1.313-0.075,0.438 0.003,-0.384 0.057,-3.085 0.196,-0.071-0.001,2.041-0.129,0.151-0.013,-0.467 0.031,-1.546 0.098,-1.642 0.101,0.729-0.040,2.127-0.056,-0.646 0.118,-1.561 0.034,0.205 0.038,-0.429 0.022,-0.399 0.011,-1.985 0.427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813.000 350.000,'0.039'-0.010,"0.059"-0.014,0.070-0.018,0.069-0.018,0.064-0.015,0.056-0.014,0.046-0.012,0.037-0.009,-0.037 0.018,0.172-0.027,0.758-0.231,-0.048 0.012,0.165-0.024,-1.072 0.271,0.475-0.101,1.383-0.220,0.366-0.001,0.234 0.019,-1.387 0.193,0.880-0.102,1.023-0.089,-0.368 0.051,-0.035-0.004,-0.385 0.057,0.830-0.074,0.320-0.061,-0.174-0.047,-0.463 0.050,-0.827 0.116,12.154-1.573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794.000 372.000,'0.053'0.000,"0.093"0.000,0.070-0.013,0.048-0.024,0.291-0.086,0.164-0.070,-0.130 0.023,0.463-0.108,0.704-0.216,0.372-0.167,-1.687 0.526,2.448-0.656,-0.016 0.034,0.102-0.013,-2.305 0.600,1.508-0.345,0.179-0.019,1.018-0.201,0.101-0.007,-2.604 0.558,2.256-0.429,0.016 0.042,-1.333 0.251,0.910-0.142,-0.042 0.028,0.004 0.032,1.890-0.165,-0.197 0.069,-0.375 0.044,-2.439 0.283,0.798-0.116,1.621-0.234,-0.078 0.011,-0.856 0.084,-1.537 0.214,2.116-0.292,-0.325 0.053,-0.713 0.086,-1.311 0.186,2.105-0.319,-0.291-0.004,5.581-1.249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885.000 344.000,'0.041'0.014,"0.064"0.021,0.076 0.025,0.078 0.026,0.075 0.026,0.043-0.005,0.088-0.001,0.089-0.006,0.314 0.035,0.182 0.025,0.164 0.029,-0.116 0.049,0.130 0.056,0.112 0.043,0.096 0.030,0.078 0.019,0.853 0.271,0.093 0.063,-0.211 0.059,-0.418-0.069,-0.182 0.005,-0.217-0.020,-0.844-0.361,0.381 0.544,-0.521-0.228,-0.222 0.058,-0.241-0.062,-0.342 0.286,-0.386 0.142,-0.247-0.034,-0.166-0.069,-0.105-0.090,0.098-0.094,-0.024-0.033,-0.054-0.060,-5.929 1.955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865.000 339.000,'0.033'0.022,"0.053"0.035,0.058 0.039,0.060 0.040,0.055 0.037,0.048 0.032,0.040 0.026,0.061-0.008,-0.024-0.055,0.141-0.017,0.192-0.017,0.282-0.009,0.128-0.023,-0.202-0.037,0.039-0.012,-0.675-0.038,0.745 0.019,0.587-0.001,0.159-0.010,0.094-0.009,-1.405-0.011,1.506 0.003,0.781-0.008,-0.131-0.004,-1.287 0.001,0.301-0.002,-0.182 0.047,-0.197 0.078,-0.427 0.000,-0.111 0.018,-0.493-0.087,0.626 0.330,-0.247 0.093,-0.343-0.180,-0.061 0.146,-0.133 0.006,-0.096-0.002,0.016-0.336,-0.047 0.248,-0.103 0.151,-0.052 0.021,-0.028 0.016,0.179-0.408,-1.514 2.722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914.000 314.000,'-0.050'0.000,"-0.079"0.000,-0.094 0.000,-0.096 0.000,-0.003 0.000,-0.047 0.000,-0.153 0.000,-0.039 0.000,-0.034 0.000,0.065 0.000,0.087 0.000,0.092 0.000,0.177 0.029,0.180 0.047,0.188 0.053,0.179 0.054,0.162 0.051,-0.043 0.010,0.046 0.076,-0.043-0.010,0.018 0.011,-0.358-0.227,0.993 0.529,0.212 0.076,0.130 0.045,-0.350-0.206,0.224 0.148,-0.139 0.030,-0.554-0.272,0.102 0.195,-0.089 0.084,-0.196-0.041,-0.313-0.177,-0.256 0.259,-0.348 0.133,-0.261-0.028,0.089-0.268,-0.460 0.202,-0.365 0.113,-0.131 0.014,0.035-0.092,-0.495 0.233,0.623-0.353,0.047-0.049,0.226-0.113,-5.864 2.873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864.000 328.000,'0.045'-0.022,"0.067"-0.034,0.075-0.038,0.074-0.036,0.065-0.034,0.056-0.026,0.043-0.023,0.033-0.016,-0.088 0.068,0.055 0.011,0.136-0.013,0.016 0.144,-0.006 0.064,0.047 0.044,-0.437-0.058,1.023 0.321,-0.127-0.007,-0.093-0.003,0.012 0.036,-0.054-0.017,0.069 0.045,0.597 0.288,-0.002 0.047,-0.527-0.227,0.370 0.177,0.132 0.079,-0.096-0.021,-0.287-0.082,-0.144 0.015,-0.089 0.090,-0.238-0.014,-0.456-0.420,-0.038 0.487,-0.264-0.188,-0.177-0.023,-0.163-0.045,-0.394 0.196,0.019-0.142,-0.108 0.001,-0.084-0.029,-0.332 0.148,0.378-0.251,0.013-0.038,0.102-0.071,-0.271 0.100,0.027-0.042,0.049-0.051,-0.016 0.010,0.128-0.021,0.138-0.006,0.138 0.003,0.224-0.188,-1.323-0.676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341.000 405.000,'0.023'0.000,"0.037"0.000,0.039 0.000,0.039 0.000,0.034 0.000,0.031 0.000,0.023 0.000,0.017 0.000,0.014 0.000,0.008 0.000,0.006 0.000,0.002 0.000,0.002 0.000,0.000 0.000,-0.001 0.000,-0.016 0.000,0.044 0.000,0.051 0.000,0.113 0.000,-0.241 0.000,0.495 0.000,0.162 0.000,-0.677-0.003,0.013-0.003,1.387-0.085,-0.116-0.050,0.148-0.090,-1.215 0.170,1.001-0.201,1.548-0.400,-1.062 0.230,0.113-0.016,-0.610 0.126,2.547-0.636,0.180-0.076,0.007-0.022,-3.299 0.845,3.875-0.840,0.113 0.081,-0.138 0.124,-1.901 0.390,-0.067 0.051,0.752-0.043,-0.213 0.086,-0.244 0.079,-2.281 0.217,2.813-0.161,-0.324 0.084,-0.408 0.064,-1.166 0.049,-0.047 0.014,0.967 0.021,-0.149 0.020,-1.478-0.014,1.396 0.027,-0.082 0.002,-0.110-0.000,-0.482-0.011,-1.257-0.022,1.846 0.070,-0.176 0.061,-0.534-0.024,-0.002 0.003,-0.028-0.002,0.387 0.017,-0.376-0.038,-0.189-0.020,0.007-0.011,-0.198-0.015,-0.009-0.007,0.364 0.002,-0.217-0.013,-0.031-0.007,0.113-0.004,-0.089-0.007,0.093-0.035,-0.097-0.053,-0.006-0.041,-0.216-0.001,-0.218 0.019,-0.201 0.028,-0.178 0.034,-0.147 0.033,-0.117 0.031,-0.090 0.028,-0.430 0.373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459.000 405.000,'0.032'0.021,"0.049"0.033,0.054 0.036,0.055 0.037,0.048 0.032,0.043 0.028,0.032 0.022,0.027 0.017,-0.142-0.102,0.016-0.006,0.130 0.074,0.071 0.061,0.174 0.034,0.291 0.034,0.246-0.009,0.236-0.025,-1.034-0.222,1.496 0.197,0.121-0.043,-0.001-0.042,-0.534-0.053,0.920 0.101,0.185 0.058,0.099 0.059,0.520 0.083,-0.118 0.061,-0.261 0.077,5.692 2.299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702.000 436.000,'0.064'0.021,"0.103"0.035,0.121 0.040,0.052 0.011,0.049 0.007,0.031-0.003,0.055-0.037,0.441 0.016,0.205-0.011,0.139-0.010,-0.916-0.056,0.989-0.016,0.265-0.048,0.245-0.037,0.224-0.025,1.138-0.116,-1.501 0.080,2.299-0.308,2.392-0.434,0.414-0.169,0.312-0.184,-0.224-0.002,-2.042 0.351,-0.107 0.003,-2.379 0.457,4.130-0.650,-0.367 0.162,-0.971 0.161,-1.828 0.279,-0.293 0.056,9.064-0.970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601.000 435.000,'0.035'-0.021,"0.053"-0.032,0.061-0.036,0.060-0.036,0.053-0.033,0.047-0.027,0.038-0.023,0.029-0.018,0.020-0.012,0.016-0.009,0.009-0.005,0.006-0.004,0.068 0.091,0.319-0.037,1.399-0.241,0.605-0.070,-1.508 0.282,3.357-0.534,0.805-0.065,0.370 0.019,0.470 0.073,-1.085 0.211,-0.073 0.072,-0.247 0.071,-1.218 0.135,-1.246 0.099,1.773-0.063,-0.125 0.044,0.364 0.027,-2.284 0.070,0.973-0.062,0.344-0.047,-0.207-0.011,0.998-0.232,-1.840 0.120,11.203-3.344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419.000 367.000,'-0.110'-0.037,"-0.174"-0.057,0.215 0.074,-0.267-0.077,-0.322-0.077,-0.650-0.022,-0.305 0.133,0.974 0.087,-1.265 0.430,0.489 0.044,-0.065 0.188,0.137 0.094,0.883-0.499,-1.741 1.344,-0.062 0.268,0.048 0.153,1.700-1.557,-1.045 1.190,-0.470 0.821,0.133 0.091,0.184-0.033,0.546-0.667,0.125-0.019,-0.348 1.178,0.325-0.157,0.582-1.192,0.188-0.017,0.320 1.247,0.385-0.308,-0.048-1.278,0.124-0.090,0.856 0.698,0.388-0.234,-0.960-1.075,1.237 0.368,1.293-0.127,0.121-0.429,-2.125-0.377,1.553-0.269,-0.631-0.113,0.057-0.145,1.843-0.874,-1.602 0.325,0.925-0.688,0.040-0.291,-0.919 0.377,-0.080-0.102,-0.103-0.089,0.656-0.753,-0.122-0.109,0.525-0.811,-0.384 0.014,-1.391 1.421,-0.176 0.033,0.348-1.258,-0.763 0.693,-0.468 0.710,-0.187 0.093,-0.256 0.626,-0.544-1.616,0.107 1.678,-0.610-0.689,-0.359 0.149,-0.119 0.328,-1.825-0.546,1.798 1.149,-0.945-0.219,-0.202 0.118,0.747 0.310,-1.646-0.185,-0.212 0.167,-0.814 0.233,-0.258 0.346,2.288 0.061,-2.055 0.501,-0.135 0.372,-0.205 0.458,-0.251 0.505,-2.699 1.994,-27.018 21.421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454.000 414.000,'0.037'0.012,"0.061"0.021,0.071 0.023,0.074 0.025,0.073 0.025,0.028-0.007,0.144-0.005,0.069-0.041,0.053-0.052,0.147-0.119,0.617-0.241,0.170-0.130,-1.247 0.396,1.217-0.383,-0.012-0.016,0.131-0.074,1.077-0.316,-2.160 0.703,1.226-0.370,0.734-0.177,0.030 0.039,0.850-0.151,-0.610 0.216,-0.727 0.191,-0.067 0.039,-0.092 0.041,-0.108 0.042,-1.197 0.211,1.140-0.130,0.222 0.041,-0.086 0.067,-1.334 0.090,2.117 0.058,-0.469 0.067,-0.565 0.028,-0.046 0.065,8.300 3.065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848.000 436.000,'-0.050'0.000,"-0.079"0.000,-0.094 0.000,-0.096 0.000,-0.021 0.000,-0.006 0.000,0.158-0.018,0.239-0.031,0.291-0.036,0.061-0.010,0.302-0.051,0.223-0.022,-0.635 0.114,1.621-0.355,1.676-0.358,-0.704 0.141,0.300-0.080,-0.255 0.063,0.198-0.026,2.295-0.402,0.378 0.020,-4.502 0.818,1.393-0.251,3.169-0.521,1.969-0.258,0.150 0.053,-4.808 0.734,1.530-0.210,-0.102 0.039,1.410-0.152,-0.135 0.058,-0.931 0.116,-0.234 0.003,18.613-3.030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723.000 260.000,'0.032'0.011,"0.049"0.016,0.054 0.018,0.055 0.018,0.048 0.016,0.043 0.015,0.032 0.010,0.027 0.010,-0.128-0.013,0.038 0.068,0.377 0.347,0.135 0.123,0.082 0.024,0.214 0.172,0.150 0.146,0.096 0.121,0.196 0.317,0.407 0.559,0.048 0.195,-0.032 0.096,-0.143-0.054,-0.127-0.029,0.104 0.287,0.854 1.684,-0.509-0.442,-0.277-0.296,-0.023 0.092,0.788 1.795,0.005 0.198,-2.078-4.394,1.060 2.337,0.032 0.066,1.039 2.038,0.181 0.026,0.169-0.069,0.151-0.127,0.128-0.159,0.440 0.312,0.121-0.130,-1.181-1.803,-0.044-0.212,0.488 0.425,0.077-0.105,-1.589-1.894,2.341 2.677,-0.502-0.592,-0.128-0.180,-1.866-2.111,0.957 1.069,-0.157-0.165,-0.163-0.122,-0.159-0.089,-0.358-0.411,0.808 1.014,-0.630-0.796,-0.146-0.227,4.308 4.283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723.000 258.000,'-0.061'0.041,"-0.094"0.062,-0.106 0.071,-0.106 0.071,0.295-0.195,0.000 0.010,-0.310 0.413,-0.082 0.176,-0.085 0.141,0.155-0.139,0.259-0.414,-0.669 1.515,0.143-0.011,0.021 0.349,0.131-0.359,-0.304 1.247,0.039 0.083,0.074-0.055,0.290-1.062,-0.203 1.653,0.139-0.120,0.398-2.855,-0.075 1.741,0.147-0.202,0.136-0.245,0.123-0.264,2.899 2.784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723.000 256.000,'0.050'0.033,"0.079"0.053,0.094 0.063,0.096 0.064,0.081 0.013,0.101 0.005,-0.381-0.180,0.870 0.185,-0.252-0.078,0.133 0.009,0.120 0.003,-0.638-0.111,0.923 0.139,0.176 0.011,1.429 0.184,0.266 0.037,-1.815-0.224,2.509 0.549,0.229 0.210,0.031 0.172,-0.258 0.052,-0.424-0.030,-0.497-0.080,5.109 4.422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102.000 601.000,'0.054'0.018,"0.093"0.031,0.136 0.019,0.099-0.010,0.086-0.026,0.132-0.020,0.289-0.020,0.062-0.013,-0.022-0.096,0.332-0.126,0.190-0.091,0.361-0.089,-1.054 0.242,1.007-0.214,0.258-0.005,0.789-0.149,0.197 0.008,-1.198 0.233,-0.005 0.021,-0.566 0.107,2.258-0.201,-2.076 0.240,1.528-0.141,0.031-0.034,-0.679 0.074,0.043 0.002,0.078-0.018,0.489-0.054,0.051 0.004,-0.422 0.041,-0.013-0.009,2.515-0.228,0.198 0.046,-2.339 0.229,0.022 0.022,-0.966 0.079,1.494-0.065,-0.034 0.030,-0.519 0.045,1.876-0.025,-1.014 0.057,-0.033 0.026,-1.866 0.034,1.359-0.004,-0.108 0.012,0.334 0.010,-0.101 0.009,-1.694-0.011,0.779-0.024,-0.061-0.014,0.299-0.040,-0.115-0.038,10.364-1.425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404.000 532.000,'-0.084'0.000,"-0.128"0.000,-0.145 0.000,-0.039 0.000,-0.166 0.000,-0.018 0.000,-0.064 0.000,-0.516 0.000,-0.076 0.000,0.554 0.000,-0.013 0.000,0.461 0.000,-1.067 0.025,-0.085 0.038,-0.051 0.044,1.149-0.085,-0.943 0.149,-0.094 0.122,0.109 0.036,-0.054 0.061,0.534-0.122,-0.586 0.330,-0.016 0.092,-0.409 0.331,-0.004 0.087,0.414-0.196,0.031 0.060,0.927-0.676,-1.626 1.691,-0.173 0.475,0.492-0.406,0.068 0.068,1.158-1.511,-1.098 1.606,0.093-0.008,-0.047 0.251,0.184-0.115,1.009-1.767,-1.010 2.445,0.371-0.158,0.337-0.197,0.436-1.706,0.008 0.961,0.180-0.183,0.144-0.185,0.254-0.207,0.233-0.110,0.199-0.122,0.165-0.124,-0.735-0.753,1.066 0.631,1.067 0.129,0.442-0.209,-2.313-0.657,1.194 0.187,1.033-0.066,0.161-0.212,0.079-0.204,-1.576 0.034,1.936-0.457,0.233-0.292,0.181-0.263,-1.092 0.240,1.015-0.504,0.071-0.174,0.031-0.143,-0.904 0.311,-1.924 0.923,3.101-1.793,1.169-1.001,-0.066-0.258,-2.113 1.345,-0.038-0.052,0.859-0.784,-0.241 0.048,-1.891 1.509,2.092-2.212,-2.376 2.229,1.132-1.391,-0.354 0.109,-0.001-0.509,-1.809 2.601,0.613-1.253,0.038-0.866,-0.392 0.133,-0.411 0.392,-0.730-0.684,-0.551 0.266,0.797 2.183,-1.710-1.546,-0.604 0.443,-0.384 0.473,2.310 0.901,-2.568-0.044,-2.304 0.869,-0.544 0.701,4.909-1.058,-0.031 0.040,-4.177 1.778,-0.459 0.625,-0.210 0.427,-0.027 0.267,1.281-0.516,1.482-0.809,-4.410 3.257,0.067 0.246,4.254-3.085,1.671-1.241,-5.047 3.911,1.013-0.697,0.300-0.147,-1.751 1.531,5.741-4.699,-5.627 4.758,0.960-0.656,-12.338 13.399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762.000 154.000,'0.189'0.000,"-0.129"-0.006,1.041-0.320,0.804-0.294,0.756-0.268,-1.559 0.506,0.936-0.299,2.526-0.679,0.888-0.080,-3.151 0.850,4.448-0.923,-0.355 0.223,0.046 0.126,-5.006 0.913,3.068-0.380,1.851 0.040,-0.724 0.230,-0.043 0.131,-3.992 0.176,5.113 0.011,0.720 0.146,-0.042 0.095,-0.178 0.056,-5.548-0.194,5.622 0.218,-0.081-0.002,-0.195-0.017,-2.008-0.118,0.115-0.035,3.506-0.048,-0.353-0.118,-6.622 0.045,1.659-0.048,1.671-0.096,-0.036-0.045,2.289-0.201,-0.372-0.071,19.294-2.454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208.000 259.000,'0.090'-0.054,"0.155"-0.093,0.313-0.151,0.238-0.083,0.211-0.053,-0.240 0.101,-0.499 0.217,1.641-0.715,-0.391 0.183,0.153-0.044,-1.175 0.494,1.846-0.644,1.102-0.202,0.372 0.083,0.251 0.123,-2.427 0.526,2.130-0.275,-0.054 0.114,-2.891 0.373,3.366-0.273,-3.352 0.303,3.653-0.137,0.189 0.143,-1.900 0.061,1.185 0.074,-0.107 0.066,-0.139 0.057,-2.021-0.098,-0.843-0.042,3.795 0.375,-1.392-0.095,-0.062 0.013,-2.284-0.248,2.743 0.288,-0.097-0.023,-2.675-0.276,2.182 0.195,-0.058-0.031,-0.409-0.059,0.897 0.022,-0.016-0.041,-0.050-0.036,-0.057-0.032,-1.688-0.061,2.869 0.031,-0.363-0.037,-1.949-0.025,0.012-0.007,1.437-0.009,-0.240-0.010,10.881-0.110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602.000 318.000,'0.084'-0.084,"0.128"-0.128,0.145-0.145,0.166-0.017,0.237-0.056,-0.579 0.331,0.519-0.225,0.171-0.013,0.245-0.001,1.562-0.350,-0.822 0.265,2.161-0.348,0.195 0.090,0.510 0.049,-2.540 0.353,1.884-0.193,0.147 0.028,0.852-0.037,0.247 0.017,-1.131 0.082,0.122-0.016,0.062-0.002,0.025 0.008,-0.003 0.018,-2.915 0.252,6.537-0.420,-1.384 0.163,0.077 0.057,-0.023 0.054,-3.282 0.171,2.705 0.045,0.023 0.107,-0.918 0.050,-0.067 0.042,2.134 0.102,3.267 0.142,0.012-0.007,-4.890-0.185,-0.089-0.015,4.580 0.101,-0.277-0.057,-8.098-0.189,5.332 0.090,2.515-0.046,-0.458-0.110,-5.920 0.009,3.084-0.047,1.230-0.041,-0.490-0.010,-1.806-0.069,15.723-2.158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124.000 314.000,'0.043'0.000,"0.064"0.000,0.074 0.000,0.072 0.000,0.065 0.000,0.055 0.000,0.046 0.000,0.033 0.000,-0.178-0.013,0.036-0.024,0.408-0.145,0.224-0.139,-0.012 0.047,0.260-0.046,0.555-0.122,0.380-0.080,0.502-0.127,1.462-0.330,-0.421 0.079,0.368-0.135,-1.941 0.506,1.220-0.287,0.127-0.008,1.279-0.249,-0.010 0.069,-3.533 0.759,0.008 0.007,5.180-0.766,0.128 0.220,-0.078 0.223,-3.898 0.366,2.329-0.039,-0.269 0.171,-0.314 0.171,-3.212-0.071,3.027 0.309,-0.187 0.188,-0.224 0.170,-0.237 0.151,-1.775-0.398,-0.035 0.042,1.521 0.638,-0.126 0.060,-0.138 0.003,-1.462-0.602,12.802 5.974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1100.000 348.000,'0.156'-0.045,"0.236"-0.067,0.264-0.075,0.256-0.074,-0.299 0.086,0.113-0.021,0.935-0.162,0.425 0.006,-0.298 0.102,0.272-0.011,0.697-0.036,0.394 0.014,-1.460 0.147,1.154-0.052,2.842-0.079,0.664 0.050,-2.423 0.104,1.617-0.009,0.759 0.019,-0.212 0.028,-4.739 0.060,2.815-0.021,1.725 0.004,0.125 0.014,-0.028 0.009,-3.000 0.007,1.645 0.028,0.206 0.024,1.861 0.046,0.051 0.016,-5.057-0.084,5.473 0.091,2.276 0.026,-2.896-0.050,-0.157-0.007,2.620 0.017,1.028-0.013,-0.415-0.023,-6.107-0.046,5.631 0.017,-5.467-0.014,3.753 0.058,-0.137 0.019,-5.483-0.077,7.411 0.116,-0.361-0.004,-0.663-0.013,-6.585-0.095,1.570 0.049,3.158 0.142,1.344 0.105,-0.463 0.010,-4.374-0.204,2.822 0.114,1.760 0.048,-0.706-0.052,16.658 0.230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484.000 714.000,'0.221'0.000,"0.198"0.000,0.185 0.000,-0.457 0.000,0.603-0.036,0.239-0.062,-0.010-0.057,0.104-0.091,1.347-0.493,0.405-0.229,-0.592 0.163,0.204-0.084,-1.737 0.629,2.474-0.941,0.306-0.153,0.219-0.070,0.146-0.006,0.040 0.040,-0.038 0.070,-2.894 0.991,2.920-0.954,-0.067 0.083,-0.417 0.203,0.013 0.075,-2.437 0.666,2.988-0.648,-0.023 0.129,-2.956 0.590,1.989-0.314,-0.010 0.046,0.046 0.048,0.036 0.048,0.027 0.048,1.152-0.046,0.129 0.033,-3.257 0.238,3.489-0.298,0.070-0.017,0.136-0.015,0.178-0.015,-3.718 0.319,5.050-0.464,0.290-0.025,0.155-0.001,-0.876 0.114,0.053 0.012,0.025-0.002,0.005-0.008,-1.485 0.129,1.456-0.088,-0.130 0.041,-0.193 0.049,-1.441 0.170,0.018 0.069,3.645 0.097,-0.109 0.118,-4.937-0.057,0.024 0.008,2.960 0.070,0.045 0.009,-0.037-0.001,-1.451-0.035,-1.411-0.035,5.593 0.086,0.126-0.025,-3.914-0.064,0.065-0.006,3.491 0.012,0.103-0.017,-3.388-0.024,1.749 0.000,0.906-0.007,-0.023-0.007,-0.841-0.005,0.014 0.044,-0.144 0.030,-0.252 0.016,0.228 0.056,0.131 0.079,0.740 0.086,-0.338 0.020,-5.578-0.254,1.560 0.111,3.557 0.340,-0.311 0.051,-0.438 0.002,-3.204-0.309,0.022 0.013,29.877 3.894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52.000 565.000,'-0.009'0.003,"-0.204"0.052,-0.164 0.029,-0.273 0.046,-0.092 0.007,-0.027-0.006,0.052-0.013,0.102-0.017,0.125-0.019,0.131-0.018,0.125-0.016,0.182-0.024,0.123-0.005,0.227-0.030,0.390-0.070,0.338-0.085,0.948-0.201,0.623-0.142,-0.325 0.056,0.195-0.045,0.383-0.106,0.292-0.076,0.867-0.232,-2.976 0.675,3.722-0.870,0.439-0.091,0.287-0.041,2.098-0.483,0.276-0.021,-0.035 0.077,-4.740 1.015,3.789-0.752,-0.544 0.167,-0.660 0.190,-4.482 0.831,1.066-0.180,2.085-0.297,-0.555 0.152,-0.536 0.134,5.146 0.187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24.000 318.000,'0.000'-0.026,"0.000"-0.039,0.000-0.047,0.000-0.045,0.000-0.043,0.000-0.037,0.000-0.031,0.000-0.025,0.000-0.018,0.054 0.085,0.093-0.018,0.207-0.080,0.151 0.014,-0.384 0.242,0.179-0.073,0.332-0.079,1.038-0.272,0.249-0.100,-0.667 0.267,0.209 0.006,1.767-0.217,0.180 0.075,-1.369 0.235,0.220 0.027,2.394-0.079,0.028 0.076,-3.816 0.174,3.960 0.074,0.223 0.116,0.140 0.064,-3.100-0.155,1.117-0.005,0.587-0.034,-0.006-0.035,1.703-0.055,-3.304 0.019,2.264-0.095,0.056-0.032,-1.182 0.033,-0.094-0.004,-0.078 0.002,1.004-0.015,-0.018 0.054,-0.620 0.044,-0.152 0.026,1.082 0.086,0.084 0.120,-1.081 0.002,-0.127 0.024,-2.380-0.143,2.820 0.244,-0.067 0.023,-1.845-0.164,2.952 0.239,-2.862-0.249,2.015 0.129,-0.041-0.033,-2.941-0.191,1.952 0.101,-0.010-0.019,-1.938-0.098,4.256 0.128,0.131-0.046,-0.016-0.040,-0.778-0.054,-0.057-0.049,-0.050-0.051,-0.519-0.054,-0.250-0.067,-0.287-0.071,-1.619 0.109,1.608-0.164,0.186-0.026,0.172-0.008,0.156 0.007,0.714-0.072,0.019 0.002,-0.080 0.020,-0.146 0.034,-3.318 0.271,2.262-0.151,1.192-0.035,-0.022 0.044,-0.088 0.043,0.152 0.038,1.963-0.034,0.007-0.017,-4.220 0.128,1.137-0.032,1.088-0.024,-0.127 0.013,-0.157 0.015,-3.223 0.075,4.216-0.072,-0.158 0.023,-0.219 0.020,-2.998 0.033,1.761-0.008,0.710 0.006,-0.235 0.010,-1.793 0.034,0.621 0.046,-0.206 0.049,-0.231 0.052,-1.914-0.123,9.222 2.568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281.000 314.000,'-0.098'0.000,"-0.154"0.000,-0.178 0.000,-0.082 0.074,0.199-0.002,0.004 0.034,-0.082 0.171,0.292-0.199,-0.408 0.640,0.120 0.022,0.031 0.145,0.039 0.124,0.157-0.399,-0.224 1.505,-0.023 0.706,-0.044 0.213,-0.087 0.467,-0.133 0.522,-0.156 0.535,-0.393 1.914,0.715-3.786,-0.992 5.053,-0.225 0.783,-0.311 0.612,1.164-5.432,-1.361 5.218,-0.143 0.462,0.771-3.118,-0.013-0.040,1.077-4.147,-1.600 6.348,0.085-0.126,-0.206 0.848,0.140-0.555,0.603-2.175,0.156-0.341,0.984-4.367,-0.771 3.995,0.165-0.322,0.092 0.270,0.231-0.551,0.223-0.074,0.294-0.690,0.174-1.385,0.125-0.403,-0.103-1.844,0.013-0.024,0.377 1.659,0.104-0.383,3.840 2.248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221.000 507.000,'-0.012'0.037,"-0.020"0.057,-0.022 0.068,-0.022 0.066,-0.021 0.065,-0.019 0.055,0.092-0.275,-0.070 0.312,0.033 0.043,0.035 0.107,0.120 0.427,-0.066-0.765,0.261 0.708,0.088-0.030,0.114 0.086,0.253 0.222,-0.324-0.578,0.368 0.364,0.293 0.192,0.098-0.018,0.863 0.451,-1.200-0.979,1.286 0.544,0.210-0.311,0.559-0.301,-1.719-0.398,0.703-0.146,0.457-0.269,0.112-0.229,-0.299-0.081,0.035-0.144,-1.449 0.457,1.966-0.915,0.049-0.171,-1.153 0.528,0.848-0.522,0.014-0.094,15.510-11.574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24.000 273.000,'0.000'-0.061,"0.000"-0.094,0.000-0.106,0.000-0.106,0.000-0.010,0.000-0.030,0.000-0.015,0.055 0.044,0.091 0.031,0.109 0.041,-0.036 0.102,0.041-0.001,0.260-0.083,0.108 0.023,0.075 0.029,0.100 0.047,0.165 0.030,0.119 0.028,0.080 0.026,0.591 0.011,-0.575-0.004,0.565-0.087,0.085-0.030,0.861-0.144,-0.360 0.004,0.464-0.113,0.097-0.049,-0.852 0.118,0.818-0.205,0.042-0.039,-0.029-0.012,-1.405 0.333,2.634-0.431,0.305 0.052,0.200 0.049,-2.739 0.404,3.022-0.312,0.000 0.057,-0.139 0.047,-3.787 0.362,2.162-0.214,1.705-0.180,0.061-0.020,-0.119-0.006,0.045-0.032,0.208-0.074,0.053-0.069,1.322-0.200,0.520-0.100,-2.055 0.284,-0.052-0.003,-0.684 0.039,-2.743 0.440,6.943-1.326,0.167-0.171,-6.957 1.413,6.400-1.187,-0.251 0.150,-0.543 0.195,-1.375 0.318,-2.885 0.444,4.561-0.498,0.041 0.050,-3.078 0.344,-0.076-0.008,-1.440 0.160,3.081-0.381,0.159-0.016,-0.013 0.002,-0.131 0.011,0.071 0.042,-0.071 0.064,0.235 0.073,0.108 0.079,-0.854 0.101,-0.134 0.027,-0.768 0.072,0.702-0.010,-0.129 0.037,-0.082 0.035,-0.047 0.035,-3.590 0.127,4.326-0.100,-0.108 0.036,21.594 0.090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342.000 218.000,'0.029'0.000,"0.045"0.000,0.052 0.000,0.052 0.000,0.047 0.000,0.043 0.000,0.034 0.000,0.028 0.000,0.058 0.000,-0.124 0.013,0.044 0.024,-0.056-0.005,0.687 0.160,0.425 0.179,0.258 0.152,-1.321-0.423,1.328 0.566,-0.282-0.071,0.039 0.040,-1.039-0.477,0.716 0.366,0.367 0.231,-0.027 0.021,-0.054-0.005,-0.395-0.189,-0.349-0.200,0.469 0.393,-0.247-0.083,-0.114 0.021,-0.365-0.297,0.126 0.472,-0.346 0.295,-0.492 0.032,-0.158-0.193,-0.001-0.236,-0.583 0.501,-0.269 0.114,-0.116-0.067,-0.167 0.144,-0.112 0.054,-0.067-0.009,-0.056 0.110,0.423-0.381,-0.770 0.659,0.083-0.031,0.289-0.221,-6.905 6.649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42.000 380.000,'0.050'0.000,"0.080"0.000,0.095 0.000,0.100 0.000,0.096 0.000,0.057 0.000,0.047 0.000,0.270-0.047,0.434-0.126,0.415-0.104,0.384-0.086,-1.493 0.270,2.292-0.364,-0.349 0.067,1.903-0.316,0.365-0.099,1.514-0.186,1.412-0.175,0.370-0.032,-3.643 0.518,1.701-0.279,-1.514 0.231,-0.033-0.001,1.540-0.210,-4.566 0.706,3.256-0.504,2.641-0.387,-0.094 0.054,-0.786 0.150,0.465-0.027,-0.730 0.082,0.026-0.048,1.006-0.184,-3.629 0.541,6.134-1.059,-3.967 0.638,-0.107 0.018,-3.827 0.642,5.985-0.917,2.254-0.249,-0.053 0.147,-4.083 0.577,3.994-0.503,-0.123 0.056,-0.181 0.089,-4.010 0.484,-0.078 0.032,3.678-0.322,-0.213 0.080,-3.831 0.352,-0.201-0.002,-3.380 0.327,5.890-0.603,-0.069 0.031,-1.855 0.186,-0.237 0.017,-3.875 0.382,3.677-0.380,-0.205 0.021,-3.581 0.368,4.284-0.476,-0.014-0.004,-0.797 0.081,-0.116 0.003,-2.071 0.239,1.310-0.129,2.659-0.281,-2.175 0.240,-0.221 0.038,-3.069 0.310,3.472-0.354,-0.209 0.033,-1.268 0.109,-0.150-0.018,-2.051 0.235,-0.003-0.004,3.945-0.574,-0.296-0.030,-0.435 0.009,8.397-1.985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412.000 313.000,'-0.044'0.000,"-0.070"0.000,-0.079 0.000,-0.082 0.000,-0.075 0.000,0.057 0.010,0.121 0.016,0.161 0.017,0.174 0.020,0.171 0.018,0.159 0.015,0.137 0.014,-0.210-0.041,0.026-0.002,0.259 0.040,0.139 0.033,0.106 0.038,0.079 0.044,-0.015 0.024,0.120 0.066,-0.803-0.217,1.223 0.371,0.931 0.336,0.167 0.117,-1.694-0.563,1.174 0.579,-0.084 0.093,-0.563-0.208,-0.134 0.003,-0.977-0.584,0.922 0.806,-0.029 0.358,-0.356 0.032,-0.498-0.551,-0.140 0.020,-0.261 0.773,-0.383-0.094,0.198-1.022,-0.295 0.580,-0.171 0.151,-0.067-0.012,0.207-0.437,-0.182 0.320,-0.118 0.141,-0.034-0.051,0.262-0.413,-0.369 0.655,0.155-0.189,0.087-0.104,0.112-0.153,-1.917 4.038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customXml" Target="../ink/ink50.xml"/><Relationship Id="rId98" Type="http://schemas.openxmlformats.org/officeDocument/2006/relationships/image" Target="../media/image49.png"/><Relationship Id="rId97" Type="http://schemas.openxmlformats.org/officeDocument/2006/relationships/customXml" Target="../ink/ink49.xml"/><Relationship Id="rId96" Type="http://schemas.openxmlformats.org/officeDocument/2006/relationships/image" Target="../media/image48.png"/><Relationship Id="rId95" Type="http://schemas.openxmlformats.org/officeDocument/2006/relationships/customXml" Target="../ink/ink48.xml"/><Relationship Id="rId94" Type="http://schemas.openxmlformats.org/officeDocument/2006/relationships/image" Target="../media/image47.png"/><Relationship Id="rId93" Type="http://schemas.openxmlformats.org/officeDocument/2006/relationships/customXml" Target="../ink/ink47.xml"/><Relationship Id="rId92" Type="http://schemas.openxmlformats.org/officeDocument/2006/relationships/image" Target="../media/image46.png"/><Relationship Id="rId91" Type="http://schemas.openxmlformats.org/officeDocument/2006/relationships/customXml" Target="../ink/ink46.xml"/><Relationship Id="rId90" Type="http://schemas.openxmlformats.org/officeDocument/2006/relationships/image" Target="../media/image45.png"/><Relationship Id="rId9" Type="http://schemas.openxmlformats.org/officeDocument/2006/relationships/customXml" Target="../ink/ink5.xml"/><Relationship Id="rId89" Type="http://schemas.openxmlformats.org/officeDocument/2006/relationships/customXml" Target="../ink/ink45.xml"/><Relationship Id="rId88" Type="http://schemas.openxmlformats.org/officeDocument/2006/relationships/image" Target="../media/image44.png"/><Relationship Id="rId87" Type="http://schemas.openxmlformats.org/officeDocument/2006/relationships/customXml" Target="../ink/ink44.xml"/><Relationship Id="rId86" Type="http://schemas.openxmlformats.org/officeDocument/2006/relationships/image" Target="../media/image43.png"/><Relationship Id="rId85" Type="http://schemas.openxmlformats.org/officeDocument/2006/relationships/customXml" Target="../ink/ink43.xml"/><Relationship Id="rId84" Type="http://schemas.openxmlformats.org/officeDocument/2006/relationships/image" Target="../media/image42.png"/><Relationship Id="rId83" Type="http://schemas.openxmlformats.org/officeDocument/2006/relationships/customXml" Target="../ink/ink42.xml"/><Relationship Id="rId82" Type="http://schemas.openxmlformats.org/officeDocument/2006/relationships/image" Target="../media/image41.png"/><Relationship Id="rId81" Type="http://schemas.openxmlformats.org/officeDocument/2006/relationships/customXml" Target="../ink/ink41.xml"/><Relationship Id="rId80" Type="http://schemas.openxmlformats.org/officeDocument/2006/relationships/image" Target="../media/image40.png"/><Relationship Id="rId8" Type="http://schemas.openxmlformats.org/officeDocument/2006/relationships/image" Target="../media/image4.png"/><Relationship Id="rId79" Type="http://schemas.openxmlformats.org/officeDocument/2006/relationships/customXml" Target="../ink/ink40.xml"/><Relationship Id="rId78" Type="http://schemas.openxmlformats.org/officeDocument/2006/relationships/image" Target="../media/image39.png"/><Relationship Id="rId77" Type="http://schemas.openxmlformats.org/officeDocument/2006/relationships/customXml" Target="../ink/ink39.xml"/><Relationship Id="rId76" Type="http://schemas.openxmlformats.org/officeDocument/2006/relationships/image" Target="../media/image38.png"/><Relationship Id="rId75" Type="http://schemas.openxmlformats.org/officeDocument/2006/relationships/customXml" Target="../ink/ink38.xml"/><Relationship Id="rId74" Type="http://schemas.openxmlformats.org/officeDocument/2006/relationships/image" Target="../media/image37.png"/><Relationship Id="rId73" Type="http://schemas.openxmlformats.org/officeDocument/2006/relationships/customXml" Target="../ink/ink37.xml"/><Relationship Id="rId72" Type="http://schemas.openxmlformats.org/officeDocument/2006/relationships/image" Target="../media/image36.png"/><Relationship Id="rId71" Type="http://schemas.openxmlformats.org/officeDocument/2006/relationships/customXml" Target="../ink/ink36.xml"/><Relationship Id="rId70" Type="http://schemas.openxmlformats.org/officeDocument/2006/relationships/image" Target="../media/image35.png"/><Relationship Id="rId7" Type="http://schemas.openxmlformats.org/officeDocument/2006/relationships/customXml" Target="../ink/ink4.xml"/><Relationship Id="rId69" Type="http://schemas.openxmlformats.org/officeDocument/2006/relationships/customXml" Target="../ink/ink35.xml"/><Relationship Id="rId68" Type="http://schemas.openxmlformats.org/officeDocument/2006/relationships/image" Target="../media/image34.png"/><Relationship Id="rId67" Type="http://schemas.openxmlformats.org/officeDocument/2006/relationships/customXml" Target="../ink/ink34.xml"/><Relationship Id="rId66" Type="http://schemas.openxmlformats.org/officeDocument/2006/relationships/image" Target="../media/image33.png"/><Relationship Id="rId65" Type="http://schemas.openxmlformats.org/officeDocument/2006/relationships/customXml" Target="../ink/ink33.xml"/><Relationship Id="rId64" Type="http://schemas.openxmlformats.org/officeDocument/2006/relationships/image" Target="../media/image32.png"/><Relationship Id="rId63" Type="http://schemas.openxmlformats.org/officeDocument/2006/relationships/customXml" Target="../ink/ink32.xml"/><Relationship Id="rId62" Type="http://schemas.openxmlformats.org/officeDocument/2006/relationships/image" Target="../media/image31.png"/><Relationship Id="rId61" Type="http://schemas.openxmlformats.org/officeDocument/2006/relationships/customXml" Target="../ink/ink31.xml"/><Relationship Id="rId60" Type="http://schemas.openxmlformats.org/officeDocument/2006/relationships/image" Target="../media/image30.png"/><Relationship Id="rId6" Type="http://schemas.openxmlformats.org/officeDocument/2006/relationships/image" Target="../media/image3.png"/><Relationship Id="rId59" Type="http://schemas.openxmlformats.org/officeDocument/2006/relationships/customXml" Target="../ink/ink30.xml"/><Relationship Id="rId58" Type="http://schemas.openxmlformats.org/officeDocument/2006/relationships/image" Target="../media/image29.png"/><Relationship Id="rId57" Type="http://schemas.openxmlformats.org/officeDocument/2006/relationships/customXml" Target="../ink/ink29.xml"/><Relationship Id="rId56" Type="http://schemas.openxmlformats.org/officeDocument/2006/relationships/image" Target="../media/image28.png"/><Relationship Id="rId55" Type="http://schemas.openxmlformats.org/officeDocument/2006/relationships/customXml" Target="../ink/ink28.xml"/><Relationship Id="rId54" Type="http://schemas.openxmlformats.org/officeDocument/2006/relationships/image" Target="../media/image27.png"/><Relationship Id="rId53" Type="http://schemas.openxmlformats.org/officeDocument/2006/relationships/customXml" Target="../ink/ink27.xml"/><Relationship Id="rId52" Type="http://schemas.openxmlformats.org/officeDocument/2006/relationships/image" Target="../media/image26.png"/><Relationship Id="rId51" Type="http://schemas.openxmlformats.org/officeDocument/2006/relationships/customXml" Target="../ink/ink26.xml"/><Relationship Id="rId50" Type="http://schemas.openxmlformats.org/officeDocument/2006/relationships/image" Target="../media/image25.png"/><Relationship Id="rId5" Type="http://schemas.openxmlformats.org/officeDocument/2006/relationships/customXml" Target="../ink/ink3.xml"/><Relationship Id="rId49" Type="http://schemas.openxmlformats.org/officeDocument/2006/relationships/customXml" Target="../ink/ink25.xml"/><Relationship Id="rId48" Type="http://schemas.openxmlformats.org/officeDocument/2006/relationships/image" Target="../media/image24.png"/><Relationship Id="rId47" Type="http://schemas.openxmlformats.org/officeDocument/2006/relationships/customXml" Target="../ink/ink24.xml"/><Relationship Id="rId46" Type="http://schemas.openxmlformats.org/officeDocument/2006/relationships/image" Target="../media/image23.png"/><Relationship Id="rId45" Type="http://schemas.openxmlformats.org/officeDocument/2006/relationships/customXml" Target="../ink/ink23.xml"/><Relationship Id="rId44" Type="http://schemas.openxmlformats.org/officeDocument/2006/relationships/image" Target="../media/image22.png"/><Relationship Id="rId43" Type="http://schemas.openxmlformats.org/officeDocument/2006/relationships/customXml" Target="../ink/ink22.xml"/><Relationship Id="rId42" Type="http://schemas.openxmlformats.org/officeDocument/2006/relationships/image" Target="../media/image21.png"/><Relationship Id="rId41" Type="http://schemas.openxmlformats.org/officeDocument/2006/relationships/customXml" Target="../ink/ink21.xml"/><Relationship Id="rId40" Type="http://schemas.openxmlformats.org/officeDocument/2006/relationships/image" Target="../media/image20.png"/><Relationship Id="rId4" Type="http://schemas.openxmlformats.org/officeDocument/2006/relationships/image" Target="../media/image2.png"/><Relationship Id="rId39" Type="http://schemas.openxmlformats.org/officeDocument/2006/relationships/customXml" Target="../ink/ink20.xml"/><Relationship Id="rId38" Type="http://schemas.openxmlformats.org/officeDocument/2006/relationships/image" Target="../media/image19.png"/><Relationship Id="rId37" Type="http://schemas.openxmlformats.org/officeDocument/2006/relationships/customXml" Target="../ink/ink19.xml"/><Relationship Id="rId36" Type="http://schemas.openxmlformats.org/officeDocument/2006/relationships/image" Target="../media/image18.png"/><Relationship Id="rId35" Type="http://schemas.openxmlformats.org/officeDocument/2006/relationships/customXml" Target="../ink/ink18.xml"/><Relationship Id="rId34" Type="http://schemas.openxmlformats.org/officeDocument/2006/relationships/image" Target="../media/image17.png"/><Relationship Id="rId33" Type="http://schemas.openxmlformats.org/officeDocument/2006/relationships/customXml" Target="../ink/ink17.xml"/><Relationship Id="rId32" Type="http://schemas.openxmlformats.org/officeDocument/2006/relationships/image" Target="../media/image16.png"/><Relationship Id="rId31" Type="http://schemas.openxmlformats.org/officeDocument/2006/relationships/customXml" Target="../ink/ink16.xml"/><Relationship Id="rId30" Type="http://schemas.openxmlformats.org/officeDocument/2006/relationships/image" Target="../media/image15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14.png"/><Relationship Id="rId27" Type="http://schemas.openxmlformats.org/officeDocument/2006/relationships/customXml" Target="../ink/ink14.xml"/><Relationship Id="rId26" Type="http://schemas.openxmlformats.org/officeDocument/2006/relationships/image" Target="../media/image13.png"/><Relationship Id="rId25" Type="http://schemas.openxmlformats.org/officeDocument/2006/relationships/customXml" Target="../ink/ink13.xml"/><Relationship Id="rId24" Type="http://schemas.openxmlformats.org/officeDocument/2006/relationships/image" Target="../media/image12.png"/><Relationship Id="rId23" Type="http://schemas.openxmlformats.org/officeDocument/2006/relationships/customXml" Target="../ink/ink12.xml"/><Relationship Id="rId22" Type="http://schemas.openxmlformats.org/officeDocument/2006/relationships/image" Target="../media/image11.png"/><Relationship Id="rId21" Type="http://schemas.openxmlformats.org/officeDocument/2006/relationships/customXml" Target="../ink/ink11.xml"/><Relationship Id="rId20" Type="http://schemas.openxmlformats.org/officeDocument/2006/relationships/image" Target="../media/image10.png"/><Relationship Id="rId2" Type="http://schemas.openxmlformats.org/officeDocument/2006/relationships/image" Target="../media/image1.png"/><Relationship Id="rId19" Type="http://schemas.openxmlformats.org/officeDocument/2006/relationships/customXml" Target="../ink/ink10.xml"/><Relationship Id="rId18" Type="http://schemas.openxmlformats.org/officeDocument/2006/relationships/image" Target="../media/image9.png"/><Relationship Id="rId17" Type="http://schemas.openxmlformats.org/officeDocument/2006/relationships/customXml" Target="../ink/ink9.xml"/><Relationship Id="rId16" Type="http://schemas.openxmlformats.org/officeDocument/2006/relationships/image" Target="../media/image8.png"/><Relationship Id="rId156" Type="http://schemas.openxmlformats.org/officeDocument/2006/relationships/slideLayout" Target="../slideLayouts/slideLayout1.xml"/><Relationship Id="rId155" Type="http://schemas.openxmlformats.org/officeDocument/2006/relationships/image" Target="../media/image77.png"/><Relationship Id="rId154" Type="http://schemas.openxmlformats.org/officeDocument/2006/relationships/customXml" Target="../ink/ink78.xml"/><Relationship Id="rId153" Type="http://schemas.openxmlformats.org/officeDocument/2006/relationships/image" Target="../media/image76.png"/><Relationship Id="rId152" Type="http://schemas.openxmlformats.org/officeDocument/2006/relationships/customXml" Target="../ink/ink77.xml"/><Relationship Id="rId151" Type="http://schemas.openxmlformats.org/officeDocument/2006/relationships/image" Target="../media/image75.png"/><Relationship Id="rId150" Type="http://schemas.openxmlformats.org/officeDocument/2006/relationships/customXml" Target="../ink/ink76.xml"/><Relationship Id="rId15" Type="http://schemas.openxmlformats.org/officeDocument/2006/relationships/customXml" Target="../ink/ink8.xml"/><Relationship Id="rId149" Type="http://schemas.openxmlformats.org/officeDocument/2006/relationships/image" Target="../media/image74.png"/><Relationship Id="rId148" Type="http://schemas.openxmlformats.org/officeDocument/2006/relationships/customXml" Target="../ink/ink75.xml"/><Relationship Id="rId147" Type="http://schemas.openxmlformats.org/officeDocument/2006/relationships/image" Target="../media/image73.png"/><Relationship Id="rId146" Type="http://schemas.openxmlformats.org/officeDocument/2006/relationships/customXml" Target="../ink/ink74.xml"/><Relationship Id="rId145" Type="http://schemas.openxmlformats.org/officeDocument/2006/relationships/image" Target="../media/image72.png"/><Relationship Id="rId144" Type="http://schemas.openxmlformats.org/officeDocument/2006/relationships/customXml" Target="../ink/ink73.xml"/><Relationship Id="rId143" Type="http://schemas.openxmlformats.org/officeDocument/2006/relationships/image" Target="../media/image71.png"/><Relationship Id="rId142" Type="http://schemas.openxmlformats.org/officeDocument/2006/relationships/customXml" Target="../ink/ink72.xml"/><Relationship Id="rId141" Type="http://schemas.openxmlformats.org/officeDocument/2006/relationships/image" Target="../media/image70.png"/><Relationship Id="rId140" Type="http://schemas.openxmlformats.org/officeDocument/2006/relationships/customXml" Target="../ink/ink71.xml"/><Relationship Id="rId14" Type="http://schemas.openxmlformats.org/officeDocument/2006/relationships/image" Target="../media/image7.png"/><Relationship Id="rId139" Type="http://schemas.openxmlformats.org/officeDocument/2006/relationships/image" Target="../media/image69.png"/><Relationship Id="rId138" Type="http://schemas.openxmlformats.org/officeDocument/2006/relationships/customXml" Target="../ink/ink70.xml"/><Relationship Id="rId137" Type="http://schemas.openxmlformats.org/officeDocument/2006/relationships/customXml" Target="../ink/ink69.xml"/><Relationship Id="rId136" Type="http://schemas.openxmlformats.org/officeDocument/2006/relationships/image" Target="../media/image68.png"/><Relationship Id="rId135" Type="http://schemas.openxmlformats.org/officeDocument/2006/relationships/customXml" Target="../ink/ink68.xml"/><Relationship Id="rId134" Type="http://schemas.openxmlformats.org/officeDocument/2006/relationships/image" Target="../media/image67.png"/><Relationship Id="rId133" Type="http://schemas.openxmlformats.org/officeDocument/2006/relationships/customXml" Target="../ink/ink67.xml"/><Relationship Id="rId132" Type="http://schemas.openxmlformats.org/officeDocument/2006/relationships/image" Target="../media/image66.png"/><Relationship Id="rId131" Type="http://schemas.openxmlformats.org/officeDocument/2006/relationships/customXml" Target="../ink/ink66.xml"/><Relationship Id="rId130" Type="http://schemas.openxmlformats.org/officeDocument/2006/relationships/image" Target="../media/image65.png"/><Relationship Id="rId13" Type="http://schemas.openxmlformats.org/officeDocument/2006/relationships/customXml" Target="../ink/ink7.xml"/><Relationship Id="rId129" Type="http://schemas.openxmlformats.org/officeDocument/2006/relationships/customXml" Target="../ink/ink65.xml"/><Relationship Id="rId128" Type="http://schemas.openxmlformats.org/officeDocument/2006/relationships/image" Target="../media/image64.png"/><Relationship Id="rId127" Type="http://schemas.openxmlformats.org/officeDocument/2006/relationships/customXml" Target="../ink/ink64.xml"/><Relationship Id="rId126" Type="http://schemas.openxmlformats.org/officeDocument/2006/relationships/image" Target="../media/image63.png"/><Relationship Id="rId125" Type="http://schemas.openxmlformats.org/officeDocument/2006/relationships/customXml" Target="../ink/ink63.xml"/><Relationship Id="rId124" Type="http://schemas.openxmlformats.org/officeDocument/2006/relationships/image" Target="../media/image62.png"/><Relationship Id="rId123" Type="http://schemas.openxmlformats.org/officeDocument/2006/relationships/customXml" Target="../ink/ink62.xml"/><Relationship Id="rId122" Type="http://schemas.openxmlformats.org/officeDocument/2006/relationships/image" Target="../media/image61.png"/><Relationship Id="rId121" Type="http://schemas.openxmlformats.org/officeDocument/2006/relationships/customXml" Target="../ink/ink61.xml"/><Relationship Id="rId120" Type="http://schemas.openxmlformats.org/officeDocument/2006/relationships/image" Target="../media/image60.png"/><Relationship Id="rId12" Type="http://schemas.openxmlformats.org/officeDocument/2006/relationships/image" Target="../media/image6.png"/><Relationship Id="rId119" Type="http://schemas.openxmlformats.org/officeDocument/2006/relationships/customXml" Target="../ink/ink60.xml"/><Relationship Id="rId118" Type="http://schemas.openxmlformats.org/officeDocument/2006/relationships/image" Target="../media/image59.png"/><Relationship Id="rId117" Type="http://schemas.openxmlformats.org/officeDocument/2006/relationships/customXml" Target="../ink/ink59.xml"/><Relationship Id="rId116" Type="http://schemas.openxmlformats.org/officeDocument/2006/relationships/image" Target="../media/image58.png"/><Relationship Id="rId115" Type="http://schemas.openxmlformats.org/officeDocument/2006/relationships/customXml" Target="../ink/ink58.xml"/><Relationship Id="rId114" Type="http://schemas.openxmlformats.org/officeDocument/2006/relationships/image" Target="../media/image57.png"/><Relationship Id="rId113" Type="http://schemas.openxmlformats.org/officeDocument/2006/relationships/customXml" Target="../ink/ink57.xml"/><Relationship Id="rId112" Type="http://schemas.openxmlformats.org/officeDocument/2006/relationships/image" Target="../media/image56.png"/><Relationship Id="rId111" Type="http://schemas.openxmlformats.org/officeDocument/2006/relationships/customXml" Target="../ink/ink56.xml"/><Relationship Id="rId110" Type="http://schemas.openxmlformats.org/officeDocument/2006/relationships/image" Target="../media/image55.png"/><Relationship Id="rId11" Type="http://schemas.openxmlformats.org/officeDocument/2006/relationships/customXml" Target="../ink/ink6.xml"/><Relationship Id="rId109" Type="http://schemas.openxmlformats.org/officeDocument/2006/relationships/customXml" Target="../ink/ink55.xml"/><Relationship Id="rId108" Type="http://schemas.openxmlformats.org/officeDocument/2006/relationships/image" Target="../media/image54.png"/><Relationship Id="rId107" Type="http://schemas.openxmlformats.org/officeDocument/2006/relationships/customXml" Target="../ink/ink54.xml"/><Relationship Id="rId106" Type="http://schemas.openxmlformats.org/officeDocument/2006/relationships/image" Target="../media/image53.png"/><Relationship Id="rId105" Type="http://schemas.openxmlformats.org/officeDocument/2006/relationships/customXml" Target="../ink/ink53.xml"/><Relationship Id="rId104" Type="http://schemas.openxmlformats.org/officeDocument/2006/relationships/image" Target="../media/image52.png"/><Relationship Id="rId103" Type="http://schemas.openxmlformats.org/officeDocument/2006/relationships/customXml" Target="../ink/ink52.xml"/><Relationship Id="rId102" Type="http://schemas.openxmlformats.org/officeDocument/2006/relationships/image" Target="../media/image51.png"/><Relationship Id="rId101" Type="http://schemas.openxmlformats.org/officeDocument/2006/relationships/customXml" Target="../ink/ink51.xml"/><Relationship Id="rId100" Type="http://schemas.openxmlformats.org/officeDocument/2006/relationships/image" Target="../media/image50.png"/><Relationship Id="rId10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84.png"/><Relationship Id="rId25" Type="http://schemas.openxmlformats.org/officeDocument/2006/relationships/customXml" Target="../ink/ink85.xml"/><Relationship Id="rId24" Type="http://schemas.openxmlformats.org/officeDocument/2006/relationships/image" Target="../media/image83.png"/><Relationship Id="rId23" Type="http://schemas.openxmlformats.org/officeDocument/2006/relationships/customXml" Target="../ink/ink84.xml"/><Relationship Id="rId22" Type="http://schemas.openxmlformats.org/officeDocument/2006/relationships/image" Target="../media/image82.png"/><Relationship Id="rId21" Type="http://schemas.openxmlformats.org/officeDocument/2006/relationships/customXml" Target="../ink/ink83.xml"/><Relationship Id="rId20" Type="http://schemas.openxmlformats.org/officeDocument/2006/relationships/image" Target="../media/image81.png"/><Relationship Id="rId2" Type="http://schemas.openxmlformats.org/officeDocument/2006/relationships/tags" Target="../tags/tag2.xml"/><Relationship Id="rId19" Type="http://schemas.openxmlformats.org/officeDocument/2006/relationships/customXml" Target="../ink/ink82.xml"/><Relationship Id="rId18" Type="http://schemas.openxmlformats.org/officeDocument/2006/relationships/image" Target="../media/image80.png"/><Relationship Id="rId17" Type="http://schemas.openxmlformats.org/officeDocument/2006/relationships/customXml" Target="../ink/ink81.xml"/><Relationship Id="rId16" Type="http://schemas.openxmlformats.org/officeDocument/2006/relationships/image" Target="../media/image79.png"/><Relationship Id="rId15" Type="http://schemas.openxmlformats.org/officeDocument/2006/relationships/customXml" Target="../ink/ink80.xml"/><Relationship Id="rId14" Type="http://schemas.openxmlformats.org/officeDocument/2006/relationships/image" Target="../media/image78.png"/><Relationship Id="rId13" Type="http://schemas.openxmlformats.org/officeDocument/2006/relationships/customXml" Target="../ink/ink79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90.xml"/><Relationship Id="rId8" Type="http://schemas.openxmlformats.org/officeDocument/2006/relationships/image" Target="../media/image88.png"/><Relationship Id="rId7" Type="http://schemas.openxmlformats.org/officeDocument/2006/relationships/customXml" Target="../ink/ink89.xml"/><Relationship Id="rId6" Type="http://schemas.openxmlformats.org/officeDocument/2006/relationships/image" Target="../media/image87.png"/><Relationship Id="rId5" Type="http://schemas.openxmlformats.org/officeDocument/2006/relationships/customXml" Target="../ink/ink88.xml"/><Relationship Id="rId47" Type="http://schemas.openxmlformats.org/officeDocument/2006/relationships/slideLayout" Target="../slideLayouts/slideLayout1.xml"/><Relationship Id="rId46" Type="http://schemas.openxmlformats.org/officeDocument/2006/relationships/image" Target="../media/image107.png"/><Relationship Id="rId45" Type="http://schemas.openxmlformats.org/officeDocument/2006/relationships/customXml" Target="../ink/ink108.xml"/><Relationship Id="rId44" Type="http://schemas.openxmlformats.org/officeDocument/2006/relationships/image" Target="../media/image106.png"/><Relationship Id="rId43" Type="http://schemas.openxmlformats.org/officeDocument/2006/relationships/customXml" Target="../ink/ink107.xml"/><Relationship Id="rId42" Type="http://schemas.openxmlformats.org/officeDocument/2006/relationships/image" Target="../media/image105.png"/><Relationship Id="rId41" Type="http://schemas.openxmlformats.org/officeDocument/2006/relationships/customXml" Target="../ink/ink106.xml"/><Relationship Id="rId40" Type="http://schemas.openxmlformats.org/officeDocument/2006/relationships/image" Target="../media/image104.png"/><Relationship Id="rId4" Type="http://schemas.openxmlformats.org/officeDocument/2006/relationships/image" Target="../media/image86.png"/><Relationship Id="rId39" Type="http://schemas.openxmlformats.org/officeDocument/2006/relationships/customXml" Target="../ink/ink105.xml"/><Relationship Id="rId38" Type="http://schemas.openxmlformats.org/officeDocument/2006/relationships/image" Target="../media/image103.png"/><Relationship Id="rId37" Type="http://schemas.openxmlformats.org/officeDocument/2006/relationships/customXml" Target="../ink/ink104.xml"/><Relationship Id="rId36" Type="http://schemas.openxmlformats.org/officeDocument/2006/relationships/image" Target="../media/image102.png"/><Relationship Id="rId35" Type="http://schemas.openxmlformats.org/officeDocument/2006/relationships/customXml" Target="../ink/ink103.xml"/><Relationship Id="rId34" Type="http://schemas.openxmlformats.org/officeDocument/2006/relationships/image" Target="../media/image101.png"/><Relationship Id="rId33" Type="http://schemas.openxmlformats.org/officeDocument/2006/relationships/customXml" Target="../ink/ink102.xml"/><Relationship Id="rId32" Type="http://schemas.openxmlformats.org/officeDocument/2006/relationships/image" Target="../media/image100.png"/><Relationship Id="rId31" Type="http://schemas.openxmlformats.org/officeDocument/2006/relationships/customXml" Target="../ink/ink101.xml"/><Relationship Id="rId30" Type="http://schemas.openxmlformats.org/officeDocument/2006/relationships/image" Target="../media/image99.png"/><Relationship Id="rId3" Type="http://schemas.openxmlformats.org/officeDocument/2006/relationships/customXml" Target="../ink/ink87.xml"/><Relationship Id="rId29" Type="http://schemas.openxmlformats.org/officeDocument/2006/relationships/customXml" Target="../ink/ink100.xml"/><Relationship Id="rId28" Type="http://schemas.openxmlformats.org/officeDocument/2006/relationships/image" Target="../media/image98.png"/><Relationship Id="rId27" Type="http://schemas.openxmlformats.org/officeDocument/2006/relationships/customXml" Target="../ink/ink99.xml"/><Relationship Id="rId26" Type="http://schemas.openxmlformats.org/officeDocument/2006/relationships/image" Target="../media/image97.png"/><Relationship Id="rId25" Type="http://schemas.openxmlformats.org/officeDocument/2006/relationships/customXml" Target="../ink/ink98.xml"/><Relationship Id="rId24" Type="http://schemas.openxmlformats.org/officeDocument/2006/relationships/image" Target="../media/image96.png"/><Relationship Id="rId23" Type="http://schemas.openxmlformats.org/officeDocument/2006/relationships/customXml" Target="../ink/ink97.xml"/><Relationship Id="rId22" Type="http://schemas.openxmlformats.org/officeDocument/2006/relationships/image" Target="../media/image95.png"/><Relationship Id="rId21" Type="http://schemas.openxmlformats.org/officeDocument/2006/relationships/customXml" Target="../ink/ink96.xml"/><Relationship Id="rId20" Type="http://schemas.openxmlformats.org/officeDocument/2006/relationships/image" Target="../media/image94.png"/><Relationship Id="rId2" Type="http://schemas.openxmlformats.org/officeDocument/2006/relationships/image" Target="../media/image85.png"/><Relationship Id="rId19" Type="http://schemas.openxmlformats.org/officeDocument/2006/relationships/customXml" Target="../ink/ink95.xml"/><Relationship Id="rId18" Type="http://schemas.openxmlformats.org/officeDocument/2006/relationships/image" Target="../media/image93.png"/><Relationship Id="rId17" Type="http://schemas.openxmlformats.org/officeDocument/2006/relationships/customXml" Target="../ink/ink94.xml"/><Relationship Id="rId16" Type="http://schemas.openxmlformats.org/officeDocument/2006/relationships/image" Target="../media/image92.png"/><Relationship Id="rId15" Type="http://schemas.openxmlformats.org/officeDocument/2006/relationships/customXml" Target="../ink/ink93.xml"/><Relationship Id="rId14" Type="http://schemas.openxmlformats.org/officeDocument/2006/relationships/image" Target="../media/image91.png"/><Relationship Id="rId13" Type="http://schemas.openxmlformats.org/officeDocument/2006/relationships/customXml" Target="../ink/ink92.xml"/><Relationship Id="rId12" Type="http://schemas.openxmlformats.org/officeDocument/2006/relationships/image" Target="../media/image90.png"/><Relationship Id="rId11" Type="http://schemas.openxmlformats.org/officeDocument/2006/relationships/customXml" Target="../ink/ink91.xml"/><Relationship Id="rId10" Type="http://schemas.openxmlformats.org/officeDocument/2006/relationships/image" Target="../media/image89.png"/><Relationship Id="rId1" Type="http://schemas.openxmlformats.org/officeDocument/2006/relationships/customXml" Target="../ink/ink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113.xml"/><Relationship Id="rId8" Type="http://schemas.openxmlformats.org/officeDocument/2006/relationships/image" Target="../media/image111.png"/><Relationship Id="rId7" Type="http://schemas.openxmlformats.org/officeDocument/2006/relationships/customXml" Target="../ink/ink112.xml"/><Relationship Id="rId6" Type="http://schemas.openxmlformats.org/officeDocument/2006/relationships/image" Target="../media/image110.png"/><Relationship Id="rId5" Type="http://schemas.openxmlformats.org/officeDocument/2006/relationships/customXml" Target="../ink/ink111.xml"/><Relationship Id="rId4" Type="http://schemas.openxmlformats.org/officeDocument/2006/relationships/image" Target="../media/image109.png"/><Relationship Id="rId3" Type="http://schemas.openxmlformats.org/officeDocument/2006/relationships/customXml" Target="../ink/ink110.xml"/><Relationship Id="rId2" Type="http://schemas.openxmlformats.org/officeDocument/2006/relationships/image" Target="../media/image108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15.png"/><Relationship Id="rId15" Type="http://schemas.openxmlformats.org/officeDocument/2006/relationships/customXml" Target="../ink/ink116.xml"/><Relationship Id="rId14" Type="http://schemas.openxmlformats.org/officeDocument/2006/relationships/image" Target="../media/image114.png"/><Relationship Id="rId13" Type="http://schemas.openxmlformats.org/officeDocument/2006/relationships/customXml" Target="../ink/ink115.xml"/><Relationship Id="rId12" Type="http://schemas.openxmlformats.org/officeDocument/2006/relationships/image" Target="../media/image113.png"/><Relationship Id="rId11" Type="http://schemas.openxmlformats.org/officeDocument/2006/relationships/customXml" Target="../ink/ink114.xml"/><Relationship Id="rId10" Type="http://schemas.openxmlformats.org/officeDocument/2006/relationships/image" Target="../media/image112.png"/><Relationship Id="rId1" Type="http://schemas.openxmlformats.org/officeDocument/2006/relationships/customXml" Target="../ink/ink1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customXml" Target="../ink/ink120.xml"/><Relationship Id="rId7" Type="http://schemas.openxmlformats.org/officeDocument/2006/relationships/image" Target="../media/image119.png"/><Relationship Id="rId6" Type="http://schemas.openxmlformats.org/officeDocument/2006/relationships/customXml" Target="../ink/ink119.xml"/><Relationship Id="rId5" Type="http://schemas.openxmlformats.org/officeDocument/2006/relationships/image" Target="../media/image118.png"/><Relationship Id="rId4" Type="http://schemas.openxmlformats.org/officeDocument/2006/relationships/customXml" Target="../ink/ink118.xml"/><Relationship Id="rId3" Type="http://schemas.openxmlformats.org/officeDocument/2006/relationships/image" Target="../media/image117.png"/><Relationship Id="rId2" Type="http://schemas.openxmlformats.org/officeDocument/2006/relationships/customXml" Target="../ink/ink11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1.png"/><Relationship Id="rId1" Type="http://schemas.openxmlformats.org/officeDocument/2006/relationships/customXml" Target="../ink/ink1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png"/><Relationship Id="rId8" Type="http://schemas.openxmlformats.org/officeDocument/2006/relationships/customXml" Target="../ink/ink125.xml"/><Relationship Id="rId7" Type="http://schemas.openxmlformats.org/officeDocument/2006/relationships/image" Target="../media/image125.png"/><Relationship Id="rId6" Type="http://schemas.openxmlformats.org/officeDocument/2006/relationships/customXml" Target="../ink/ink124.xml"/><Relationship Id="rId5" Type="http://schemas.openxmlformats.org/officeDocument/2006/relationships/image" Target="../media/image124.png"/><Relationship Id="rId4" Type="http://schemas.openxmlformats.org/officeDocument/2006/relationships/customXml" Target="../ink/ink123.xml"/><Relationship Id="rId3" Type="http://schemas.openxmlformats.org/officeDocument/2006/relationships/image" Target="../media/image123.png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34.png"/><Relationship Id="rId24" Type="http://schemas.openxmlformats.org/officeDocument/2006/relationships/customXml" Target="../ink/ink133.xml"/><Relationship Id="rId23" Type="http://schemas.openxmlformats.org/officeDocument/2006/relationships/image" Target="../media/image133.png"/><Relationship Id="rId22" Type="http://schemas.openxmlformats.org/officeDocument/2006/relationships/customXml" Target="../ink/ink132.xml"/><Relationship Id="rId21" Type="http://schemas.openxmlformats.org/officeDocument/2006/relationships/image" Target="../media/image132.png"/><Relationship Id="rId20" Type="http://schemas.openxmlformats.org/officeDocument/2006/relationships/customXml" Target="../ink/ink131.xml"/><Relationship Id="rId2" Type="http://schemas.openxmlformats.org/officeDocument/2006/relationships/customXml" Target="../ink/ink122.xml"/><Relationship Id="rId19" Type="http://schemas.openxmlformats.org/officeDocument/2006/relationships/image" Target="../media/image131.png"/><Relationship Id="rId18" Type="http://schemas.openxmlformats.org/officeDocument/2006/relationships/customXml" Target="../ink/ink130.xml"/><Relationship Id="rId17" Type="http://schemas.openxmlformats.org/officeDocument/2006/relationships/image" Target="../media/image130.png"/><Relationship Id="rId16" Type="http://schemas.openxmlformats.org/officeDocument/2006/relationships/customXml" Target="../ink/ink129.xml"/><Relationship Id="rId15" Type="http://schemas.openxmlformats.org/officeDocument/2006/relationships/image" Target="../media/image129.png"/><Relationship Id="rId14" Type="http://schemas.openxmlformats.org/officeDocument/2006/relationships/customXml" Target="../ink/ink128.xml"/><Relationship Id="rId13" Type="http://schemas.openxmlformats.org/officeDocument/2006/relationships/image" Target="../media/image128.png"/><Relationship Id="rId12" Type="http://schemas.openxmlformats.org/officeDocument/2006/relationships/customXml" Target="../ink/ink127.xml"/><Relationship Id="rId11" Type="http://schemas.openxmlformats.org/officeDocument/2006/relationships/image" Target="../media/image127.png"/><Relationship Id="rId10" Type="http://schemas.openxmlformats.org/officeDocument/2006/relationships/customXml" Target="../ink/ink126.xml"/><Relationship Id="rId1" Type="http://schemas.openxmlformats.org/officeDocument/2006/relationships/image" Target="../media/image1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customXml" Target="../ink/ink138.xml"/><Relationship Id="rId8" Type="http://schemas.openxmlformats.org/officeDocument/2006/relationships/image" Target="../media/image138.png"/><Relationship Id="rId7" Type="http://schemas.openxmlformats.org/officeDocument/2006/relationships/customXml" Target="../ink/ink137.xml"/><Relationship Id="rId6" Type="http://schemas.openxmlformats.org/officeDocument/2006/relationships/image" Target="../media/image137.png"/><Relationship Id="rId5" Type="http://schemas.openxmlformats.org/officeDocument/2006/relationships/customXml" Target="../ink/ink136.xml"/><Relationship Id="rId4" Type="http://schemas.openxmlformats.org/officeDocument/2006/relationships/image" Target="../media/image136.png"/><Relationship Id="rId3" Type="http://schemas.openxmlformats.org/officeDocument/2006/relationships/customXml" Target="../ink/ink135.xml"/><Relationship Id="rId2" Type="http://schemas.openxmlformats.org/officeDocument/2006/relationships/image" Target="../media/image135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39.png"/><Relationship Id="rId1" Type="http://schemas.openxmlformats.org/officeDocument/2006/relationships/customXml" Target="../ink/ink13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ustomXml" Target="../ink/ink143.xml"/><Relationship Id="rId8" Type="http://schemas.openxmlformats.org/officeDocument/2006/relationships/image" Target="../media/image143.png"/><Relationship Id="rId7" Type="http://schemas.openxmlformats.org/officeDocument/2006/relationships/customXml" Target="../ink/ink142.xml"/><Relationship Id="rId6" Type="http://schemas.openxmlformats.org/officeDocument/2006/relationships/image" Target="../media/image142.png"/><Relationship Id="rId5" Type="http://schemas.openxmlformats.org/officeDocument/2006/relationships/customXml" Target="../ink/ink141.xml"/><Relationship Id="rId4" Type="http://schemas.openxmlformats.org/officeDocument/2006/relationships/image" Target="../media/image141.png"/><Relationship Id="rId3" Type="http://schemas.openxmlformats.org/officeDocument/2006/relationships/customXml" Target="../ink/ink140.xml"/><Relationship Id="rId2" Type="http://schemas.openxmlformats.org/officeDocument/2006/relationships/image" Target="../media/image140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45.png"/><Relationship Id="rId11" Type="http://schemas.openxmlformats.org/officeDocument/2006/relationships/customXml" Target="../ink/ink144.xml"/><Relationship Id="rId10" Type="http://schemas.openxmlformats.org/officeDocument/2006/relationships/image" Target="../media/image144.png"/><Relationship Id="rId1" Type="http://schemas.openxmlformats.org/officeDocument/2006/relationships/customXml" Target="../ink/ink1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6" Type="http://schemas.openxmlformats.org/officeDocument/2006/relationships/slideLayout" Target="../slideLayouts/slideLayout1.xml"/><Relationship Id="rId65" Type="http://schemas.openxmlformats.org/officeDocument/2006/relationships/image" Target="../media/image170.png"/><Relationship Id="rId64" Type="http://schemas.openxmlformats.org/officeDocument/2006/relationships/customXml" Target="../ink/ink169.xml"/><Relationship Id="rId63" Type="http://schemas.openxmlformats.org/officeDocument/2006/relationships/image" Target="../media/image169.png"/><Relationship Id="rId62" Type="http://schemas.openxmlformats.org/officeDocument/2006/relationships/customXml" Target="../ink/ink168.xml"/><Relationship Id="rId61" Type="http://schemas.openxmlformats.org/officeDocument/2006/relationships/image" Target="../media/image168.png"/><Relationship Id="rId60" Type="http://schemas.openxmlformats.org/officeDocument/2006/relationships/customXml" Target="../ink/ink167.xml"/><Relationship Id="rId6" Type="http://schemas.openxmlformats.org/officeDocument/2006/relationships/tags" Target="../tags/tag18.xml"/><Relationship Id="rId59" Type="http://schemas.openxmlformats.org/officeDocument/2006/relationships/image" Target="../media/image167.png"/><Relationship Id="rId58" Type="http://schemas.openxmlformats.org/officeDocument/2006/relationships/customXml" Target="../ink/ink166.xml"/><Relationship Id="rId57" Type="http://schemas.openxmlformats.org/officeDocument/2006/relationships/image" Target="../media/image166.png"/><Relationship Id="rId56" Type="http://schemas.openxmlformats.org/officeDocument/2006/relationships/customXml" Target="../ink/ink165.xml"/><Relationship Id="rId55" Type="http://schemas.openxmlformats.org/officeDocument/2006/relationships/image" Target="../media/image165.png"/><Relationship Id="rId54" Type="http://schemas.openxmlformats.org/officeDocument/2006/relationships/customXml" Target="../ink/ink164.xml"/><Relationship Id="rId53" Type="http://schemas.openxmlformats.org/officeDocument/2006/relationships/image" Target="../media/image164.png"/><Relationship Id="rId52" Type="http://schemas.openxmlformats.org/officeDocument/2006/relationships/customXml" Target="../ink/ink163.xml"/><Relationship Id="rId51" Type="http://schemas.openxmlformats.org/officeDocument/2006/relationships/image" Target="../media/image163.png"/><Relationship Id="rId50" Type="http://schemas.openxmlformats.org/officeDocument/2006/relationships/customXml" Target="../ink/ink162.xml"/><Relationship Id="rId5" Type="http://schemas.openxmlformats.org/officeDocument/2006/relationships/tags" Target="../tags/tag17.xml"/><Relationship Id="rId49" Type="http://schemas.openxmlformats.org/officeDocument/2006/relationships/image" Target="../media/image162.png"/><Relationship Id="rId48" Type="http://schemas.openxmlformats.org/officeDocument/2006/relationships/customXml" Target="../ink/ink161.xml"/><Relationship Id="rId47" Type="http://schemas.openxmlformats.org/officeDocument/2006/relationships/image" Target="../media/image161.png"/><Relationship Id="rId46" Type="http://schemas.openxmlformats.org/officeDocument/2006/relationships/customXml" Target="../ink/ink160.xml"/><Relationship Id="rId45" Type="http://schemas.openxmlformats.org/officeDocument/2006/relationships/image" Target="../media/image160.png"/><Relationship Id="rId44" Type="http://schemas.openxmlformats.org/officeDocument/2006/relationships/customXml" Target="../ink/ink159.xml"/><Relationship Id="rId43" Type="http://schemas.openxmlformats.org/officeDocument/2006/relationships/image" Target="../media/image159.png"/><Relationship Id="rId42" Type="http://schemas.openxmlformats.org/officeDocument/2006/relationships/customXml" Target="../ink/ink158.xml"/><Relationship Id="rId41" Type="http://schemas.openxmlformats.org/officeDocument/2006/relationships/image" Target="../media/image158.png"/><Relationship Id="rId40" Type="http://schemas.openxmlformats.org/officeDocument/2006/relationships/customXml" Target="../ink/ink157.xml"/><Relationship Id="rId4" Type="http://schemas.openxmlformats.org/officeDocument/2006/relationships/tags" Target="../tags/tag16.xml"/><Relationship Id="rId39" Type="http://schemas.openxmlformats.org/officeDocument/2006/relationships/image" Target="../media/image157.png"/><Relationship Id="rId38" Type="http://schemas.openxmlformats.org/officeDocument/2006/relationships/customXml" Target="../ink/ink156.xml"/><Relationship Id="rId37" Type="http://schemas.openxmlformats.org/officeDocument/2006/relationships/image" Target="../media/image156.png"/><Relationship Id="rId36" Type="http://schemas.openxmlformats.org/officeDocument/2006/relationships/customXml" Target="../ink/ink155.xml"/><Relationship Id="rId35" Type="http://schemas.openxmlformats.org/officeDocument/2006/relationships/image" Target="../media/image155.png"/><Relationship Id="rId34" Type="http://schemas.openxmlformats.org/officeDocument/2006/relationships/customXml" Target="../ink/ink154.xml"/><Relationship Id="rId33" Type="http://schemas.openxmlformats.org/officeDocument/2006/relationships/image" Target="../media/image154.png"/><Relationship Id="rId32" Type="http://schemas.openxmlformats.org/officeDocument/2006/relationships/customXml" Target="../ink/ink153.xml"/><Relationship Id="rId31" Type="http://schemas.openxmlformats.org/officeDocument/2006/relationships/image" Target="../media/image153.png"/><Relationship Id="rId30" Type="http://schemas.openxmlformats.org/officeDocument/2006/relationships/customXml" Target="../ink/ink152.xml"/><Relationship Id="rId3" Type="http://schemas.openxmlformats.org/officeDocument/2006/relationships/tags" Target="../tags/tag15.xml"/><Relationship Id="rId29" Type="http://schemas.openxmlformats.org/officeDocument/2006/relationships/image" Target="../media/image152.png"/><Relationship Id="rId28" Type="http://schemas.openxmlformats.org/officeDocument/2006/relationships/customXml" Target="../ink/ink151.xml"/><Relationship Id="rId27" Type="http://schemas.openxmlformats.org/officeDocument/2006/relationships/image" Target="../media/image151.png"/><Relationship Id="rId26" Type="http://schemas.openxmlformats.org/officeDocument/2006/relationships/customXml" Target="../ink/ink150.xml"/><Relationship Id="rId25" Type="http://schemas.openxmlformats.org/officeDocument/2006/relationships/image" Target="../media/image150.png"/><Relationship Id="rId24" Type="http://schemas.openxmlformats.org/officeDocument/2006/relationships/customXml" Target="../ink/ink149.xml"/><Relationship Id="rId23" Type="http://schemas.openxmlformats.org/officeDocument/2006/relationships/image" Target="../media/image149.png"/><Relationship Id="rId22" Type="http://schemas.openxmlformats.org/officeDocument/2006/relationships/customXml" Target="../ink/ink148.xml"/><Relationship Id="rId21" Type="http://schemas.openxmlformats.org/officeDocument/2006/relationships/image" Target="../media/image148.png"/><Relationship Id="rId20" Type="http://schemas.openxmlformats.org/officeDocument/2006/relationships/customXml" Target="../ink/ink147.xml"/><Relationship Id="rId2" Type="http://schemas.openxmlformats.org/officeDocument/2006/relationships/tags" Target="../tags/tag14.xml"/><Relationship Id="rId19" Type="http://schemas.openxmlformats.org/officeDocument/2006/relationships/image" Target="../media/image147.png"/><Relationship Id="rId18" Type="http://schemas.openxmlformats.org/officeDocument/2006/relationships/customXml" Target="../ink/ink146.xml"/><Relationship Id="rId17" Type="http://schemas.openxmlformats.org/officeDocument/2006/relationships/image" Target="../media/image146.png"/><Relationship Id="rId16" Type="http://schemas.openxmlformats.org/officeDocument/2006/relationships/customXml" Target="../ink/ink145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2.png"/><Relationship Id="rId3" Type="http://schemas.openxmlformats.org/officeDocument/2006/relationships/customXml" Target="../ink/ink171.xml"/><Relationship Id="rId2" Type="http://schemas.openxmlformats.org/officeDocument/2006/relationships/image" Target="../media/image171.png"/><Relationship Id="rId1" Type="http://schemas.openxmlformats.org/officeDocument/2006/relationships/customXml" Target="../ink/ink17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6.png"/><Relationship Id="rId7" Type="http://schemas.openxmlformats.org/officeDocument/2006/relationships/customXml" Target="../ink/ink175.xml"/><Relationship Id="rId6" Type="http://schemas.openxmlformats.org/officeDocument/2006/relationships/image" Target="../media/image175.png"/><Relationship Id="rId5" Type="http://schemas.openxmlformats.org/officeDocument/2006/relationships/customXml" Target="../ink/ink174.xml"/><Relationship Id="rId4" Type="http://schemas.openxmlformats.org/officeDocument/2006/relationships/image" Target="../media/image174.png"/><Relationship Id="rId3" Type="http://schemas.openxmlformats.org/officeDocument/2006/relationships/customXml" Target="../ink/ink173.xml"/><Relationship Id="rId2" Type="http://schemas.openxmlformats.org/officeDocument/2006/relationships/image" Target="../media/image173.png"/><Relationship Id="rId1" Type="http://schemas.openxmlformats.org/officeDocument/2006/relationships/customXml" Target="../ink/ink17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customXml" Target="../ink/ink179.xml"/><Relationship Id="rId7" Type="http://schemas.openxmlformats.org/officeDocument/2006/relationships/image" Target="../media/image180.png"/><Relationship Id="rId6" Type="http://schemas.openxmlformats.org/officeDocument/2006/relationships/customXml" Target="../ink/ink178.xml"/><Relationship Id="rId5" Type="http://schemas.openxmlformats.org/officeDocument/2006/relationships/image" Target="../media/image179.png"/><Relationship Id="rId4" Type="http://schemas.openxmlformats.org/officeDocument/2006/relationships/customXml" Target="../ink/ink177.xml"/><Relationship Id="rId3" Type="http://schemas.openxmlformats.org/officeDocument/2006/relationships/image" Target="../media/image178.png"/><Relationship Id="rId2" Type="http://schemas.openxmlformats.org/officeDocument/2006/relationships/customXml" Target="../ink/ink176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85.png"/><Relationship Id="rId16" Type="http://schemas.openxmlformats.org/officeDocument/2006/relationships/customXml" Target="../ink/ink183.xml"/><Relationship Id="rId15" Type="http://schemas.openxmlformats.org/officeDocument/2006/relationships/image" Target="../media/image184.png"/><Relationship Id="rId14" Type="http://schemas.openxmlformats.org/officeDocument/2006/relationships/customXml" Target="../ink/ink182.xml"/><Relationship Id="rId13" Type="http://schemas.openxmlformats.org/officeDocument/2006/relationships/image" Target="../media/image183.png"/><Relationship Id="rId12" Type="http://schemas.openxmlformats.org/officeDocument/2006/relationships/customXml" Target="../ink/ink181.xml"/><Relationship Id="rId11" Type="http://schemas.openxmlformats.org/officeDocument/2006/relationships/image" Target="../media/image182.png"/><Relationship Id="rId10" Type="http://schemas.openxmlformats.org/officeDocument/2006/relationships/customXml" Target="../ink/ink180.xml"/><Relationship Id="rId1" Type="http://schemas.openxmlformats.org/officeDocument/2006/relationships/image" Target="../media/image17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8368" y="91440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9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Agent Scheduling：LLM 智能体系统的控制层</a:t>
            </a:r>
            <a:endParaRPr lang="zh-CN" sz="2900"/>
          </a:p>
        </p:txBody>
      </p:sp>
      <p:sp>
        <p:nvSpPr>
          <p:cNvPr id="5" name="Text 5"/>
          <p:cNvSpPr txBox="1"/>
          <p:nvPr/>
        </p:nvSpPr>
        <p:spPr>
          <a:xfrm>
            <a:off x="694944" y="166420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60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决定什么运行、何时运行、以何种拓扑运行，以及携带什么记忆状态</a:t>
            </a:r>
            <a:endParaRPr lang="zh-CN" sz="1600"/>
          </a:p>
        </p:txBody>
      </p:sp>
      <p:sp>
        <p:nvSpPr>
          <p:cNvPr id="6" name="Shape 6"/>
          <p:cNvSpPr/>
          <p:nvPr/>
        </p:nvSpPr>
        <p:spPr>
          <a:xfrm>
            <a:off x="713232" y="2395728"/>
            <a:ext cx="10789920" cy="2487168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6E0E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42416" y="2816352"/>
            <a:ext cx="10104120" cy="12618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zh-CN" sz="1900" b="1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核心判断：Agent 系统本质上是一个对模型调用进行调度的决策系统。</a:t>
            </a:r>
            <a:endParaRPr lang="zh-CN" sz="1900"/>
          </a:p>
          <a:p>
            <a:pPr algn="l"/>
            <a:r>
              <a:rPr lang="zh-CN" sz="1900" b="1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2024–2026 的主线正汇聚为：可验证奖励驱动的策略、记忆与拓扑联合优化。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685800" y="65471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基于 agent_scheduling_survey.md · 2026-07-20</a:t>
            </a:r>
            <a:endParaRPr lang="zh-CN" sz="85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9" name="墨迹 8"/>
              <p14:cNvContentPartPr/>
              <p14:nvPr/>
            </p14:nvContentPartPr>
            <p14:xfrm>
              <a:off x="1011555" y="1873885"/>
              <a:ext cx="970280" cy="825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2"/>
            </p:blipFill>
            <p:spPr>
              <a:xfrm>
                <a:off x="1011555" y="1873885"/>
                <a:ext cx="97028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" name="墨迹 9"/>
              <p14:cNvContentPartPr/>
              <p14:nvPr/>
            </p14:nvContentPartPr>
            <p14:xfrm>
              <a:off x="5655945" y="1633220"/>
              <a:ext cx="1351915" cy="38989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4"/>
            </p:blipFill>
            <p:spPr>
              <a:xfrm>
                <a:off x="5655945" y="1633220"/>
                <a:ext cx="1351915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1" name="墨迹 10"/>
              <p14:cNvContentPartPr/>
              <p14:nvPr/>
            </p14:nvContentPartPr>
            <p14:xfrm>
              <a:off x="3515995" y="1931670"/>
              <a:ext cx="1120140" cy="5016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6"/>
            </p:blipFill>
            <p:spPr>
              <a:xfrm>
                <a:off x="3515995" y="1931670"/>
                <a:ext cx="112014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2" name="墨迹 11"/>
              <p14:cNvContentPartPr/>
              <p14:nvPr/>
            </p14:nvContentPartPr>
            <p14:xfrm>
              <a:off x="2496185" y="3349625"/>
              <a:ext cx="1990725" cy="1244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8"/>
            </p:blipFill>
            <p:spPr>
              <a:xfrm>
                <a:off x="2496185" y="3349625"/>
                <a:ext cx="199072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3" name="墨迹 12"/>
              <p14:cNvContentPartPr/>
              <p14:nvPr/>
            </p14:nvContentPartPr>
            <p14:xfrm>
              <a:off x="5266055" y="3357880"/>
              <a:ext cx="1559560" cy="5016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0"/>
            </p:blipFill>
            <p:spPr>
              <a:xfrm>
                <a:off x="5266055" y="3357880"/>
                <a:ext cx="155956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4" name="墨迹 13"/>
              <p14:cNvContentPartPr/>
              <p14:nvPr/>
            </p14:nvContentPartPr>
            <p14:xfrm>
              <a:off x="6643370" y="2993390"/>
              <a:ext cx="1857375" cy="44767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2"/>
            </p:blipFill>
            <p:spPr>
              <a:xfrm>
                <a:off x="6643370" y="2993390"/>
                <a:ext cx="1857375" cy="447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5" name="墨迹 14"/>
              <p14:cNvContentPartPr/>
              <p14:nvPr/>
            </p14:nvContentPartPr>
            <p14:xfrm>
              <a:off x="3184525" y="2429510"/>
              <a:ext cx="24765" cy="27368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4"/>
            </p:blipFill>
            <p:spPr>
              <a:xfrm>
                <a:off x="3184525" y="2429510"/>
                <a:ext cx="2476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6" name="墨迹 15"/>
              <p14:cNvContentPartPr/>
              <p14:nvPr/>
            </p14:nvContentPartPr>
            <p14:xfrm>
              <a:off x="3217545" y="2230120"/>
              <a:ext cx="66675" cy="1714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6"/>
            </p:blipFill>
            <p:spPr>
              <a:xfrm>
                <a:off x="3217545" y="2230120"/>
                <a:ext cx="66675" cy="17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7" name="墨迹 16"/>
              <p14:cNvContentPartPr/>
              <p14:nvPr/>
            </p14:nvContentPartPr>
            <p14:xfrm>
              <a:off x="3366770" y="2329815"/>
              <a:ext cx="191135" cy="30670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8"/>
            </p:blipFill>
            <p:spPr>
              <a:xfrm>
                <a:off x="3366770" y="2329815"/>
                <a:ext cx="191135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8" name="墨迹 17"/>
              <p14:cNvContentPartPr/>
              <p14:nvPr/>
            </p14:nvContentPartPr>
            <p14:xfrm>
              <a:off x="3773170" y="2429510"/>
              <a:ext cx="50165" cy="29019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0"/>
            </p:blipFill>
            <p:spPr>
              <a:xfrm>
                <a:off x="3773170" y="2429510"/>
                <a:ext cx="5016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9" name="墨迹 18"/>
              <p14:cNvContentPartPr/>
              <p14:nvPr/>
            </p14:nvContentPartPr>
            <p14:xfrm>
              <a:off x="3815080" y="2362835"/>
              <a:ext cx="132715" cy="20764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3815080" y="2362835"/>
                <a:ext cx="13271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" name="墨迹 19"/>
              <p14:cNvContentPartPr/>
              <p14:nvPr/>
            </p14:nvContentPartPr>
            <p14:xfrm>
              <a:off x="3980815" y="2230120"/>
              <a:ext cx="464185" cy="34861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4"/>
            </p:blipFill>
            <p:spPr>
              <a:xfrm>
                <a:off x="3980815" y="2230120"/>
                <a:ext cx="464185" cy="348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1" name="墨迹 20"/>
              <p14:cNvContentPartPr/>
              <p14:nvPr/>
            </p14:nvContentPartPr>
            <p14:xfrm>
              <a:off x="4221480" y="2346325"/>
              <a:ext cx="364490" cy="4191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6"/>
            </p:blipFill>
            <p:spPr>
              <a:xfrm>
                <a:off x="4221480" y="2346325"/>
                <a:ext cx="36449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2" name="墨迹 21"/>
              <p14:cNvContentPartPr/>
              <p14:nvPr/>
            </p14:nvContentPartPr>
            <p14:xfrm>
              <a:off x="5224780" y="2429510"/>
              <a:ext cx="522605" cy="825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8"/>
            </p:blipFill>
            <p:spPr>
              <a:xfrm>
                <a:off x="5224780" y="2429510"/>
                <a:ext cx="52260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3" name="墨迹 22"/>
              <p14:cNvContentPartPr/>
              <p14:nvPr/>
            </p14:nvContentPartPr>
            <p14:xfrm>
              <a:off x="5598160" y="2305050"/>
              <a:ext cx="207010" cy="3149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0"/>
            </p:blipFill>
            <p:spPr>
              <a:xfrm>
                <a:off x="5598160" y="2305050"/>
                <a:ext cx="207010" cy="314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4" name="墨迹 23"/>
              <p14:cNvContentPartPr/>
              <p14:nvPr/>
            </p14:nvContentPartPr>
            <p14:xfrm>
              <a:off x="6037580" y="2329815"/>
              <a:ext cx="116205" cy="20764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2"/>
            </p:blipFill>
            <p:spPr>
              <a:xfrm>
                <a:off x="6037580" y="2329815"/>
                <a:ext cx="11620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5" name="墨迹 24"/>
              <p14:cNvContentPartPr/>
              <p14:nvPr/>
            </p14:nvContentPartPr>
            <p14:xfrm>
              <a:off x="6236970" y="2362835"/>
              <a:ext cx="99060" cy="13271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34"/>
            </p:blipFill>
            <p:spPr>
              <a:xfrm>
                <a:off x="6236970" y="2362835"/>
                <a:ext cx="9906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6" name="墨迹 25"/>
              <p14:cNvContentPartPr/>
              <p14:nvPr/>
            </p14:nvContentPartPr>
            <p14:xfrm>
              <a:off x="6402705" y="2346325"/>
              <a:ext cx="140970" cy="11620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36"/>
            </p:blipFill>
            <p:spPr>
              <a:xfrm>
                <a:off x="6402705" y="2346325"/>
                <a:ext cx="14097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7" name="墨迹 26"/>
              <p14:cNvContentPartPr/>
              <p14:nvPr/>
            </p14:nvContentPartPr>
            <p14:xfrm>
              <a:off x="6584950" y="2354580"/>
              <a:ext cx="99695" cy="25717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8"/>
            </p:blipFill>
            <p:spPr>
              <a:xfrm>
                <a:off x="6584950" y="2354580"/>
                <a:ext cx="9969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8" name="墨迹 27"/>
              <p14:cNvContentPartPr/>
              <p14:nvPr/>
            </p14:nvContentPartPr>
            <p14:xfrm>
              <a:off x="6684645" y="2346325"/>
              <a:ext cx="265430" cy="16573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0"/>
            </p:blipFill>
            <p:spPr>
              <a:xfrm>
                <a:off x="6684645" y="2346325"/>
                <a:ext cx="26543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9" name="墨迹 28"/>
              <p14:cNvContentPartPr/>
              <p14:nvPr/>
            </p14:nvContentPartPr>
            <p14:xfrm>
              <a:off x="5283200" y="2827655"/>
              <a:ext cx="488950" cy="2476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2"/>
            </p:blipFill>
            <p:spPr>
              <a:xfrm>
                <a:off x="5283200" y="2827655"/>
                <a:ext cx="48895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0" name="墨迹 29"/>
              <p14:cNvContentPartPr/>
              <p14:nvPr/>
            </p14:nvContentPartPr>
            <p14:xfrm>
              <a:off x="5689600" y="2769235"/>
              <a:ext cx="74295" cy="16573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44"/>
            </p:blipFill>
            <p:spPr>
              <a:xfrm>
                <a:off x="5689600" y="2769235"/>
                <a:ext cx="7429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1" name="墨迹 30"/>
              <p14:cNvContentPartPr/>
              <p14:nvPr/>
            </p14:nvContentPartPr>
            <p14:xfrm>
              <a:off x="5988050" y="2769235"/>
              <a:ext cx="422910" cy="15748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46"/>
            </p:blipFill>
            <p:spPr>
              <a:xfrm>
                <a:off x="5988050" y="2769235"/>
                <a:ext cx="42291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2" name="墨迹 31"/>
              <p14:cNvContentPartPr/>
              <p14:nvPr/>
            </p14:nvContentPartPr>
            <p14:xfrm>
              <a:off x="6485255" y="2703195"/>
              <a:ext cx="116205" cy="22352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48"/>
            </p:blipFill>
            <p:spPr>
              <a:xfrm>
                <a:off x="6485255" y="2703195"/>
                <a:ext cx="11620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3" name="墨迹 32"/>
              <p14:cNvContentPartPr/>
              <p14:nvPr/>
            </p14:nvContentPartPr>
            <p14:xfrm>
              <a:off x="6427470" y="2811145"/>
              <a:ext cx="182245" cy="660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0"/>
            </p:blipFill>
            <p:spPr>
              <a:xfrm>
                <a:off x="6427470" y="2811145"/>
                <a:ext cx="18224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4" name="墨迹 33"/>
              <p14:cNvContentPartPr/>
              <p14:nvPr/>
            </p14:nvContentPartPr>
            <p14:xfrm>
              <a:off x="6584950" y="2636520"/>
              <a:ext cx="298450" cy="27368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52"/>
            </p:blipFill>
            <p:spPr>
              <a:xfrm>
                <a:off x="6584950" y="2636520"/>
                <a:ext cx="29845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35" name="墨迹 34"/>
              <p14:cNvContentPartPr/>
              <p14:nvPr/>
            </p14:nvContentPartPr>
            <p14:xfrm>
              <a:off x="6899910" y="2661920"/>
              <a:ext cx="257175" cy="28194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54"/>
            </p:blipFill>
            <p:spPr>
              <a:xfrm>
                <a:off x="6899910" y="2661920"/>
                <a:ext cx="25717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36" name="墨迹 35"/>
              <p14:cNvContentPartPr/>
              <p14:nvPr/>
            </p14:nvContentPartPr>
            <p14:xfrm>
              <a:off x="7124065" y="2901950"/>
              <a:ext cx="74930" cy="2476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56"/>
            </p:blipFill>
            <p:spPr>
              <a:xfrm>
                <a:off x="7124065" y="2901950"/>
                <a:ext cx="7493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7" name="墨迹 36"/>
              <p14:cNvContentPartPr/>
              <p14:nvPr/>
            </p14:nvContentPartPr>
            <p14:xfrm>
              <a:off x="5390515" y="2114550"/>
              <a:ext cx="348615" cy="2476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58"/>
            </p:blipFill>
            <p:spPr>
              <a:xfrm>
                <a:off x="5390515" y="2114550"/>
                <a:ext cx="348615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8" name="墨迹 37"/>
              <p14:cNvContentPartPr/>
              <p14:nvPr/>
            </p14:nvContentPartPr>
            <p14:xfrm>
              <a:off x="5730875" y="2056130"/>
              <a:ext cx="41275" cy="10795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0"/>
            </p:blipFill>
            <p:spPr>
              <a:xfrm>
                <a:off x="5730875" y="2056130"/>
                <a:ext cx="4127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9" name="墨迹 38"/>
              <p14:cNvContentPartPr/>
              <p14:nvPr/>
            </p14:nvContentPartPr>
            <p14:xfrm>
              <a:off x="6062345" y="2056130"/>
              <a:ext cx="149225" cy="13271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62"/>
            </p:blipFill>
            <p:spPr>
              <a:xfrm>
                <a:off x="6062345" y="2056130"/>
                <a:ext cx="14922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40" name="墨迹 39"/>
              <p14:cNvContentPartPr/>
              <p14:nvPr/>
            </p14:nvContentPartPr>
            <p14:xfrm>
              <a:off x="6245225" y="2064385"/>
              <a:ext cx="165735" cy="7493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64"/>
            </p:blipFill>
            <p:spPr>
              <a:xfrm>
                <a:off x="6245225" y="2064385"/>
                <a:ext cx="16573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41" name="墨迹 40"/>
              <p14:cNvContentPartPr/>
              <p14:nvPr/>
            </p14:nvContentPartPr>
            <p14:xfrm>
              <a:off x="6452235" y="1981835"/>
              <a:ext cx="132715" cy="16573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66"/>
            </p:blipFill>
            <p:spPr>
              <a:xfrm>
                <a:off x="6452235" y="1981835"/>
                <a:ext cx="13271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42" name="墨迹 41"/>
              <p14:cNvContentPartPr/>
              <p14:nvPr/>
            </p14:nvContentPartPr>
            <p14:xfrm>
              <a:off x="6643370" y="2023110"/>
              <a:ext cx="107315" cy="22415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68"/>
            </p:blipFill>
            <p:spPr>
              <a:xfrm>
                <a:off x="6643370" y="2023110"/>
                <a:ext cx="10731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43" name="墨迹 42"/>
              <p14:cNvContentPartPr/>
              <p14:nvPr/>
            </p14:nvContentPartPr>
            <p14:xfrm>
              <a:off x="6758940" y="1948180"/>
              <a:ext cx="323850" cy="19113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0"/>
            </p:blipFill>
            <p:spPr>
              <a:xfrm>
                <a:off x="6758940" y="1948180"/>
                <a:ext cx="323850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44" name="墨迹 43"/>
              <p14:cNvContentPartPr/>
              <p14:nvPr/>
            </p14:nvContentPartPr>
            <p14:xfrm>
              <a:off x="6999605" y="2014855"/>
              <a:ext cx="124460" cy="36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72"/>
            </p:blipFill>
            <p:spPr>
              <a:xfrm>
                <a:off x="6999605" y="2014855"/>
                <a:ext cx="1244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5" name="墨迹 44"/>
              <p14:cNvContentPartPr/>
              <p14:nvPr/>
            </p14:nvContentPartPr>
            <p14:xfrm>
              <a:off x="5904865" y="1865630"/>
              <a:ext cx="1816735" cy="14922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74"/>
            </p:blipFill>
            <p:spPr>
              <a:xfrm>
                <a:off x="5904865" y="1865630"/>
                <a:ext cx="181673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6" name="墨迹 45"/>
              <p14:cNvContentPartPr/>
              <p14:nvPr/>
            </p14:nvContentPartPr>
            <p14:xfrm>
              <a:off x="7571740" y="1757680"/>
              <a:ext cx="174625" cy="17399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76"/>
            </p:blipFill>
            <p:spPr>
              <a:xfrm>
                <a:off x="7571740" y="1757680"/>
                <a:ext cx="17462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7" name="墨迹 46"/>
              <p14:cNvContentPartPr/>
              <p14:nvPr/>
            </p14:nvContentPartPr>
            <p14:xfrm>
              <a:off x="8053070" y="1765935"/>
              <a:ext cx="232410" cy="12446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78"/>
            </p:blipFill>
            <p:spPr>
              <a:xfrm>
                <a:off x="8053070" y="1765935"/>
                <a:ext cx="23241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8" name="墨迹 47"/>
              <p14:cNvContentPartPr/>
              <p14:nvPr/>
            </p14:nvContentPartPr>
            <p14:xfrm>
              <a:off x="8293735" y="1774190"/>
              <a:ext cx="198755" cy="14922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0"/>
            </p:blipFill>
            <p:spPr>
              <a:xfrm>
                <a:off x="8293735" y="1774190"/>
                <a:ext cx="19875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9" name="墨迹 48"/>
              <p14:cNvContentPartPr/>
              <p14:nvPr/>
            </p14:nvContentPartPr>
            <p14:xfrm>
              <a:off x="8467725" y="1765935"/>
              <a:ext cx="99695" cy="8318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82"/>
            </p:blipFill>
            <p:spPr>
              <a:xfrm>
                <a:off x="8467725" y="1765935"/>
                <a:ext cx="9969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50" name="墨迹 49"/>
              <p14:cNvContentPartPr/>
              <p14:nvPr/>
            </p14:nvContentPartPr>
            <p14:xfrm>
              <a:off x="8716645" y="1633220"/>
              <a:ext cx="91440" cy="23241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84"/>
            </p:blipFill>
            <p:spPr>
              <a:xfrm>
                <a:off x="8716645" y="1633220"/>
                <a:ext cx="91440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51" name="墨迹 50"/>
              <p14:cNvContentPartPr/>
              <p14:nvPr/>
            </p14:nvContentPartPr>
            <p14:xfrm>
              <a:off x="8799195" y="1798955"/>
              <a:ext cx="158115" cy="83185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86"/>
            </p:blipFill>
            <p:spPr>
              <a:xfrm>
                <a:off x="8799195" y="1798955"/>
                <a:ext cx="15811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52" name="墨迹 51"/>
              <p14:cNvContentPartPr/>
              <p14:nvPr/>
            </p14:nvContentPartPr>
            <p14:xfrm>
              <a:off x="8957310" y="1716405"/>
              <a:ext cx="513715" cy="132715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88"/>
            </p:blipFill>
            <p:spPr>
              <a:xfrm>
                <a:off x="8957310" y="1716405"/>
                <a:ext cx="51371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53" name="墨迹 52"/>
              <p14:cNvContentPartPr/>
              <p14:nvPr/>
            </p14:nvContentPartPr>
            <p14:xfrm>
              <a:off x="9529445" y="1865630"/>
              <a:ext cx="360" cy="1651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90"/>
            </p:blipFill>
            <p:spPr>
              <a:xfrm>
                <a:off x="9529445" y="1865630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54" name="墨迹 53"/>
              <p14:cNvContentPartPr/>
              <p14:nvPr/>
            </p14:nvContentPartPr>
            <p14:xfrm>
              <a:off x="9388475" y="1716405"/>
              <a:ext cx="506095" cy="135953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92"/>
            </p:blipFill>
            <p:spPr>
              <a:xfrm>
                <a:off x="9388475" y="1716405"/>
                <a:ext cx="506095" cy="1359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55" name="墨迹 54"/>
              <p14:cNvContentPartPr/>
              <p14:nvPr/>
            </p14:nvContentPartPr>
            <p14:xfrm>
              <a:off x="10151110" y="2180590"/>
              <a:ext cx="74930" cy="30670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94"/>
            </p:blipFill>
            <p:spPr>
              <a:xfrm>
                <a:off x="10151110" y="2180590"/>
                <a:ext cx="74930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56" name="墨迹 55"/>
              <p14:cNvContentPartPr/>
              <p14:nvPr/>
            </p14:nvContentPartPr>
            <p14:xfrm>
              <a:off x="10242550" y="2097405"/>
              <a:ext cx="182245" cy="15811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96"/>
            </p:blipFill>
            <p:spPr>
              <a:xfrm>
                <a:off x="10242550" y="2097405"/>
                <a:ext cx="182245" cy="158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57" name="墨迹 56"/>
              <p14:cNvContentPartPr/>
              <p14:nvPr/>
            </p14:nvContentPartPr>
            <p14:xfrm>
              <a:off x="10582910" y="2147570"/>
              <a:ext cx="16510" cy="36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98"/>
            </p:blipFill>
            <p:spPr>
              <a:xfrm>
                <a:off x="10582910" y="2147570"/>
                <a:ext cx="165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58" name="墨迹 57"/>
              <p14:cNvContentPartPr/>
              <p14:nvPr/>
            </p14:nvContentPartPr>
            <p14:xfrm>
              <a:off x="10466705" y="1923415"/>
              <a:ext cx="273685" cy="34036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00"/>
            </p:blipFill>
            <p:spPr>
              <a:xfrm>
                <a:off x="10466705" y="1923415"/>
                <a:ext cx="273685" cy="340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59" name="墨迹 58"/>
              <p14:cNvContentPartPr/>
              <p14:nvPr/>
            </p14:nvContentPartPr>
            <p14:xfrm>
              <a:off x="10591165" y="2114550"/>
              <a:ext cx="447675" cy="16573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02"/>
            </p:blipFill>
            <p:spPr>
              <a:xfrm>
                <a:off x="10591165" y="2114550"/>
                <a:ext cx="44767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60" name="墨迹 59"/>
              <p14:cNvContentPartPr/>
              <p14:nvPr/>
            </p14:nvContentPartPr>
            <p14:xfrm>
              <a:off x="11171555" y="2313305"/>
              <a:ext cx="16510" cy="1651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04"/>
            </p:blipFill>
            <p:spPr>
              <a:xfrm>
                <a:off x="11171555" y="2313305"/>
                <a:ext cx="1651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61" name="墨迹 60"/>
              <p14:cNvContentPartPr/>
              <p14:nvPr/>
            </p14:nvContentPartPr>
            <p14:xfrm>
              <a:off x="9985375" y="2653030"/>
              <a:ext cx="1261110" cy="2540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06"/>
            </p:blipFill>
            <p:spPr>
              <a:xfrm>
                <a:off x="9985375" y="2653030"/>
                <a:ext cx="126111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62" name="墨迹 61"/>
              <p14:cNvContentPartPr/>
              <p14:nvPr/>
            </p14:nvContentPartPr>
            <p14:xfrm>
              <a:off x="10134600" y="2794000"/>
              <a:ext cx="207645" cy="35687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08"/>
            </p:blipFill>
            <p:spPr>
              <a:xfrm>
                <a:off x="10134600" y="2794000"/>
                <a:ext cx="207645" cy="356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63" name="墨迹 62"/>
              <p14:cNvContentPartPr/>
              <p14:nvPr/>
            </p14:nvContentPartPr>
            <p14:xfrm>
              <a:off x="10109835" y="3059430"/>
              <a:ext cx="281940" cy="11620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10"/>
            </p:blipFill>
            <p:spPr>
              <a:xfrm>
                <a:off x="10109835" y="3059430"/>
                <a:ext cx="28194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64" name="墨迹 63"/>
              <p14:cNvContentPartPr/>
              <p14:nvPr/>
            </p14:nvContentPartPr>
            <p14:xfrm>
              <a:off x="9761855" y="3357880"/>
              <a:ext cx="149225" cy="22415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12"/>
            </p:blipFill>
            <p:spPr>
              <a:xfrm>
                <a:off x="9761855" y="3357880"/>
                <a:ext cx="14922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65" name="墨迹 64"/>
              <p14:cNvContentPartPr/>
              <p14:nvPr/>
            </p14:nvContentPartPr>
            <p14:xfrm>
              <a:off x="9927590" y="3408045"/>
              <a:ext cx="132715" cy="12446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14"/>
            </p:blipFill>
            <p:spPr>
              <a:xfrm>
                <a:off x="9927590" y="3408045"/>
                <a:ext cx="13271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66" name="墨迹 65"/>
              <p14:cNvContentPartPr/>
              <p14:nvPr/>
            </p14:nvContentPartPr>
            <p14:xfrm>
              <a:off x="10093325" y="3242310"/>
              <a:ext cx="173990" cy="273685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116"/>
            </p:blipFill>
            <p:spPr>
              <a:xfrm>
                <a:off x="10093325" y="3242310"/>
                <a:ext cx="17399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67" name="墨迹 66"/>
              <p14:cNvContentPartPr/>
              <p14:nvPr/>
            </p14:nvContentPartPr>
            <p14:xfrm>
              <a:off x="10242550" y="3424555"/>
              <a:ext cx="173990" cy="7493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118"/>
            </p:blipFill>
            <p:spPr>
              <a:xfrm>
                <a:off x="10242550" y="3424555"/>
                <a:ext cx="17399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68" name="墨迹 67"/>
              <p14:cNvContentPartPr/>
              <p14:nvPr/>
            </p14:nvContentPartPr>
            <p14:xfrm>
              <a:off x="10283825" y="3432810"/>
              <a:ext cx="315595" cy="33972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20"/>
            </p:blipFill>
            <p:spPr>
              <a:xfrm>
                <a:off x="10283825" y="3432810"/>
                <a:ext cx="315595" cy="339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1" p14:bwMode="auto">
            <p14:nvContentPartPr>
              <p14:cNvPr id="69" name="墨迹 68"/>
              <p14:cNvContentPartPr/>
              <p14:nvPr/>
            </p14:nvContentPartPr>
            <p14:xfrm>
              <a:off x="10483215" y="3424555"/>
              <a:ext cx="464185" cy="207010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22"/>
            </p:blipFill>
            <p:spPr>
              <a:xfrm>
                <a:off x="10483215" y="3424555"/>
                <a:ext cx="46418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3" p14:bwMode="auto">
            <p14:nvContentPartPr>
              <p14:cNvPr id="70" name="墨迹 69"/>
              <p14:cNvContentPartPr/>
              <p14:nvPr/>
            </p14:nvContentPartPr>
            <p14:xfrm>
              <a:off x="10864850" y="3490595"/>
              <a:ext cx="165735" cy="33655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24"/>
            </p:blipFill>
            <p:spPr>
              <a:xfrm>
                <a:off x="10864850" y="3490595"/>
                <a:ext cx="16573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5" p14:bwMode="auto">
            <p14:nvContentPartPr>
              <p14:cNvPr id="71" name="墨迹 70"/>
              <p14:cNvContentPartPr/>
              <p14:nvPr/>
            </p14:nvContentPartPr>
            <p14:xfrm>
              <a:off x="11287760" y="2819400"/>
              <a:ext cx="173990" cy="47244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26"/>
            </p:blipFill>
            <p:spPr>
              <a:xfrm>
                <a:off x="11287760" y="2819400"/>
                <a:ext cx="173990" cy="472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7" p14:bwMode="auto">
            <p14:nvContentPartPr>
              <p14:cNvPr id="72" name="墨迹 71"/>
              <p14:cNvContentPartPr/>
              <p14:nvPr/>
            </p14:nvContentPartPr>
            <p14:xfrm>
              <a:off x="11287760" y="3200400"/>
              <a:ext cx="331470" cy="83185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28"/>
            </p:blipFill>
            <p:spPr>
              <a:xfrm>
                <a:off x="11287760" y="3200400"/>
                <a:ext cx="331470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9" p14:bwMode="auto">
            <p14:nvContentPartPr>
              <p14:cNvPr id="73" name="墨迹 72"/>
              <p14:cNvContentPartPr/>
              <p14:nvPr/>
            </p14:nvContentPartPr>
            <p14:xfrm>
              <a:off x="11271250" y="3540760"/>
              <a:ext cx="99060" cy="157480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30"/>
            </p:blipFill>
            <p:spPr>
              <a:xfrm>
                <a:off x="11271250" y="3540760"/>
                <a:ext cx="9906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1" p14:bwMode="auto">
            <p14:nvContentPartPr>
              <p14:cNvPr id="74" name="墨迹 73"/>
              <p14:cNvContentPartPr/>
              <p14:nvPr/>
            </p14:nvContentPartPr>
            <p14:xfrm>
              <a:off x="11445240" y="3582035"/>
              <a:ext cx="83185" cy="10795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32"/>
            </p:blipFill>
            <p:spPr>
              <a:xfrm>
                <a:off x="11445240" y="3582035"/>
                <a:ext cx="8318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3" p14:bwMode="auto">
            <p14:nvContentPartPr>
              <p14:cNvPr id="75" name="墨迹 74"/>
              <p14:cNvContentPartPr/>
              <p14:nvPr/>
            </p14:nvContentPartPr>
            <p14:xfrm>
              <a:off x="11520170" y="3465830"/>
              <a:ext cx="256540" cy="24892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34"/>
            </p:blipFill>
            <p:spPr>
              <a:xfrm>
                <a:off x="11520170" y="3465830"/>
                <a:ext cx="25654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5" p14:bwMode="auto">
            <p14:nvContentPartPr>
              <p14:cNvPr id="76" name="墨迹 75"/>
              <p14:cNvContentPartPr/>
              <p14:nvPr/>
            </p14:nvContentPartPr>
            <p14:xfrm>
              <a:off x="11810365" y="3565525"/>
              <a:ext cx="281940" cy="265430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36"/>
            </p:blipFill>
            <p:spPr>
              <a:xfrm>
                <a:off x="11810365" y="3565525"/>
                <a:ext cx="281940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7" p14:bwMode="auto">
            <p14:nvContentPartPr>
              <p14:cNvPr id="77" name="墨迹 76"/>
              <p14:cNvContentPartPr/>
              <p14:nvPr/>
            </p14:nvContentPartPr>
            <p14:xfrm>
              <a:off x="12092305" y="3847465"/>
              <a:ext cx="360" cy="16510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90"/>
            </p:blipFill>
            <p:spPr>
              <a:xfrm>
                <a:off x="12092305" y="3847465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8" p14:bwMode="auto">
            <p14:nvContentPartPr>
              <p14:cNvPr id="78" name="墨迹 77"/>
              <p14:cNvContentPartPr/>
              <p14:nvPr/>
            </p14:nvContentPartPr>
            <p14:xfrm>
              <a:off x="1285240" y="1840865"/>
              <a:ext cx="1891030" cy="49530"/>
            </p14:xfrm>
          </p:contentPart>
        </mc:Choice>
        <mc:Fallback xmlns="">
          <p:pic>
            <p:nvPicPr>
              <p:cNvPr id="78" name="墨迹 77"/>
            </p:nvPicPr>
            <p:blipFill>
              <a:blip r:embed="rId139"/>
            </p:blipFill>
            <p:spPr>
              <a:xfrm>
                <a:off x="1285240" y="1840865"/>
                <a:ext cx="189103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0" p14:bwMode="auto">
            <p14:nvContentPartPr>
              <p14:cNvPr id="79" name="墨迹 78"/>
              <p14:cNvContentPartPr/>
              <p14:nvPr/>
            </p14:nvContentPartPr>
            <p14:xfrm>
              <a:off x="5208270" y="1367790"/>
              <a:ext cx="1152525" cy="738505"/>
            </p14:xfrm>
          </p:contentPart>
        </mc:Choice>
        <mc:Fallback xmlns="">
          <p:pic>
            <p:nvPicPr>
              <p:cNvPr id="79" name="墨迹 78"/>
            </p:nvPicPr>
            <p:blipFill>
              <a:blip r:embed="rId141"/>
            </p:blipFill>
            <p:spPr>
              <a:xfrm>
                <a:off x="5208270" y="1367790"/>
                <a:ext cx="1152525" cy="738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2" p14:bwMode="auto">
            <p14:nvContentPartPr>
              <p14:cNvPr id="80" name="墨迹 79"/>
              <p14:cNvContentPartPr/>
              <p14:nvPr/>
            </p14:nvContentPartPr>
            <p14:xfrm>
              <a:off x="4934585" y="1865630"/>
              <a:ext cx="455930" cy="563880"/>
            </p14:xfrm>
          </p:contentPart>
        </mc:Choice>
        <mc:Fallback xmlns="">
          <p:pic>
            <p:nvPicPr>
              <p:cNvPr id="80" name="墨迹 79"/>
            </p:nvPicPr>
            <p:blipFill>
              <a:blip r:embed="rId143"/>
            </p:blipFill>
            <p:spPr>
              <a:xfrm>
                <a:off x="4934585" y="1865630"/>
                <a:ext cx="455930" cy="563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4" p14:bwMode="auto">
            <p14:nvContentPartPr>
              <p14:cNvPr id="81" name="墨迹 80"/>
              <p14:cNvContentPartPr/>
              <p14:nvPr/>
            </p14:nvContentPartPr>
            <p14:xfrm>
              <a:off x="4801870" y="2305050"/>
              <a:ext cx="248920" cy="157480"/>
            </p14:xfrm>
          </p:contentPart>
        </mc:Choice>
        <mc:Fallback xmlns="">
          <p:pic>
            <p:nvPicPr>
              <p:cNvPr id="81" name="墨迹 80"/>
            </p:nvPicPr>
            <p:blipFill>
              <a:blip r:embed="rId145"/>
            </p:blipFill>
            <p:spPr>
              <a:xfrm>
                <a:off x="4801870" y="2305050"/>
                <a:ext cx="24892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6" p14:bwMode="auto">
            <p14:nvContentPartPr>
              <p14:cNvPr id="82" name="墨迹 81"/>
              <p14:cNvContentPartPr/>
              <p14:nvPr/>
            </p14:nvContentPartPr>
            <p14:xfrm>
              <a:off x="2404745" y="721360"/>
              <a:ext cx="5640070" cy="1218565"/>
            </p14:xfrm>
          </p:contentPart>
        </mc:Choice>
        <mc:Fallback xmlns="">
          <p:pic>
            <p:nvPicPr>
              <p:cNvPr id="82" name="墨迹 81"/>
            </p:nvPicPr>
            <p:blipFill>
              <a:blip r:embed="rId147"/>
            </p:blipFill>
            <p:spPr>
              <a:xfrm>
                <a:off x="2404745" y="721360"/>
                <a:ext cx="5640070" cy="1218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8" p14:bwMode="auto">
            <p14:nvContentPartPr>
              <p14:cNvPr id="83" name="墨迹 82"/>
              <p14:cNvContentPartPr/>
              <p14:nvPr/>
            </p14:nvContentPartPr>
            <p14:xfrm>
              <a:off x="7887335" y="1359535"/>
              <a:ext cx="671830" cy="414655"/>
            </p14:xfrm>
          </p:contentPart>
        </mc:Choice>
        <mc:Fallback xmlns="">
          <p:pic>
            <p:nvPicPr>
              <p:cNvPr id="83" name="墨迹 82"/>
            </p:nvPicPr>
            <p:blipFill>
              <a:blip r:embed="rId149"/>
            </p:blipFill>
            <p:spPr>
              <a:xfrm>
                <a:off x="7887335" y="1359535"/>
                <a:ext cx="671830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0" p14:bwMode="auto">
            <p14:nvContentPartPr>
              <p14:cNvPr id="84" name="墨迹 83"/>
              <p14:cNvContentPartPr/>
              <p14:nvPr/>
            </p14:nvContentPartPr>
            <p14:xfrm>
              <a:off x="4221480" y="1807210"/>
              <a:ext cx="6435725" cy="970280"/>
            </p14:xfrm>
          </p:contentPart>
        </mc:Choice>
        <mc:Fallback xmlns="">
          <p:pic>
            <p:nvPicPr>
              <p:cNvPr id="84" name="墨迹 83"/>
            </p:nvPicPr>
            <p:blipFill>
              <a:blip r:embed="rId151"/>
            </p:blipFill>
            <p:spPr>
              <a:xfrm>
                <a:off x="4221480" y="1807210"/>
                <a:ext cx="6435725" cy="970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2" p14:bwMode="auto">
            <p14:nvContentPartPr>
              <p14:cNvPr id="85" name="墨迹 84"/>
              <p14:cNvContentPartPr/>
              <p14:nvPr/>
            </p14:nvContentPartPr>
            <p14:xfrm>
              <a:off x="10532745" y="2520950"/>
              <a:ext cx="240665" cy="414020"/>
            </p14:xfrm>
          </p:contentPart>
        </mc:Choice>
        <mc:Fallback xmlns="">
          <p:pic>
            <p:nvPicPr>
              <p:cNvPr id="85" name="墨迹 84"/>
            </p:nvPicPr>
            <p:blipFill>
              <a:blip r:embed="rId153"/>
            </p:blipFill>
            <p:spPr>
              <a:xfrm>
                <a:off x="10532745" y="2520950"/>
                <a:ext cx="240665" cy="414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4" p14:bwMode="auto">
            <p14:nvContentPartPr>
              <p14:cNvPr id="86" name="墨迹 85"/>
              <p14:cNvContentPartPr/>
              <p14:nvPr/>
            </p14:nvContentPartPr>
            <p14:xfrm>
              <a:off x="5026025" y="3623310"/>
              <a:ext cx="3449955" cy="265430"/>
            </p14:xfrm>
          </p:contentPart>
        </mc:Choice>
        <mc:Fallback xmlns="">
          <p:pic>
            <p:nvPicPr>
              <p:cNvPr id="86" name="墨迹 85"/>
            </p:nvPicPr>
            <p:blipFill>
              <a:blip r:embed="rId155"/>
            </p:blipFill>
            <p:spPr>
              <a:xfrm>
                <a:off x="5026025" y="3623310"/>
                <a:ext cx="3449955" cy="26543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一张图看懂：三个控制杠杆，一个学习器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调度不是单一模块，而是贯穿 Agent 全轨迹的控制问题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02</a:t>
            </a:r>
            <a:endParaRPr lang="zh-CN" sz="850"/>
          </a:p>
        </p:txBody>
      </p:sp>
      <p:sp>
        <p:nvSpPr>
          <p:cNvPr id="10" name="Shape 10"/>
          <p:cNvSpPr/>
          <p:nvPr>
            <p:custDataLst>
              <p:tags r:id="rId1"/>
            </p:custDataLst>
          </p:nvPr>
        </p:nvSpPr>
        <p:spPr>
          <a:xfrm>
            <a:off x="685800" y="1755648"/>
            <a:ext cx="34747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>
            <p:custDataLst>
              <p:tags r:id="rId2"/>
            </p:custDataLst>
          </p:nvPr>
        </p:nvSpPr>
        <p:spPr>
          <a:xfrm>
            <a:off x="685800" y="1755648"/>
            <a:ext cx="109728" cy="246888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>
            <p:custDataLst>
              <p:tags r:id="rId3"/>
            </p:custDataLst>
          </p:nvPr>
        </p:nvSpPr>
        <p:spPr>
          <a:xfrm>
            <a:off x="941832" y="190195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策略 / Policy</a:t>
            </a:r>
            <a:endParaRPr lang="zh-CN" sz="1400"/>
          </a:p>
        </p:txBody>
      </p:sp>
      <p:sp>
        <p:nvSpPr>
          <p:cNvPr id="13" name="Text 13"/>
          <p:cNvSpPr txBox="1"/>
          <p:nvPr>
            <p:custDataLst>
              <p:tags r:id="rId4"/>
            </p:custDataLst>
          </p:nvPr>
        </p:nvSpPr>
        <p:spPr>
          <a:xfrm>
            <a:off x="941832" y="2267712"/>
            <a:ext cx="3035808" cy="18470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选什么动作、工具或模型调用</a:t>
            </a:r>
            <a:endParaRPr lang="zh-CN" sz="1420"/>
          </a:p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优化决策质量与调用时机</a:t>
            </a:r>
            <a:endParaRPr lang="zh-CN" sz="1420"/>
          </a:p>
        </p:txBody>
      </p:sp>
      <p:sp>
        <p:nvSpPr>
          <p:cNvPr id="14" name="Shape 14"/>
          <p:cNvSpPr/>
          <p:nvPr>
            <p:custDataLst>
              <p:tags r:id="rId5"/>
            </p:custDataLst>
          </p:nvPr>
        </p:nvSpPr>
        <p:spPr>
          <a:xfrm>
            <a:off x="4343400" y="1755648"/>
            <a:ext cx="34747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>
            <p:custDataLst>
              <p:tags r:id="rId6"/>
            </p:custDataLst>
          </p:nvPr>
        </p:nvSpPr>
        <p:spPr>
          <a:xfrm>
            <a:off x="4343400" y="1755648"/>
            <a:ext cx="109728" cy="246888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>
            <p:custDataLst>
              <p:tags r:id="rId7"/>
            </p:custDataLst>
          </p:nvPr>
        </p:nvSpPr>
        <p:spPr>
          <a:xfrm>
            <a:off x="4599432" y="190195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记忆 / Memory</a:t>
            </a:r>
            <a:endParaRPr lang="zh-CN" sz="1400"/>
          </a:p>
        </p:txBody>
      </p:sp>
      <p:sp>
        <p:nvSpPr>
          <p:cNvPr id="17" name="Text 17"/>
          <p:cNvSpPr txBox="1"/>
          <p:nvPr>
            <p:custDataLst>
              <p:tags r:id="rId8"/>
            </p:custDataLst>
          </p:nvPr>
        </p:nvSpPr>
        <p:spPr>
          <a:xfrm>
            <a:off x="4599432" y="2267712"/>
            <a:ext cx="3035808" cy="18470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保留、压缩、删除或回放什么状态</a:t>
            </a:r>
            <a:endParaRPr lang="zh-CN" sz="1420"/>
          </a:p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控制上下文增长与证据可达性</a:t>
            </a:r>
            <a:endParaRPr lang="zh-CN" sz="1420"/>
          </a:p>
        </p:txBody>
      </p:sp>
      <p:sp>
        <p:nvSpPr>
          <p:cNvPr id="18" name="Shape 18"/>
          <p:cNvSpPr/>
          <p:nvPr>
            <p:custDataLst>
              <p:tags r:id="rId9"/>
            </p:custDataLst>
          </p:nvPr>
        </p:nvSpPr>
        <p:spPr>
          <a:xfrm>
            <a:off x="8001000" y="1755648"/>
            <a:ext cx="34747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>
            <p:custDataLst>
              <p:tags r:id="rId10"/>
            </p:custDataLst>
          </p:nvPr>
        </p:nvSpPr>
        <p:spPr>
          <a:xfrm>
            <a:off x="8001000" y="1755648"/>
            <a:ext cx="109728" cy="246888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>
            <p:custDataLst>
              <p:tags r:id="rId11"/>
            </p:custDataLst>
          </p:nvPr>
        </p:nvSpPr>
        <p:spPr>
          <a:xfrm>
            <a:off x="8257032" y="190195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拓扑 / Graph</a:t>
            </a:r>
            <a:endParaRPr lang="zh-CN" sz="1400"/>
          </a:p>
        </p:txBody>
      </p:sp>
      <p:sp>
        <p:nvSpPr>
          <p:cNvPr id="21" name="Text 21"/>
          <p:cNvSpPr txBox="1"/>
          <p:nvPr>
            <p:custDataLst>
              <p:tags r:id="rId12"/>
            </p:custDataLst>
          </p:nvPr>
        </p:nvSpPr>
        <p:spPr>
          <a:xfrm>
            <a:off x="8257032" y="2267712"/>
            <a:ext cx="3035808" cy="184708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激活哪些 Agent、如何连接、何时停止</a:t>
            </a:r>
            <a:endParaRPr lang="zh-CN" sz="1420"/>
          </a:p>
          <a:p>
            <a:pPr algn="l"/>
            <a:r>
              <a:rPr lang="zh-CN" sz="14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控制并行度、通信与执行顺序</a:t>
            </a:r>
            <a:endParaRPr lang="zh-CN" sz="1420"/>
          </a:p>
        </p:txBody>
      </p:sp>
      <p:sp>
        <p:nvSpPr>
          <p:cNvPr id="22" name="Shape 22"/>
          <p:cNvSpPr/>
          <p:nvPr/>
        </p:nvSpPr>
        <p:spPr>
          <a:xfrm>
            <a:off x="960120" y="4828032"/>
            <a:ext cx="10287000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216152" y="505663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RL 正在成为共同优化器：用可验证结果反向学习工具调用、记忆编辑与通信图。</a:t>
            </a:r>
            <a:endParaRPr lang="zh-CN" sz="1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8" name="墨迹 7"/>
              <p14:cNvContentPartPr/>
              <p14:nvPr/>
            </p14:nvContentPartPr>
            <p14:xfrm>
              <a:off x="2230755" y="2404745"/>
              <a:ext cx="24765" cy="3302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4"/>
            </p:blipFill>
            <p:spPr>
              <a:xfrm>
                <a:off x="2230755" y="2404745"/>
                <a:ext cx="2476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9" name="墨迹 8"/>
              <p14:cNvContentPartPr/>
              <p14:nvPr/>
            </p14:nvContentPartPr>
            <p14:xfrm>
              <a:off x="1699895" y="2462530"/>
              <a:ext cx="1327150" cy="9969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6"/>
            </p:blipFill>
            <p:spPr>
              <a:xfrm>
                <a:off x="1699895" y="2462530"/>
                <a:ext cx="132715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4" name="墨迹 23"/>
              <p14:cNvContentPartPr/>
              <p14:nvPr/>
            </p14:nvContentPartPr>
            <p14:xfrm>
              <a:off x="1882140" y="2719705"/>
              <a:ext cx="1128395" cy="12446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8"/>
            </p:blipFill>
            <p:spPr>
              <a:xfrm>
                <a:off x="1882140" y="2719705"/>
                <a:ext cx="112839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5" name="墨迹 24"/>
              <p14:cNvContentPartPr/>
              <p14:nvPr/>
            </p14:nvContentPartPr>
            <p14:xfrm>
              <a:off x="5233035" y="2139315"/>
              <a:ext cx="895985" cy="4127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0"/>
            </p:blipFill>
            <p:spPr>
              <a:xfrm>
                <a:off x="5233035" y="2139315"/>
                <a:ext cx="89598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6" name="墨迹 25"/>
              <p14:cNvContentPartPr/>
              <p14:nvPr/>
            </p14:nvContentPartPr>
            <p14:xfrm>
              <a:off x="8185785" y="2155825"/>
              <a:ext cx="1302385" cy="17399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2"/>
            </p:blipFill>
            <p:spPr>
              <a:xfrm>
                <a:off x="8185785" y="2155825"/>
                <a:ext cx="130238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7" name="墨迹 26"/>
              <p14:cNvContentPartPr/>
              <p14:nvPr/>
            </p14:nvContentPartPr>
            <p14:xfrm>
              <a:off x="8849360" y="2537460"/>
              <a:ext cx="1550670" cy="13271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4"/>
            </p:blipFill>
            <p:spPr>
              <a:xfrm>
                <a:off x="8849360" y="2537460"/>
                <a:ext cx="155067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8" name="墨迹 27"/>
              <p14:cNvContentPartPr/>
              <p14:nvPr/>
            </p14:nvContentPartPr>
            <p14:xfrm>
              <a:off x="8418195" y="2993390"/>
              <a:ext cx="1948815" cy="5778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6"/>
            </p:blipFill>
            <p:spPr>
              <a:xfrm>
                <a:off x="8418195" y="2993390"/>
                <a:ext cx="1948815" cy="577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统一控制循环：从一次回答变成长期 POMDP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状态不可完全观察、动作跨越多个系统层、奖励延迟到轨迹末端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03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874520"/>
            <a:ext cx="1993392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观察：任务/环境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87452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17296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状态：记忆/证据/预算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87452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55040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调度策略 π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87452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92784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动作：调用/编辑/连边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9811512" y="224942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10195560" y="1874520"/>
            <a:ext cx="1993392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305288" y="21031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反馈：结果/成本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713232" y="3310128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13232" y="3310128"/>
            <a:ext cx="109728" cy="150876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69264" y="3456432"/>
            <a:ext cx="289864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从 Reasoning RL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969264" y="3822192"/>
            <a:ext cx="289864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约 500-token 推理轨迹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以最终答案正确性为奖励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GRPO 等组相对更新</a:t>
            </a:r>
            <a:endParaRPr lang="zh-CN" sz="1300"/>
          </a:p>
        </p:txBody>
      </p:sp>
      <p:sp>
        <p:nvSpPr>
          <p:cNvPr id="28" name="Shape 28"/>
          <p:cNvSpPr/>
          <p:nvPr/>
        </p:nvSpPr>
        <p:spPr>
          <a:xfrm>
            <a:off x="4425696" y="3310128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9" name="Shape 29"/>
          <p:cNvSpPr/>
          <p:nvPr/>
        </p:nvSpPr>
        <p:spPr>
          <a:xfrm>
            <a:off x="4425696" y="3310128"/>
            <a:ext cx="109728" cy="150876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4681728" y="3456432"/>
            <a:ext cx="289864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到 Agentic RL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4681728" y="3822192"/>
            <a:ext cx="289864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多轮环境交互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100K–1M-token 轨迹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工具与环境改变后续状态</a:t>
            </a:r>
            <a:endParaRPr lang="zh-CN" sz="1300"/>
          </a:p>
        </p:txBody>
      </p:sp>
      <p:sp>
        <p:nvSpPr>
          <p:cNvPr id="32" name="Shape 32"/>
          <p:cNvSpPr/>
          <p:nvPr/>
        </p:nvSpPr>
        <p:spPr>
          <a:xfrm>
            <a:off x="8138160" y="3310128"/>
            <a:ext cx="333756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33" name="Shape 33"/>
          <p:cNvSpPr/>
          <p:nvPr/>
        </p:nvSpPr>
        <p:spPr>
          <a:xfrm>
            <a:off x="8138160" y="3310128"/>
            <a:ext cx="109728" cy="150876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394192" y="3456432"/>
            <a:ext cx="289864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核心瓶颈</a:t>
            </a:r>
            <a:endParaRPr lang="zh-CN" sz="1400"/>
          </a:p>
        </p:txBody>
      </p:sp>
      <p:sp>
        <p:nvSpPr>
          <p:cNvPr id="35" name="Text 35"/>
          <p:cNvSpPr txBox="1"/>
          <p:nvPr/>
        </p:nvSpPr>
        <p:spPr>
          <a:xfrm>
            <a:off x="8394192" y="3822192"/>
            <a:ext cx="2898648" cy="8869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终局奖励过于稀疏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早期动作难以归因</a:t>
            </a:r>
            <a:endParaRPr lang="zh-CN" sz="1300"/>
          </a:p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成本与正确性必须联合优化</a:t>
            </a:r>
            <a:endParaRPr lang="zh-CN" sz="13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1360170" y="1136015"/>
              <a:ext cx="1384935" cy="1905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1360170" y="1136015"/>
                <a:ext cx="138493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3408680" y="1110615"/>
              <a:ext cx="1699895" cy="1244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3408680" y="1110615"/>
                <a:ext cx="169989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6" name="墨迹 35"/>
              <p14:cNvContentPartPr/>
              <p14:nvPr/>
            </p14:nvContentPartPr>
            <p14:xfrm>
              <a:off x="5233035" y="1152525"/>
              <a:ext cx="2264410" cy="19875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"/>
            </p:blipFill>
            <p:spPr>
              <a:xfrm>
                <a:off x="5233035" y="1152525"/>
                <a:ext cx="226441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7" name="墨迹 36"/>
              <p14:cNvContentPartPr/>
              <p14:nvPr/>
            </p14:nvContentPartPr>
            <p14:xfrm>
              <a:off x="704850" y="1467485"/>
              <a:ext cx="1194435" cy="9969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8"/>
            </p:blipFill>
            <p:spPr>
              <a:xfrm>
                <a:off x="704850" y="1467485"/>
                <a:ext cx="1194435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8" name="墨迹 37"/>
              <p14:cNvContentPartPr/>
              <p14:nvPr/>
            </p14:nvContentPartPr>
            <p14:xfrm>
              <a:off x="3690620" y="1434465"/>
              <a:ext cx="1384935" cy="7429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10"/>
            </p:blipFill>
            <p:spPr>
              <a:xfrm>
                <a:off x="3690620" y="1434465"/>
                <a:ext cx="1384935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9" name="墨迹 38"/>
              <p14:cNvContentPartPr/>
              <p14:nvPr/>
            </p14:nvContentPartPr>
            <p14:xfrm>
              <a:off x="2122805" y="1475740"/>
              <a:ext cx="1418590" cy="7493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12"/>
            </p:blipFill>
            <p:spPr>
              <a:xfrm>
                <a:off x="2122805" y="1475740"/>
                <a:ext cx="141859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40" name="墨迹 39"/>
              <p14:cNvContentPartPr/>
              <p14:nvPr/>
            </p14:nvContentPartPr>
            <p14:xfrm>
              <a:off x="1202055" y="2844165"/>
              <a:ext cx="9902825" cy="198755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14"/>
            </p:blipFill>
            <p:spPr>
              <a:xfrm>
                <a:off x="1202055" y="2844165"/>
                <a:ext cx="9902825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41" name="墨迹 40"/>
              <p14:cNvContentPartPr/>
              <p14:nvPr/>
            </p14:nvContentPartPr>
            <p14:xfrm>
              <a:off x="5216525" y="1865630"/>
              <a:ext cx="1501140" cy="69659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16"/>
            </p:blipFill>
            <p:spPr>
              <a:xfrm>
                <a:off x="5216525" y="1865630"/>
                <a:ext cx="1501140" cy="696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42" name="墨迹 41"/>
              <p14:cNvContentPartPr/>
              <p14:nvPr/>
            </p14:nvContentPartPr>
            <p14:xfrm>
              <a:off x="3723640" y="1467485"/>
              <a:ext cx="704850" cy="6604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18"/>
            </p:blipFill>
            <p:spPr>
              <a:xfrm>
                <a:off x="3723640" y="1467485"/>
                <a:ext cx="704850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43" name="墨迹 42"/>
              <p14:cNvContentPartPr/>
              <p14:nvPr/>
            </p14:nvContentPartPr>
            <p14:xfrm>
              <a:off x="2976880" y="5066665"/>
              <a:ext cx="182880" cy="32321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20"/>
            </p:blipFill>
            <p:spPr>
              <a:xfrm>
                <a:off x="2976880" y="5066665"/>
                <a:ext cx="182880" cy="32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44" name="墨迹 43"/>
              <p14:cNvContentPartPr/>
              <p14:nvPr/>
            </p14:nvContentPartPr>
            <p14:xfrm>
              <a:off x="3201035" y="5091430"/>
              <a:ext cx="489585" cy="22352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22"/>
            </p:blipFill>
            <p:spPr>
              <a:xfrm>
                <a:off x="3201035" y="5091430"/>
                <a:ext cx="48958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45" name="墨迹 44"/>
              <p14:cNvContentPartPr/>
              <p14:nvPr/>
            </p14:nvContentPartPr>
            <p14:xfrm>
              <a:off x="3756660" y="4759960"/>
              <a:ext cx="356870" cy="44767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24"/>
            </p:blipFill>
            <p:spPr>
              <a:xfrm>
                <a:off x="3756660" y="4759960"/>
                <a:ext cx="356870" cy="447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46" name="墨迹 45"/>
              <p14:cNvContentPartPr/>
              <p14:nvPr/>
            </p14:nvContentPartPr>
            <p14:xfrm>
              <a:off x="4295775" y="4776470"/>
              <a:ext cx="332105" cy="43116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26"/>
            </p:blipFill>
            <p:spPr>
              <a:xfrm>
                <a:off x="4295775" y="4776470"/>
                <a:ext cx="332105" cy="431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47" name="墨迹 46"/>
              <p14:cNvContentPartPr/>
              <p14:nvPr/>
            </p14:nvContentPartPr>
            <p14:xfrm>
              <a:off x="4677410" y="4950460"/>
              <a:ext cx="190500" cy="19875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28"/>
            </p:blipFill>
            <p:spPr>
              <a:xfrm>
                <a:off x="4677410" y="4950460"/>
                <a:ext cx="19050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48" name="墨迹 47"/>
              <p14:cNvContentPartPr/>
              <p14:nvPr/>
            </p14:nvContentPartPr>
            <p14:xfrm>
              <a:off x="4752340" y="4983480"/>
              <a:ext cx="140970" cy="20764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30"/>
            </p:blipFill>
            <p:spPr>
              <a:xfrm>
                <a:off x="4752340" y="4983480"/>
                <a:ext cx="14097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49" name="墨迹 48"/>
              <p14:cNvContentPartPr/>
              <p14:nvPr/>
            </p14:nvContentPartPr>
            <p14:xfrm>
              <a:off x="1276985" y="3623310"/>
              <a:ext cx="1219200" cy="10795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32"/>
            </p:blipFill>
            <p:spPr>
              <a:xfrm>
                <a:off x="1276985" y="3623310"/>
                <a:ext cx="121920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50" name="墨迹 49"/>
              <p14:cNvContentPartPr/>
              <p14:nvPr/>
            </p14:nvContentPartPr>
            <p14:xfrm>
              <a:off x="1144270" y="3955415"/>
              <a:ext cx="1492885" cy="11620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34"/>
            </p:blipFill>
            <p:spPr>
              <a:xfrm>
                <a:off x="1144270" y="3955415"/>
                <a:ext cx="149288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51" name="墨迹 50"/>
              <p14:cNvContentPartPr/>
              <p14:nvPr/>
            </p14:nvContentPartPr>
            <p14:xfrm>
              <a:off x="5059045" y="3582035"/>
              <a:ext cx="895350" cy="14097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36"/>
            </p:blipFill>
            <p:spPr>
              <a:xfrm>
                <a:off x="5059045" y="3582035"/>
                <a:ext cx="89535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52" name="墨迹 51"/>
              <p14:cNvContentPartPr/>
              <p14:nvPr/>
            </p14:nvContentPartPr>
            <p14:xfrm>
              <a:off x="4810125" y="4037965"/>
              <a:ext cx="755015" cy="83185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38"/>
            </p:blipFill>
            <p:spPr>
              <a:xfrm>
                <a:off x="4810125" y="4037965"/>
                <a:ext cx="75501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53" name="墨迹 52"/>
              <p14:cNvContentPartPr/>
              <p14:nvPr/>
            </p14:nvContentPartPr>
            <p14:xfrm>
              <a:off x="5050790" y="4436110"/>
              <a:ext cx="1683385" cy="7493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40"/>
            </p:blipFill>
            <p:spPr>
              <a:xfrm>
                <a:off x="5050790" y="4436110"/>
                <a:ext cx="168338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54" name="墨迹 53"/>
              <p14:cNvContentPartPr/>
              <p14:nvPr/>
            </p14:nvContentPartPr>
            <p14:xfrm>
              <a:off x="8475980" y="3963670"/>
              <a:ext cx="829310" cy="6604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42"/>
            </p:blipFill>
            <p:spPr>
              <a:xfrm>
                <a:off x="8475980" y="3963670"/>
                <a:ext cx="829310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55" name="墨迹 54"/>
              <p14:cNvContentPartPr/>
              <p14:nvPr/>
            </p14:nvContentPartPr>
            <p14:xfrm>
              <a:off x="5904865" y="3623310"/>
              <a:ext cx="2861310" cy="248920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44"/>
            </p:blipFill>
            <p:spPr>
              <a:xfrm>
                <a:off x="5904865" y="3623310"/>
                <a:ext cx="286131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56" name="墨迹 55"/>
              <p14:cNvContentPartPr/>
              <p14:nvPr/>
            </p14:nvContentPartPr>
            <p14:xfrm>
              <a:off x="5863590" y="3731260"/>
              <a:ext cx="232410" cy="20764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46"/>
            </p:blipFill>
            <p:spPr>
              <a:xfrm>
                <a:off x="5863590" y="3731260"/>
                <a:ext cx="232410" cy="2076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策略优化：让 Agent 学会何时、如何、调用什么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主流范式是结果可验证的端到端轨迹优化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04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1664208"/>
            <a:ext cx="109728" cy="333756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ARTIST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Agent 推理 + 工具使用 + GRPO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屏蔽工具输出 token 的训练损失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模型学习调用决策，而非复述工具结果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代表结果：数学任务约 +22% 绝对提升</a:t>
            </a:r>
            <a:endParaRPr lang="zh-CN" sz="1320"/>
          </a:p>
        </p:txBody>
      </p:sp>
      <p:sp>
        <p:nvSpPr>
          <p:cNvPr id="14" name="Shape 14"/>
          <p:cNvSpPr/>
          <p:nvPr/>
        </p:nvSpPr>
        <p:spPr>
          <a:xfrm>
            <a:off x="4379976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79976" y="1664208"/>
            <a:ext cx="109728" cy="333756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36008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ARPO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36008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工具调用后熵升高时自适应分支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只在高不确定位置增加探索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沿分支共享优势归因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报告以约一半工具预算优于轨迹级 RL</a:t>
            </a:r>
            <a:endParaRPr lang="zh-CN" sz="1320"/>
          </a:p>
        </p:txBody>
      </p:sp>
      <p:sp>
        <p:nvSpPr>
          <p:cNvPr id="18" name="Shape 18"/>
          <p:cNvSpPr/>
          <p:nvPr/>
        </p:nvSpPr>
        <p:spPr>
          <a:xfrm>
            <a:off x="8101584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101584" y="1664208"/>
            <a:ext cx="109728" cy="333756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57616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反复出现的实践结论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57616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真实端到端轨迹优于拼接式 SFT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维持探索熵，避免策略过早坍缩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更少但更审慎的工具调用往往更好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奖励必须同时包含质量与成本</a:t>
            </a:r>
            <a:endParaRPr lang="zh-CN" sz="132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944880" y="2106295"/>
              <a:ext cx="713740" cy="2476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944880" y="2106295"/>
                <a:ext cx="71374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953770" y="2371090"/>
              <a:ext cx="729615" cy="5842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953770" y="2371090"/>
                <a:ext cx="72961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2" name="墨迹 21"/>
              <p14:cNvContentPartPr/>
              <p14:nvPr/>
            </p14:nvContentPartPr>
            <p14:xfrm>
              <a:off x="2073275" y="2371090"/>
              <a:ext cx="539115" cy="6667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6"/>
            </p:blipFill>
            <p:spPr>
              <a:xfrm>
                <a:off x="2073275" y="2371090"/>
                <a:ext cx="53911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3" name="墨迹 22"/>
              <p14:cNvContentPartPr/>
              <p14:nvPr/>
            </p14:nvContentPartPr>
            <p14:xfrm>
              <a:off x="2927350" y="2346325"/>
              <a:ext cx="506095" cy="5842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8"/>
            </p:blipFill>
            <p:spPr>
              <a:xfrm>
                <a:off x="2927350" y="2346325"/>
                <a:ext cx="50609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4" name="墨迹 23"/>
              <p14:cNvContentPartPr/>
              <p14:nvPr/>
            </p14:nvContentPartPr>
            <p14:xfrm>
              <a:off x="2769870" y="2097405"/>
              <a:ext cx="663575" cy="34861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0"/>
            </p:blipFill>
            <p:spPr>
              <a:xfrm>
                <a:off x="2769870" y="2097405"/>
                <a:ext cx="663575" cy="348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5" name="墨迹 24"/>
              <p14:cNvContentPartPr/>
              <p14:nvPr/>
            </p14:nvContentPartPr>
            <p14:xfrm>
              <a:off x="1475740" y="2736215"/>
              <a:ext cx="862965" cy="7493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2"/>
            </p:blipFill>
            <p:spPr>
              <a:xfrm>
                <a:off x="1475740" y="2736215"/>
                <a:ext cx="86296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6" name="墨迹 25"/>
              <p14:cNvContentPartPr/>
              <p14:nvPr/>
            </p14:nvContentPartPr>
            <p14:xfrm>
              <a:off x="4735195" y="2039620"/>
              <a:ext cx="663575" cy="4127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4"/>
            </p:blipFill>
            <p:spPr>
              <a:xfrm>
                <a:off x="4735195" y="2039620"/>
                <a:ext cx="66357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7" name="墨迹 26"/>
              <p14:cNvContentPartPr/>
              <p14:nvPr/>
            </p14:nvContentPartPr>
            <p14:xfrm>
              <a:off x="4677410" y="2362835"/>
              <a:ext cx="1194435" cy="8318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6"/>
            </p:blipFill>
            <p:spPr>
              <a:xfrm>
                <a:off x="4677410" y="2362835"/>
                <a:ext cx="1194435" cy="831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0" y="895350"/>
            <a:ext cx="9486900" cy="5067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4585970" y="2777490"/>
              <a:ext cx="2098675" cy="1746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4585970" y="2777490"/>
                <a:ext cx="2098675" cy="174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1575435" y="3167380"/>
              <a:ext cx="464820" cy="28194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575435" y="3167380"/>
                <a:ext cx="464820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5" name="墨迹 4"/>
              <p14:cNvContentPartPr/>
              <p14:nvPr/>
            </p14:nvContentPartPr>
            <p14:xfrm>
              <a:off x="1501140" y="2188845"/>
              <a:ext cx="1542415" cy="4953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501140" y="2188845"/>
                <a:ext cx="1542415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6" name="墨迹 5"/>
              <p14:cNvContentPartPr/>
              <p14:nvPr/>
            </p14:nvContentPartPr>
            <p14:xfrm>
              <a:off x="2612390" y="4237355"/>
              <a:ext cx="862330" cy="9080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9"/>
            </p:blipFill>
            <p:spPr>
              <a:xfrm>
                <a:off x="2612390" y="4237355"/>
                <a:ext cx="862330" cy="908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信用分配：长轨迹 Agent RL 的第一难题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最终成功不代表每一步都正确；最终失败也不代表所有步骤都无价值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05</a:t>
            </a:r>
            <a:endParaRPr lang="zh-CN" sz="850"/>
          </a:p>
        </p:txBody>
      </p:sp>
      <p:cxnSp>
        <p:nvCxnSpPr>
          <p:cNvPr id="10" name="Line 10"/>
          <p:cNvCxnSpPr/>
          <p:nvPr/>
        </p:nvCxnSpPr>
        <p:spPr>
          <a:xfrm>
            <a:off x="960120" y="2971800"/>
            <a:ext cx="10122408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1024128" y="2706624"/>
            <a:ext cx="530352" cy="53035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31520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规划</a:t>
            </a:r>
            <a:endParaRPr lang="zh-CN" sz="1120"/>
          </a:p>
        </p:txBody>
      </p:sp>
      <p:sp>
        <p:nvSpPr>
          <p:cNvPr id="13" name="Shape 13"/>
          <p:cNvSpPr/>
          <p:nvPr/>
        </p:nvSpPr>
        <p:spPr>
          <a:xfrm>
            <a:off x="2971800" y="2706624"/>
            <a:ext cx="530352" cy="530352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679192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工具调用</a:t>
            </a:r>
            <a:endParaRPr lang="zh-CN" sz="1120"/>
          </a:p>
        </p:txBody>
      </p:sp>
      <p:sp>
        <p:nvSpPr>
          <p:cNvPr id="15" name="Shape 15"/>
          <p:cNvSpPr/>
          <p:nvPr/>
        </p:nvSpPr>
        <p:spPr>
          <a:xfrm>
            <a:off x="4919472" y="2706624"/>
            <a:ext cx="530352" cy="530352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26864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记忆编辑</a:t>
            </a:r>
            <a:endParaRPr lang="zh-CN" sz="1120"/>
          </a:p>
        </p:txBody>
      </p:sp>
      <p:sp>
        <p:nvSpPr>
          <p:cNvPr id="17" name="Shape 17"/>
          <p:cNvSpPr/>
          <p:nvPr/>
        </p:nvSpPr>
        <p:spPr>
          <a:xfrm>
            <a:off x="6867144" y="2706624"/>
            <a:ext cx="530352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574536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拓扑变化</a:t>
            </a:r>
            <a:endParaRPr lang="zh-CN" sz="1120"/>
          </a:p>
        </p:txBody>
      </p:sp>
      <p:sp>
        <p:nvSpPr>
          <p:cNvPr id="19" name="Shape 19"/>
          <p:cNvSpPr/>
          <p:nvPr/>
        </p:nvSpPr>
        <p:spPr>
          <a:xfrm>
            <a:off x="8814816" y="2706624"/>
            <a:ext cx="530352" cy="530352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522208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验证</a:t>
            </a:r>
            <a:endParaRPr lang="zh-CN" sz="1120"/>
          </a:p>
        </p:txBody>
      </p:sp>
      <p:sp>
        <p:nvSpPr>
          <p:cNvPr id="21" name="Shape 21"/>
          <p:cNvSpPr/>
          <p:nvPr/>
        </p:nvSpPr>
        <p:spPr>
          <a:xfrm>
            <a:off x="10716768" y="2706624"/>
            <a:ext cx="530352" cy="53035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424160" y="3447288"/>
            <a:ext cx="1115568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答案</a:t>
            </a:r>
            <a:endParaRPr lang="zh-CN" sz="1120"/>
          </a:p>
        </p:txBody>
      </p:sp>
      <p:sp>
        <p:nvSpPr>
          <p:cNvPr id="23" name="Shape 23"/>
          <p:cNvSpPr/>
          <p:nvPr/>
        </p:nvSpPr>
        <p:spPr>
          <a:xfrm>
            <a:off x="731520" y="4251960"/>
            <a:ext cx="3291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4" name="Shape 24"/>
          <p:cNvSpPr/>
          <p:nvPr/>
        </p:nvSpPr>
        <p:spPr>
          <a:xfrm>
            <a:off x="731520" y="4251960"/>
            <a:ext cx="109728" cy="114300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87552" y="4398264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粒度正在变细</a:t>
            </a:r>
            <a:endParaRPr lang="zh-CN" sz="1400"/>
          </a:p>
        </p:txBody>
      </p:sp>
      <p:sp>
        <p:nvSpPr>
          <p:cNvPr id="26" name="Text 26"/>
          <p:cNvSpPr txBox="1"/>
          <p:nvPr/>
        </p:nvSpPr>
        <p:spPr>
          <a:xfrm>
            <a:off x="987552" y="4764024"/>
            <a:ext cx="2852928" cy="5212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episode → turn → action / edge</a:t>
            </a:r>
            <a:endParaRPr lang="zh-CN" sz="1300"/>
          </a:p>
        </p:txBody>
      </p:sp>
      <p:sp>
        <p:nvSpPr>
          <p:cNvPr id="27" name="Shape 27"/>
          <p:cNvSpPr/>
          <p:nvPr/>
        </p:nvSpPr>
        <p:spPr>
          <a:xfrm>
            <a:off x="4434840" y="4251960"/>
            <a:ext cx="3291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8" name="Shape 28"/>
          <p:cNvSpPr/>
          <p:nvPr/>
        </p:nvSpPr>
        <p:spPr>
          <a:xfrm>
            <a:off x="4434840" y="4251960"/>
            <a:ext cx="109728" cy="114300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4690872" y="4398264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方法正在变化</a:t>
            </a:r>
            <a:endParaRPr lang="zh-CN" sz="1400"/>
          </a:p>
        </p:txBody>
      </p:sp>
      <p:sp>
        <p:nvSpPr>
          <p:cNvPr id="30" name="Text 30"/>
          <p:cNvSpPr txBox="1"/>
          <p:nvPr/>
        </p:nvSpPr>
        <p:spPr>
          <a:xfrm>
            <a:off x="4690872" y="4764024"/>
            <a:ext cx="2852928" cy="5212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分段优势、回溯式与反事实归因</a:t>
            </a:r>
            <a:endParaRPr lang="zh-CN" sz="1300"/>
          </a:p>
        </p:txBody>
      </p:sp>
      <p:sp>
        <p:nvSpPr>
          <p:cNvPr id="31" name="Shape 31"/>
          <p:cNvSpPr/>
          <p:nvPr/>
        </p:nvSpPr>
        <p:spPr>
          <a:xfrm>
            <a:off x="8138160" y="4251960"/>
            <a:ext cx="3291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32" name="Shape 32"/>
          <p:cNvSpPr/>
          <p:nvPr/>
        </p:nvSpPr>
        <p:spPr>
          <a:xfrm>
            <a:off x="8138160" y="4251960"/>
            <a:ext cx="109728" cy="114300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394192" y="4398264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评价必须加成本</a:t>
            </a:r>
            <a:endParaRPr lang="zh-CN" sz="1400"/>
          </a:p>
        </p:txBody>
      </p:sp>
      <p:sp>
        <p:nvSpPr>
          <p:cNvPr id="34" name="Text 34"/>
          <p:cNvSpPr txBox="1"/>
          <p:nvPr/>
        </p:nvSpPr>
        <p:spPr>
          <a:xfrm>
            <a:off x="8394192" y="4764024"/>
            <a:ext cx="2852928" cy="5212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正确性、token、延迟与风险共同计分</a:t>
            </a:r>
            <a:endParaRPr lang="zh-CN" sz="13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903605" y="3540760"/>
              <a:ext cx="9961245" cy="3314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903605" y="3540760"/>
                <a:ext cx="9961245" cy="3314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65400"/>
            <a:ext cx="12192000" cy="1163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1094740" y="2777490"/>
              <a:ext cx="1475740" cy="914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1094740" y="2777490"/>
                <a:ext cx="1475740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4395470" y="2777490"/>
              <a:ext cx="365125" cy="254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4395470" y="2777490"/>
                <a:ext cx="365125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5" name="墨迹 4"/>
              <p14:cNvContentPartPr/>
              <p14:nvPr/>
            </p14:nvContentPartPr>
            <p14:xfrm>
              <a:off x="4901565" y="2769235"/>
              <a:ext cx="339725" cy="4191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4901565" y="2769235"/>
                <a:ext cx="339725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6" name="墨迹 5"/>
              <p14:cNvContentPartPr/>
              <p14:nvPr/>
            </p14:nvContentPartPr>
            <p14:xfrm>
              <a:off x="5382260" y="2744470"/>
              <a:ext cx="398145" cy="2476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9"/>
            </p:blipFill>
            <p:spPr>
              <a:xfrm>
                <a:off x="5382260" y="2744470"/>
                <a:ext cx="398145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7" name="墨迹 6"/>
              <p14:cNvContentPartPr/>
              <p14:nvPr/>
            </p14:nvContentPartPr>
            <p14:xfrm>
              <a:off x="887095" y="2934970"/>
              <a:ext cx="1094740" cy="7493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1"/>
            </p:blipFill>
            <p:spPr>
              <a:xfrm>
                <a:off x="887095" y="2934970"/>
                <a:ext cx="109474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8" name="墨迹 7"/>
              <p14:cNvContentPartPr/>
              <p14:nvPr/>
            </p14:nvContentPartPr>
            <p14:xfrm>
              <a:off x="290195" y="3093085"/>
              <a:ext cx="1193800" cy="13271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3"/>
            </p:blipFill>
            <p:spPr>
              <a:xfrm>
                <a:off x="290195" y="3093085"/>
                <a:ext cx="119380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9" name="墨迹 8"/>
              <p14:cNvContentPartPr/>
              <p14:nvPr/>
            </p14:nvContentPartPr>
            <p14:xfrm>
              <a:off x="4088765" y="3234055"/>
              <a:ext cx="2098040" cy="5778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5"/>
            </p:blipFill>
            <p:spPr>
              <a:xfrm>
                <a:off x="4088765" y="3234055"/>
                <a:ext cx="209804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0" name="墨迹 9"/>
              <p14:cNvContentPartPr/>
              <p14:nvPr/>
            </p14:nvContentPartPr>
            <p14:xfrm>
              <a:off x="6319520" y="3167380"/>
              <a:ext cx="522605" cy="6667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7"/>
            </p:blipFill>
            <p:spPr>
              <a:xfrm>
                <a:off x="6319520" y="3167380"/>
                <a:ext cx="52260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1" name="墨迹 10"/>
              <p14:cNvContentPartPr/>
              <p14:nvPr/>
            </p14:nvContentPartPr>
            <p14:xfrm>
              <a:off x="6966585" y="3192145"/>
              <a:ext cx="1824355" cy="1079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9"/>
            </p:blipFill>
            <p:spPr>
              <a:xfrm>
                <a:off x="6966585" y="3192145"/>
                <a:ext cx="182435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2" name="墨迹 11"/>
              <p14:cNvContentPartPr/>
              <p14:nvPr/>
            </p14:nvContentPartPr>
            <p14:xfrm>
              <a:off x="4312285" y="3656965"/>
              <a:ext cx="1858010" cy="825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1"/>
            </p:blipFill>
            <p:spPr>
              <a:xfrm>
                <a:off x="4312285" y="3656965"/>
                <a:ext cx="185801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3" name="墨迹 12"/>
              <p14:cNvContentPartPr/>
              <p14:nvPr/>
            </p14:nvContentPartPr>
            <p14:xfrm>
              <a:off x="4851400" y="3640455"/>
              <a:ext cx="812800" cy="13208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3"/>
            </p:blipFill>
            <p:spPr>
              <a:xfrm>
                <a:off x="4851400" y="3640455"/>
                <a:ext cx="812800" cy="132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4" name="墨迹 13"/>
              <p14:cNvContentPartPr/>
              <p14:nvPr/>
            </p14:nvContentPartPr>
            <p14:xfrm>
              <a:off x="5622925" y="3731260"/>
              <a:ext cx="563880" cy="7493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5"/>
            </p:blipFill>
            <p:spPr>
              <a:xfrm>
                <a:off x="5622925" y="3731260"/>
                <a:ext cx="563880" cy="7493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记忆调度：从无限堆积转向有界、可学习的状态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统一抽象是 write → manage → read，而不是简单扩大上下文窗口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06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82880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写入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82880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17296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筛选/压缩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82880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55040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组织/版本化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828800"/>
            <a:ext cx="1993392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92784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检索/回放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9811512" y="220370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10195560" y="1828800"/>
            <a:ext cx="1993392" cy="749808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305288" y="205740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更新策略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685800" y="3218688"/>
            <a:ext cx="347472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85800" y="3218688"/>
            <a:ext cx="109728" cy="169164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41832" y="33649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A · 固定长度状态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941832" y="3730752"/>
            <a:ext cx="3035808" cy="10698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chunk-and-overwrite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始终维持常数级活动记忆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代表：MemAgent / MEM1</a:t>
            </a:r>
            <a:endParaRPr lang="zh-CN" sz="1320"/>
          </a:p>
        </p:txBody>
      </p:sp>
      <p:sp>
        <p:nvSpPr>
          <p:cNvPr id="28" name="Shape 28"/>
          <p:cNvSpPr/>
          <p:nvPr/>
        </p:nvSpPr>
        <p:spPr>
          <a:xfrm>
            <a:off x="4361688" y="3218688"/>
            <a:ext cx="347472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9" name="Shape 29"/>
          <p:cNvSpPr/>
          <p:nvPr/>
        </p:nvSpPr>
        <p:spPr>
          <a:xfrm>
            <a:off x="4361688" y="3218688"/>
            <a:ext cx="109728" cy="169164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4617720" y="33649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B · 记忆编辑动作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4617720" y="3730752"/>
            <a:ext cx="3035808" cy="10698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删除、插入、压缩均作为策略动作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代表：MemAct / ACON</a:t>
            </a:r>
            <a:endParaRPr lang="zh-CN" sz="1320"/>
          </a:p>
        </p:txBody>
      </p:sp>
      <p:sp>
        <p:nvSpPr>
          <p:cNvPr id="32" name="Shape 32"/>
          <p:cNvSpPr/>
          <p:nvPr/>
        </p:nvSpPr>
        <p:spPr>
          <a:xfrm>
            <a:off x="8037576" y="3218688"/>
            <a:ext cx="347472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33" name="Shape 33"/>
          <p:cNvSpPr/>
          <p:nvPr/>
        </p:nvSpPr>
        <p:spPr>
          <a:xfrm>
            <a:off x="8037576" y="3218688"/>
            <a:ext cx="109728" cy="169164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293608" y="33649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C · 分支与折叠</a:t>
            </a:r>
            <a:endParaRPr lang="zh-CN" sz="1400"/>
          </a:p>
        </p:txBody>
      </p:sp>
      <p:sp>
        <p:nvSpPr>
          <p:cNvPr id="35" name="Text 35"/>
          <p:cNvSpPr txBox="1"/>
          <p:nvPr/>
        </p:nvSpPr>
        <p:spPr>
          <a:xfrm>
            <a:off x="8293608" y="3730752"/>
            <a:ext cx="3035808" cy="10698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子任务独立展开后折叠成摘要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代表：Context-Folding / FoldAct</a:t>
            </a:r>
            <a:endParaRPr lang="zh-CN" sz="132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2661920" y="1110615"/>
              <a:ext cx="1965960" cy="666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2661920" y="1110615"/>
                <a:ext cx="196596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4428490" y="1152525"/>
              <a:ext cx="2372360" cy="9080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4428490" y="1152525"/>
                <a:ext cx="2372360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6" name="墨迹 35"/>
              <p14:cNvContentPartPr/>
              <p14:nvPr/>
            </p14:nvContentPartPr>
            <p14:xfrm>
              <a:off x="10160000" y="1641475"/>
              <a:ext cx="1351280" cy="77978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"/>
            </p:blipFill>
            <p:spPr>
              <a:xfrm>
                <a:off x="10160000" y="1641475"/>
                <a:ext cx="1351280" cy="779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7" name="墨迹 36"/>
              <p14:cNvContentPartPr/>
              <p14:nvPr/>
            </p14:nvContentPartPr>
            <p14:xfrm>
              <a:off x="364490" y="1716405"/>
              <a:ext cx="1235710" cy="111950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8"/>
            </p:blipFill>
            <p:spPr>
              <a:xfrm>
                <a:off x="364490" y="1716405"/>
                <a:ext cx="1235710" cy="1119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8" name="墨迹 37"/>
              <p14:cNvContentPartPr/>
              <p14:nvPr/>
            </p14:nvContentPartPr>
            <p14:xfrm>
              <a:off x="5498465" y="2429510"/>
              <a:ext cx="1219200" cy="9969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10"/>
            </p:blipFill>
            <p:spPr>
              <a:xfrm>
                <a:off x="5498465" y="2429510"/>
                <a:ext cx="1219200" cy="9969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固定记忆：长上下文的目标不再是“装下全部”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核心是保持足够的决策状态，同时让活动窗口不随轨迹线性增长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07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91640"/>
            <a:ext cx="525780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1691640"/>
            <a:ext cx="109728" cy="329184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837944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MemAgent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203704"/>
            <a:ext cx="4818888" cy="2670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以 chunk 流式读取，反复覆盖固定记忆槽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计算复杂度保持 O(N)，活动窗口不增长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8K 模型 + 1K 记忆处理 4M token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报告相对损失低于 5%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6263640" y="1691640"/>
            <a:ext cx="525780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263640" y="1691640"/>
            <a:ext cx="109728" cy="329184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519672" y="1837944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MEM1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6519672" y="2203704"/>
            <a:ext cx="4818888" cy="2670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每轮将历史合并为共享内部状态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端到端 RL 学习保留与丢弃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7B 模型报告 3.5× 性能、3.7× 少内存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• 可外推到训练长度之外</a:t>
            </a:r>
            <a:endParaRPr lang="zh-CN" sz="1400"/>
          </a:p>
        </p:txBody>
      </p:sp>
      <p:sp>
        <p:nvSpPr>
          <p:cNvPr id="18" name="Text 18"/>
          <p:cNvSpPr txBox="1"/>
          <p:nvPr/>
        </p:nvSpPr>
        <p:spPr>
          <a:xfrm>
            <a:off x="822960" y="5413248"/>
            <a:ext cx="105613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设计含义：记忆不是聊天记录，而是调度器为后续行动维护的最小充分状态。</a:t>
            </a:r>
            <a:endParaRPr lang="zh-CN" sz="132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1276985" y="2396490"/>
              <a:ext cx="1144270" cy="5778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1276985" y="2396490"/>
                <a:ext cx="114427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1069340" y="2852420"/>
              <a:ext cx="2927985" cy="7429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1069340" y="2852420"/>
                <a:ext cx="2927985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9" name="墨迹 18"/>
              <p14:cNvContentPartPr/>
              <p14:nvPr/>
            </p14:nvContentPartPr>
            <p14:xfrm>
              <a:off x="6493510" y="2072640"/>
              <a:ext cx="671830" cy="3365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6"/>
            </p:blipFill>
            <p:spPr>
              <a:xfrm>
                <a:off x="6493510" y="2072640"/>
                <a:ext cx="67183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0" name="墨迹 19"/>
              <p14:cNvContentPartPr/>
              <p14:nvPr/>
            </p14:nvContentPartPr>
            <p14:xfrm>
              <a:off x="7969885" y="2413000"/>
              <a:ext cx="1476375" cy="12446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8"/>
            </p:blipFill>
            <p:spPr>
              <a:xfrm>
                <a:off x="7969885" y="2413000"/>
                <a:ext cx="147637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1" name="墨迹 20"/>
              <p14:cNvContentPartPr/>
              <p14:nvPr/>
            </p14:nvContentPartPr>
            <p14:xfrm>
              <a:off x="6626225" y="2611755"/>
              <a:ext cx="1435100" cy="5016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10"/>
            </p:blipFill>
            <p:spPr>
              <a:xfrm>
                <a:off x="6626225" y="2611755"/>
                <a:ext cx="143510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2" name="墨迹 21"/>
              <p14:cNvContentPartPr/>
              <p14:nvPr/>
            </p14:nvContentPartPr>
            <p14:xfrm>
              <a:off x="7704455" y="2844165"/>
              <a:ext cx="2007235" cy="6604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2"/>
            </p:blipFill>
            <p:spPr>
              <a:xfrm>
                <a:off x="7704455" y="2844165"/>
                <a:ext cx="2007235" cy="66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主动记忆管理：编辑、压缩与折叠都成为动作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难点是动作会改变后续训练上下文，造成轨迹断裂与非平稳性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08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1664208"/>
            <a:ext cx="109728" cy="333756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MemAct / DCPO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原位 delete / insert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分段轨迹与优势估计修复 context fracture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报告在同等精度下减少 51% 上下文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可匹配大 16× 的模型</a:t>
            </a:r>
            <a:endParaRPr lang="zh-CN" sz="1310"/>
          </a:p>
        </p:txBody>
      </p:sp>
      <p:sp>
        <p:nvSpPr>
          <p:cNvPr id="14" name="Shape 14"/>
          <p:cNvSpPr/>
          <p:nvPr/>
        </p:nvSpPr>
        <p:spPr>
          <a:xfrm>
            <a:off x="4379976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79976" y="1664208"/>
            <a:ext cx="109728" cy="3337560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36008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ACON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36008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以自然语言优化压缩准则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失败驱动的对比反馈，无需梯度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压缩器可蒸馏到小模型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报告峰值 token 降低 26–54%</a:t>
            </a:r>
            <a:endParaRPr lang="zh-CN" sz="1310"/>
          </a:p>
        </p:txBody>
      </p:sp>
      <p:sp>
        <p:nvSpPr>
          <p:cNvPr id="18" name="Shape 18"/>
          <p:cNvSpPr/>
          <p:nvPr/>
        </p:nvSpPr>
        <p:spPr>
          <a:xfrm>
            <a:off x="8101584" y="1664208"/>
            <a:ext cx="342900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101584" y="1664208"/>
            <a:ext cx="109728" cy="333756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57616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Context-Folding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57616" y="2176272"/>
            <a:ext cx="2990088" cy="2715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branch() 展开子任务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return() 将过程折叠成结果摘要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32K 活动预算对比 ReAct 327K</a:t>
            </a:r>
            <a:endParaRPr lang="zh-CN" sz="1310"/>
          </a:p>
          <a:p>
            <a:pPr algn="l"/>
            <a:r>
              <a:rPr lang="zh-CN" sz="131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需要稠密过程奖励稳定训练</a:t>
            </a:r>
            <a:endParaRPr lang="zh-CN" sz="131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调用图演进：拓扑从固定模板变成输入条件化决策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固定星型广播逐步让位于动态分区、选择性执行与语义协作图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09</a:t>
            </a:r>
            <a:endParaRPr lang="zh-CN" sz="850"/>
          </a:p>
        </p:txBody>
      </p:sp>
      <p:cxnSp>
        <p:nvCxnSpPr>
          <p:cNvPr id="10" name="Line 10"/>
          <p:cNvCxnSpPr/>
          <p:nvPr/>
        </p:nvCxnSpPr>
        <p:spPr>
          <a:xfrm>
            <a:off x="960120" y="3319272"/>
            <a:ext cx="10104120" cy="0"/>
          </a:xfrm>
          <a:prstGeom prst="line">
            <a:avLst/>
          </a:prstGeom>
          <a:ln w="28575">
            <a:solidFill>
              <a:srgbClr val="D6E0E8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1051560" y="3063240"/>
            <a:ext cx="512064" cy="512064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5156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2024</a:t>
            </a:r>
            <a:endParaRPr lang="zh-CN" sz="800"/>
          </a:p>
        </p:txBody>
      </p:sp>
      <p:sp>
        <p:nvSpPr>
          <p:cNvPr id="13" name="Text 13"/>
          <p:cNvSpPr txBox="1"/>
          <p:nvPr/>
        </p:nvSpPr>
        <p:spPr>
          <a:xfrm>
            <a:off x="70408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LONGAGENT</a:t>
            </a:r>
            <a:endParaRPr lang="zh-CN" sz="1040"/>
          </a:p>
        </p:txBody>
      </p:sp>
      <p:sp>
        <p:nvSpPr>
          <p:cNvPr id="14" name="Shape 14"/>
          <p:cNvSpPr/>
          <p:nvPr/>
        </p:nvSpPr>
        <p:spPr>
          <a:xfrm>
            <a:off x="3017520" y="3063240"/>
            <a:ext cx="512064" cy="512064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01752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2024</a:t>
            </a:r>
            <a:endParaRPr lang="zh-CN" sz="800"/>
          </a:p>
        </p:txBody>
      </p:sp>
      <p:sp>
        <p:nvSpPr>
          <p:cNvPr id="16" name="Text 16"/>
          <p:cNvSpPr txBox="1"/>
          <p:nvPr/>
        </p:nvSpPr>
        <p:spPr>
          <a:xfrm>
            <a:off x="267004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Chain-of-Agents</a:t>
            </a:r>
            <a:endParaRPr lang="zh-CN" sz="1040"/>
          </a:p>
        </p:txBody>
      </p:sp>
      <p:sp>
        <p:nvSpPr>
          <p:cNvPr id="17" name="Shape 17"/>
          <p:cNvSpPr/>
          <p:nvPr/>
        </p:nvSpPr>
        <p:spPr>
          <a:xfrm>
            <a:off x="4983480" y="3063240"/>
            <a:ext cx="512064" cy="512064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98348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2025</a:t>
            </a:r>
            <a:endParaRPr lang="zh-CN" sz="800"/>
          </a:p>
        </p:txBody>
      </p:sp>
      <p:sp>
        <p:nvSpPr>
          <p:cNvPr id="19" name="Text 19"/>
          <p:cNvSpPr txBox="1"/>
          <p:nvPr/>
        </p:nvSpPr>
        <p:spPr>
          <a:xfrm>
            <a:off x="463600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XpandA</a:t>
            </a:r>
            <a:endParaRPr lang="zh-CN" sz="1040"/>
          </a:p>
        </p:txBody>
      </p:sp>
      <p:sp>
        <p:nvSpPr>
          <p:cNvPr id="20" name="Shape 20"/>
          <p:cNvSpPr/>
          <p:nvPr/>
        </p:nvSpPr>
        <p:spPr>
          <a:xfrm>
            <a:off x="6949440" y="3063240"/>
            <a:ext cx="512064" cy="5120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94944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2025</a:t>
            </a:r>
            <a:endParaRPr lang="zh-CN" sz="800"/>
          </a:p>
        </p:txBody>
      </p:sp>
      <p:sp>
        <p:nvSpPr>
          <p:cNvPr id="22" name="Text 22"/>
          <p:cNvSpPr txBox="1"/>
          <p:nvPr/>
        </p:nvSpPr>
        <p:spPr>
          <a:xfrm>
            <a:off x="660196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Tree of Agents</a:t>
            </a:r>
            <a:endParaRPr lang="zh-CN" sz="1040"/>
          </a:p>
        </p:txBody>
      </p:sp>
      <p:sp>
        <p:nvSpPr>
          <p:cNvPr id="23" name="Shape 23"/>
          <p:cNvSpPr/>
          <p:nvPr/>
        </p:nvSpPr>
        <p:spPr>
          <a:xfrm>
            <a:off x="8915400" y="3063240"/>
            <a:ext cx="512064" cy="512064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915400" y="3209544"/>
            <a:ext cx="512064" cy="12801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2025</a:t>
            </a:r>
            <a:endParaRPr lang="zh-CN" sz="800"/>
          </a:p>
        </p:txBody>
      </p:sp>
      <p:sp>
        <p:nvSpPr>
          <p:cNvPr id="25" name="Text 25"/>
          <p:cNvSpPr txBox="1"/>
          <p:nvPr/>
        </p:nvSpPr>
        <p:spPr>
          <a:xfrm>
            <a:off x="8567928" y="3776472"/>
            <a:ext cx="1216152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0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Graph of Agents</a:t>
            </a:r>
            <a:endParaRPr lang="zh-CN" sz="1040"/>
          </a:p>
        </p:txBody>
      </p:sp>
      <p:sp>
        <p:nvSpPr>
          <p:cNvPr id="26" name="Shape 26"/>
          <p:cNvSpPr/>
          <p:nvPr/>
        </p:nvSpPr>
        <p:spPr>
          <a:xfrm>
            <a:off x="685800" y="4572000"/>
            <a:ext cx="347472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7" name="Shape 27"/>
          <p:cNvSpPr/>
          <p:nvPr/>
        </p:nvSpPr>
        <p:spPr>
          <a:xfrm>
            <a:off x="685800" y="4572000"/>
            <a:ext cx="109728" cy="987552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1832" y="471830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固定协作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941832" y="5084064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广播或顺序链：简单、可复现，但常执行无关节点。</a:t>
            </a:r>
            <a:endParaRPr lang="zh-CN" sz="1140"/>
          </a:p>
        </p:txBody>
      </p:sp>
      <p:sp>
        <p:nvSpPr>
          <p:cNvPr id="30" name="Shape 30"/>
          <p:cNvSpPr/>
          <p:nvPr/>
        </p:nvSpPr>
        <p:spPr>
          <a:xfrm>
            <a:off x="4361688" y="4572000"/>
            <a:ext cx="347472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361688" y="4572000"/>
            <a:ext cx="109728" cy="987552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617720" y="471830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动态证据</a:t>
            </a:r>
            <a:endParaRPr lang="zh-CN" sz="1400"/>
          </a:p>
        </p:txBody>
      </p:sp>
      <p:sp>
        <p:nvSpPr>
          <p:cNvPr id="33" name="Text 33"/>
          <p:cNvSpPr txBox="1"/>
          <p:nvPr/>
        </p:nvSpPr>
        <p:spPr>
          <a:xfrm>
            <a:off x="4617720" y="5084064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XpandA：问题引导分区、共享记忆、选择性回放。</a:t>
            </a:r>
            <a:endParaRPr lang="zh-CN" sz="1140"/>
          </a:p>
        </p:txBody>
      </p:sp>
      <p:sp>
        <p:nvSpPr>
          <p:cNvPr id="34" name="Shape 34"/>
          <p:cNvSpPr/>
          <p:nvPr/>
        </p:nvSpPr>
        <p:spPr>
          <a:xfrm>
            <a:off x="8037576" y="4572000"/>
            <a:ext cx="347472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35" name="Shape 35"/>
          <p:cNvSpPr/>
          <p:nvPr/>
        </p:nvSpPr>
        <p:spPr>
          <a:xfrm>
            <a:off x="8037576" y="4572000"/>
            <a:ext cx="109728" cy="987552"/>
          </a:xfrm>
          <a:prstGeom prst="rect">
            <a:avLst/>
          </a:prstGeom>
          <a:solidFill>
            <a:srgbClr val="2EAD72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293608" y="4718304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动态拓扑</a:t>
            </a:r>
            <a:endParaRPr lang="zh-CN" sz="1400"/>
          </a:p>
        </p:txBody>
      </p:sp>
      <p:sp>
        <p:nvSpPr>
          <p:cNvPr id="37" name="Text 37"/>
          <p:cNvSpPr txBox="1"/>
          <p:nvPr/>
        </p:nvSpPr>
        <p:spPr>
          <a:xfrm>
            <a:off x="8293608" y="5084064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树与图按阅读顺序或语义关系组织协作。</a:t>
            </a:r>
            <a:endParaRPr lang="zh-CN" sz="114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系统级调度器：规划与执行开始解耦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工程系统关注依赖、并行、容量、重试、可观察性与成本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10</a:t>
            </a:r>
            <a:endParaRPr lang="zh-CN" sz="850"/>
          </a:p>
        </p:txBody>
      </p:sp>
      <p:sp>
        <p:nvSpPr>
          <p:cNvPr id="10" name="Shape 10"/>
          <p:cNvSpPr/>
          <p:nvPr>
            <p:custDataLst>
              <p:tags r:id="rId1"/>
            </p:custDataLst>
          </p:nvPr>
        </p:nvSpPr>
        <p:spPr>
          <a:xfrm>
            <a:off x="713232" y="1664208"/>
            <a:ext cx="1078992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>
            <p:custDataLst>
              <p:tags r:id="rId2"/>
            </p:custDataLst>
          </p:nvPr>
        </p:nvSpPr>
        <p:spPr>
          <a:xfrm>
            <a:off x="713232" y="1664208"/>
            <a:ext cx="1828800" cy="107899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>
            <p:custDataLst>
              <p:tags r:id="rId3"/>
            </p:custDataLst>
          </p:nvPr>
        </p:nvSpPr>
        <p:spPr>
          <a:xfrm>
            <a:off x="896112" y="2048256"/>
            <a:ext cx="146304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DynTaskMAS</a:t>
            </a:r>
            <a:endParaRPr lang="zh-CN" sz="1300"/>
          </a:p>
        </p:txBody>
      </p:sp>
      <p:sp>
        <p:nvSpPr>
          <p:cNvPr id="13" name="Text 13"/>
          <p:cNvSpPr txBox="1"/>
          <p:nvPr>
            <p:custDataLst>
              <p:tags r:id="rId4"/>
            </p:custDataLst>
          </p:nvPr>
        </p:nvSpPr>
        <p:spPr>
          <a:xfrm>
            <a:off x="2761488" y="1828800"/>
            <a:ext cx="1901952" cy="6217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动态任务图</a:t>
            </a:r>
            <a:endParaRPr lang="zh-CN" sz="1140"/>
          </a:p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−21–33% 执行时间</a:t>
            </a:r>
            <a:endParaRPr lang="zh-CN" sz="1140"/>
          </a:p>
        </p:txBody>
      </p:sp>
      <p:sp>
        <p:nvSpPr>
          <p:cNvPr id="14" name="Text 14"/>
          <p:cNvSpPr txBox="1"/>
          <p:nvPr>
            <p:custDataLst>
              <p:tags r:id="rId5"/>
            </p:custDataLst>
          </p:nvPr>
        </p:nvSpPr>
        <p:spPr>
          <a:xfrm>
            <a:off x="4800600" y="1965960"/>
            <a:ext cx="61722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异步并行 + 自适应工作流 + 语义上下文</a:t>
            </a:r>
            <a:endParaRPr lang="zh-CN" sz="1230"/>
          </a:p>
        </p:txBody>
      </p:sp>
      <p:sp>
        <p:nvSpPr>
          <p:cNvPr id="15" name="Shape 15"/>
          <p:cNvSpPr/>
          <p:nvPr>
            <p:custDataLst>
              <p:tags r:id="rId6"/>
            </p:custDataLst>
          </p:nvPr>
        </p:nvSpPr>
        <p:spPr>
          <a:xfrm>
            <a:off x="713232" y="2962656"/>
            <a:ext cx="1078992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6" name="Shape 16"/>
          <p:cNvSpPr/>
          <p:nvPr>
            <p:custDataLst>
              <p:tags r:id="rId7"/>
            </p:custDataLst>
          </p:nvPr>
        </p:nvSpPr>
        <p:spPr>
          <a:xfrm>
            <a:off x="713232" y="2962656"/>
            <a:ext cx="1828800" cy="1078992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7" name="Text 17"/>
          <p:cNvSpPr txBox="1"/>
          <p:nvPr>
            <p:custDataLst>
              <p:tags r:id="rId8"/>
            </p:custDataLst>
          </p:nvPr>
        </p:nvSpPr>
        <p:spPr>
          <a:xfrm>
            <a:off x="896112" y="3346704"/>
            <a:ext cx="146304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Gradientsys</a:t>
            </a:r>
            <a:endParaRPr lang="zh-CN" sz="1300"/>
          </a:p>
        </p:txBody>
      </p:sp>
      <p:sp>
        <p:nvSpPr>
          <p:cNvPr id="18" name="Text 18"/>
          <p:cNvSpPr txBox="1"/>
          <p:nvPr>
            <p:custDataLst>
              <p:tags r:id="rId9"/>
            </p:custDataLst>
          </p:nvPr>
        </p:nvSpPr>
        <p:spPr>
          <a:xfrm>
            <a:off x="2761488" y="3127248"/>
            <a:ext cx="1901952" cy="6217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Typed MCP + ReAct</a:t>
            </a:r>
            <a:endParaRPr lang="zh-CN" sz="1140"/>
          </a:p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更低延迟/成本</a:t>
            </a:r>
            <a:endParaRPr lang="zh-CN" sz="1140"/>
          </a:p>
        </p:txBody>
      </p:sp>
      <p:sp>
        <p:nvSpPr>
          <p:cNvPr id="19" name="Text 19"/>
          <p:cNvSpPr txBox="1"/>
          <p:nvPr>
            <p:custDataLst>
              <p:tags r:id="rId10"/>
            </p:custDataLst>
          </p:nvPr>
        </p:nvSpPr>
        <p:spPr>
          <a:xfrm>
            <a:off x="4800600" y="3264408"/>
            <a:ext cx="61722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一对多派发、同步/异步、容量、重试重规划</a:t>
            </a:r>
            <a:endParaRPr lang="zh-CN" sz="1230"/>
          </a:p>
        </p:txBody>
      </p:sp>
      <p:sp>
        <p:nvSpPr>
          <p:cNvPr id="20" name="Shape 20"/>
          <p:cNvSpPr/>
          <p:nvPr>
            <p:custDataLst>
              <p:tags r:id="rId11"/>
            </p:custDataLst>
          </p:nvPr>
        </p:nvSpPr>
        <p:spPr>
          <a:xfrm>
            <a:off x="713232" y="4261104"/>
            <a:ext cx="1078992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1" name="Shape 21"/>
          <p:cNvSpPr/>
          <p:nvPr>
            <p:custDataLst>
              <p:tags r:id="rId12"/>
            </p:custDataLst>
          </p:nvPr>
        </p:nvSpPr>
        <p:spPr>
          <a:xfrm>
            <a:off x="713232" y="4261104"/>
            <a:ext cx="1828800" cy="1078992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2" name="Text 22"/>
          <p:cNvSpPr txBox="1"/>
          <p:nvPr>
            <p:custDataLst>
              <p:tags r:id="rId13"/>
            </p:custDataLst>
          </p:nvPr>
        </p:nvSpPr>
        <p:spPr>
          <a:xfrm>
            <a:off x="896112" y="4645152"/>
            <a:ext cx="146304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LLMOrch</a:t>
            </a:r>
            <a:endParaRPr lang="zh-CN" sz="1300"/>
          </a:p>
        </p:txBody>
      </p:sp>
      <p:sp>
        <p:nvSpPr>
          <p:cNvPr id="23" name="Text 23"/>
          <p:cNvSpPr txBox="1"/>
          <p:nvPr>
            <p:custDataLst>
              <p:tags r:id="rId14"/>
            </p:custDataLst>
          </p:nvPr>
        </p:nvSpPr>
        <p:spPr>
          <a:xfrm>
            <a:off x="2761488" y="4425696"/>
            <a:ext cx="1901952" cy="6217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函数关系图</a:t>
            </a:r>
            <a:endParaRPr lang="zh-CN" sz="1140"/>
          </a:p>
          <a:p>
            <a:pPr algn="l"/>
            <a:r>
              <a:rPr lang="zh-CN" sz="114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计算密集函数约 2×</a:t>
            </a:r>
            <a:endParaRPr lang="zh-CN" sz="1140"/>
          </a:p>
        </p:txBody>
      </p:sp>
      <p:sp>
        <p:nvSpPr>
          <p:cNvPr id="24" name="Text 24"/>
          <p:cNvSpPr txBox="1"/>
          <p:nvPr>
            <p:custDataLst>
              <p:tags r:id="rId15"/>
            </p:custDataLst>
          </p:nvPr>
        </p:nvSpPr>
        <p:spPr>
          <a:xfrm>
            <a:off x="4800600" y="4562856"/>
            <a:ext cx="61722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数据 def-use + 控制互斥；规划/执行分离</a:t>
            </a:r>
            <a:endParaRPr lang="zh-CN" sz="123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8" name="墨迹 7"/>
              <p14:cNvContentPartPr/>
              <p14:nvPr/>
            </p14:nvContentPartPr>
            <p14:xfrm>
              <a:off x="431165" y="1724660"/>
              <a:ext cx="1882775" cy="87884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7"/>
            </p:blipFill>
            <p:spPr>
              <a:xfrm>
                <a:off x="431165" y="1724660"/>
                <a:ext cx="1882775" cy="878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9" name="墨迹 8"/>
              <p14:cNvContentPartPr/>
              <p14:nvPr/>
            </p14:nvContentPartPr>
            <p14:xfrm>
              <a:off x="2877820" y="2180590"/>
              <a:ext cx="1177290" cy="4127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9"/>
            </p:blipFill>
            <p:spPr>
              <a:xfrm>
                <a:off x="2877820" y="2180590"/>
                <a:ext cx="117729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5" name="墨迹 24"/>
              <p14:cNvContentPartPr/>
              <p14:nvPr/>
            </p14:nvContentPartPr>
            <p14:xfrm>
              <a:off x="4752340" y="2205355"/>
              <a:ext cx="928370" cy="3302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1"/>
            </p:blipFill>
            <p:spPr>
              <a:xfrm>
                <a:off x="4752340" y="2205355"/>
                <a:ext cx="92837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6" name="墨迹 25"/>
              <p14:cNvContentPartPr/>
              <p14:nvPr/>
            </p14:nvContentPartPr>
            <p14:xfrm>
              <a:off x="6054090" y="2114550"/>
              <a:ext cx="1882775" cy="10731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3"/>
            </p:blipFill>
            <p:spPr>
              <a:xfrm>
                <a:off x="6054090" y="2114550"/>
                <a:ext cx="1882775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7" name="墨迹 26"/>
              <p14:cNvContentPartPr/>
              <p14:nvPr/>
            </p14:nvContentPartPr>
            <p14:xfrm>
              <a:off x="5398770" y="2396490"/>
              <a:ext cx="3350895" cy="18224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5"/>
            </p:blipFill>
            <p:spPr>
              <a:xfrm>
                <a:off x="5398770" y="2396490"/>
                <a:ext cx="335089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8" name="墨迹 27"/>
              <p14:cNvContentPartPr/>
              <p14:nvPr/>
            </p14:nvContentPartPr>
            <p14:xfrm>
              <a:off x="8733155" y="2280285"/>
              <a:ext cx="232410" cy="25717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7"/>
            </p:blipFill>
            <p:spPr>
              <a:xfrm>
                <a:off x="8733155" y="2280285"/>
                <a:ext cx="23241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9" name="墨迹 28"/>
              <p14:cNvContentPartPr/>
              <p14:nvPr/>
            </p14:nvContentPartPr>
            <p14:xfrm>
              <a:off x="6601460" y="2636520"/>
              <a:ext cx="962025" cy="7493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9"/>
            </p:blipFill>
            <p:spPr>
              <a:xfrm>
                <a:off x="6601460" y="2636520"/>
                <a:ext cx="96202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30" name="墨迹 29"/>
              <p14:cNvContentPartPr/>
              <p14:nvPr/>
            </p14:nvContentPartPr>
            <p14:xfrm>
              <a:off x="6742430" y="2827655"/>
              <a:ext cx="514350" cy="7429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31"/>
            </p:blipFill>
            <p:spPr>
              <a:xfrm>
                <a:off x="6742430" y="2827655"/>
                <a:ext cx="51435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31" name="墨迹 30"/>
              <p14:cNvContentPartPr/>
              <p14:nvPr/>
            </p14:nvContentPartPr>
            <p14:xfrm>
              <a:off x="6584950" y="2934970"/>
              <a:ext cx="837565" cy="14986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3"/>
            </p:blipFill>
            <p:spPr>
              <a:xfrm>
                <a:off x="6584950" y="2934970"/>
                <a:ext cx="837565" cy="149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32" name="墨迹 31"/>
              <p14:cNvContentPartPr/>
              <p14:nvPr/>
            </p14:nvContentPartPr>
            <p14:xfrm>
              <a:off x="7339965" y="2852420"/>
              <a:ext cx="215265" cy="16573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5"/>
            </p:blipFill>
            <p:spPr>
              <a:xfrm>
                <a:off x="7339965" y="2852420"/>
                <a:ext cx="21526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33" name="墨迹 32"/>
              <p14:cNvContentPartPr/>
              <p14:nvPr/>
            </p14:nvContentPartPr>
            <p14:xfrm>
              <a:off x="7173595" y="2811145"/>
              <a:ext cx="257175" cy="825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37"/>
            </p:blipFill>
            <p:spPr>
              <a:xfrm>
                <a:off x="7173595" y="2811145"/>
                <a:ext cx="257175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34" name="墨迹 33"/>
              <p14:cNvContentPartPr/>
              <p14:nvPr/>
            </p14:nvContentPartPr>
            <p14:xfrm>
              <a:off x="7489190" y="2603500"/>
              <a:ext cx="165735" cy="18224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9"/>
            </p:blipFill>
            <p:spPr>
              <a:xfrm>
                <a:off x="7489190" y="2603500"/>
                <a:ext cx="16573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35" name="墨迹 34"/>
              <p14:cNvContentPartPr/>
              <p14:nvPr/>
            </p14:nvContentPartPr>
            <p14:xfrm>
              <a:off x="7165340" y="2703195"/>
              <a:ext cx="199390" cy="16573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41"/>
            </p:blipFill>
            <p:spPr>
              <a:xfrm>
                <a:off x="7165340" y="2703195"/>
                <a:ext cx="19939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36" name="墨迹 35"/>
              <p14:cNvContentPartPr/>
              <p14:nvPr/>
            </p14:nvContentPartPr>
            <p14:xfrm>
              <a:off x="2827655" y="3258820"/>
              <a:ext cx="1028700" cy="9906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43"/>
            </p:blipFill>
            <p:spPr>
              <a:xfrm>
                <a:off x="2827655" y="3258820"/>
                <a:ext cx="102870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37" name="墨迹 36"/>
              <p14:cNvContentPartPr/>
              <p14:nvPr/>
            </p14:nvContentPartPr>
            <p14:xfrm>
              <a:off x="3806825" y="3357880"/>
              <a:ext cx="323215" cy="7493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45"/>
            </p:blipFill>
            <p:spPr>
              <a:xfrm>
                <a:off x="3806825" y="3357880"/>
                <a:ext cx="32321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38" name="墨迹 37"/>
              <p14:cNvContentPartPr/>
              <p14:nvPr/>
            </p14:nvContentPartPr>
            <p14:xfrm>
              <a:off x="5821680" y="3515995"/>
              <a:ext cx="804545" cy="9906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47"/>
            </p:blipFill>
            <p:spPr>
              <a:xfrm>
                <a:off x="5821680" y="3515995"/>
                <a:ext cx="80454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39" name="墨迹 38"/>
              <p14:cNvContentPartPr/>
              <p14:nvPr/>
            </p14:nvContentPartPr>
            <p14:xfrm>
              <a:off x="4984115" y="3490595"/>
              <a:ext cx="829310" cy="11620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9"/>
            </p:blipFill>
            <p:spPr>
              <a:xfrm>
                <a:off x="4984115" y="3490595"/>
                <a:ext cx="82931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40" name="墨迹 39"/>
              <p14:cNvContentPartPr/>
              <p14:nvPr/>
            </p14:nvContentPartPr>
            <p14:xfrm>
              <a:off x="2943860" y="2976880"/>
              <a:ext cx="788035" cy="43942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51"/>
            </p:blipFill>
            <p:spPr>
              <a:xfrm>
                <a:off x="2943860" y="2976880"/>
                <a:ext cx="788035" cy="439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41" name="墨迹 40"/>
              <p14:cNvContentPartPr/>
              <p14:nvPr/>
            </p14:nvContentPartPr>
            <p14:xfrm>
              <a:off x="3764915" y="3357880"/>
              <a:ext cx="497840" cy="7493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53"/>
            </p:blipFill>
            <p:spPr>
              <a:xfrm>
                <a:off x="3764915" y="3357880"/>
                <a:ext cx="49784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42" name="墨迹 41"/>
              <p14:cNvContentPartPr/>
              <p14:nvPr/>
            </p14:nvContentPartPr>
            <p14:xfrm>
              <a:off x="7016115" y="3457575"/>
              <a:ext cx="953770" cy="15748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55"/>
            </p:blipFill>
            <p:spPr>
              <a:xfrm>
                <a:off x="7016115" y="3457575"/>
                <a:ext cx="95377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43" name="墨迹 42"/>
              <p14:cNvContentPartPr/>
              <p14:nvPr/>
            </p14:nvContentPartPr>
            <p14:xfrm>
              <a:off x="5996305" y="2155825"/>
              <a:ext cx="887095" cy="121920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57"/>
            </p:blipFill>
            <p:spPr>
              <a:xfrm>
                <a:off x="5996305" y="2155825"/>
                <a:ext cx="887095" cy="1219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44" name="墨迹 43"/>
              <p14:cNvContentPartPr/>
              <p14:nvPr/>
            </p14:nvContentPartPr>
            <p14:xfrm>
              <a:off x="5913120" y="2139315"/>
              <a:ext cx="83185" cy="34798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59"/>
            </p:blipFill>
            <p:spPr>
              <a:xfrm>
                <a:off x="5913120" y="2139315"/>
                <a:ext cx="83185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45" name="墨迹 44"/>
              <p14:cNvContentPartPr/>
              <p14:nvPr/>
            </p14:nvContentPartPr>
            <p14:xfrm>
              <a:off x="5996305" y="2122805"/>
              <a:ext cx="381635" cy="12446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61"/>
            </p:blipFill>
            <p:spPr>
              <a:xfrm>
                <a:off x="5996305" y="2122805"/>
                <a:ext cx="38163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46" name="墨迹 45"/>
              <p14:cNvContentPartPr/>
              <p14:nvPr/>
            </p14:nvContentPartPr>
            <p14:xfrm>
              <a:off x="845820" y="4892040"/>
              <a:ext cx="1102995" cy="9144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63"/>
            </p:blipFill>
            <p:spPr>
              <a:xfrm>
                <a:off x="845820" y="4892040"/>
                <a:ext cx="110299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47" name="墨迹 46"/>
              <p14:cNvContentPartPr/>
              <p14:nvPr/>
            </p14:nvContentPartPr>
            <p14:xfrm>
              <a:off x="2661920" y="4262120"/>
              <a:ext cx="1119505" cy="70485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65"/>
            </p:blipFill>
            <p:spPr>
              <a:xfrm>
                <a:off x="2661920" y="4262120"/>
                <a:ext cx="1119505" cy="7048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工作流优化有两条路线：设计时搜索 vs. 运行时调度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一个生成可复用蓝图；一个为当前输入即时选择结构与资源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11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700784"/>
            <a:ext cx="525780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85800" y="1700784"/>
            <a:ext cx="109728" cy="3401568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41832" y="1847088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设计时：先搜索，再部署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41832" y="2212848"/>
            <a:ext cx="4818888" cy="2779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GPTSwarm：图节点与连接共同优化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ADAS：Meta Agent 以代码改进 Agent 系统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AFlow：MCTS + 执行反馈搜索工作流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优势：稳定复用、便于离线评估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局限：难适配输入难度与运行时状态</a:t>
            </a:r>
            <a:endParaRPr lang="zh-CN" sz="1360"/>
          </a:p>
        </p:txBody>
      </p:sp>
      <p:sp>
        <p:nvSpPr>
          <p:cNvPr id="14" name="Shape 14"/>
          <p:cNvSpPr/>
          <p:nvPr/>
        </p:nvSpPr>
        <p:spPr>
          <a:xfrm>
            <a:off x="6245352" y="1700784"/>
            <a:ext cx="525780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245352" y="1700784"/>
            <a:ext cx="109728" cy="3401568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501384" y="1847088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运行时：每个问题都可不同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6501384" y="2212848"/>
            <a:ext cx="4818888" cy="2779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DyLAN：选择 Agent 团队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G-Designer：生成任务感知拓扑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MaAS：按难度分配调用、工具和 token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AgentConductor：生成分层 DAG</a:t>
            </a:r>
            <a:endParaRPr lang="zh-CN" sz="1360"/>
          </a:p>
          <a:p>
            <a:pPr algn="l"/>
            <a:r>
              <a:rPr lang="zh-CN" sz="136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优势：质量—成本可按输入动态权衡</a:t>
            </a:r>
            <a:endParaRPr lang="zh-CN" sz="136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6319520" y="1152525"/>
              <a:ext cx="1658620" cy="1244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6319520" y="1152525"/>
                <a:ext cx="165862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1724660" y="2056130"/>
              <a:ext cx="1186180" cy="9144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1724660" y="2056130"/>
                <a:ext cx="1186180" cy="91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怎么评估调度器：不能只比较最终准确率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真正的问题是：何时多 Agent 有价值，何时只是增加调用与通信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12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64208"/>
            <a:ext cx="3429000" cy="3310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1664208"/>
            <a:ext cx="109728" cy="3310128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MultiAgentBench / MARBLE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176272"/>
            <a:ext cx="2990088" cy="2688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比较 star / chain / tree / mesh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图结构总体更优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群体讨论协议表现最差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Agent 数量超过拐点后 KPI 下降</a:t>
            </a:r>
            <a:endParaRPr lang="zh-CN" sz="1330"/>
          </a:p>
        </p:txBody>
      </p:sp>
      <p:sp>
        <p:nvSpPr>
          <p:cNvPr id="14" name="Shape 14"/>
          <p:cNvSpPr/>
          <p:nvPr/>
        </p:nvSpPr>
        <p:spPr>
          <a:xfrm>
            <a:off x="4379976" y="1664208"/>
            <a:ext cx="3429000" cy="3310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79976" y="1664208"/>
            <a:ext cx="109728" cy="3310128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36008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MAFBench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36008" y="2176272"/>
            <a:ext cx="2990088" cy="2688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隔离框架层与模型能力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覆盖编排、记忆、规划、专长、协调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包含成本感知的后端路由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避免把模型强弱误判为调度收益</a:t>
            </a:r>
            <a:endParaRPr lang="zh-CN" sz="1330"/>
          </a:p>
        </p:txBody>
      </p:sp>
      <p:sp>
        <p:nvSpPr>
          <p:cNvPr id="18" name="Shape 18"/>
          <p:cNvSpPr/>
          <p:nvPr/>
        </p:nvSpPr>
        <p:spPr>
          <a:xfrm>
            <a:off x="8101584" y="1664208"/>
            <a:ext cx="3429000" cy="3310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101584" y="1664208"/>
            <a:ext cx="109728" cy="3310128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57616" y="181051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MASBENCH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57616" y="2176272"/>
            <a:ext cx="2990088" cy="2688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五轴：Depth / Horizon / Breadth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Parallel / Robustness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结论：MAS 收益依赖任务结构、验证能力</a:t>
            </a:r>
            <a:endParaRPr lang="zh-CN" sz="1330"/>
          </a:p>
          <a:p>
            <a:pPr algn="l"/>
            <a:r>
              <a:rPr lang="zh-CN" sz="133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多 Agent 并非普适优于单 Agent</a:t>
            </a:r>
            <a:endParaRPr lang="zh-CN" sz="1330"/>
          </a:p>
        </p:txBody>
      </p:sp>
      <p:sp>
        <p:nvSpPr>
          <p:cNvPr id="22" name="Text 22"/>
          <p:cNvSpPr txBox="1"/>
          <p:nvPr/>
        </p:nvSpPr>
        <p:spPr>
          <a:xfrm>
            <a:off x="868680" y="5413248"/>
            <a:ext cx="104698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7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最低指标集：正确率 · grounding · token · 调用数 · 延迟 · 峰值内存 · 失败恢复 · 拓扑稀疏度。</a:t>
            </a:r>
            <a:endParaRPr lang="zh-CN" sz="127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4992370" y="2537460"/>
              <a:ext cx="2139950" cy="990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4992370" y="2537460"/>
                <a:ext cx="213995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墨迹 8"/>
              <p14:cNvContentPartPr/>
              <p14:nvPr/>
            </p14:nvContentPartPr>
            <p14:xfrm>
              <a:off x="1028065" y="2487295"/>
              <a:ext cx="1036955" cy="1244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4"/>
            </p:blipFill>
            <p:spPr>
              <a:xfrm>
                <a:off x="1028065" y="2487295"/>
                <a:ext cx="103695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3" name="墨迹 22"/>
              <p14:cNvContentPartPr/>
              <p14:nvPr/>
            </p14:nvContentPartPr>
            <p14:xfrm>
              <a:off x="9123045" y="2844165"/>
              <a:ext cx="2454910" cy="4127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6"/>
            </p:blipFill>
            <p:spPr>
              <a:xfrm>
                <a:off x="9123045" y="2844165"/>
                <a:ext cx="245491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4" name="墨迹 23"/>
              <p14:cNvContentPartPr/>
              <p14:nvPr/>
            </p14:nvContentPartPr>
            <p14:xfrm>
              <a:off x="4013835" y="5671820"/>
              <a:ext cx="3433445" cy="24892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8"/>
            </p:blipFill>
            <p:spPr>
              <a:xfrm>
                <a:off x="4013835" y="5671820"/>
                <a:ext cx="3433445" cy="2489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跨层收敛：更少，往往更好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策略、记忆与拓扑都在从“堆资源”转向“选择最小充分执行集”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13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438912" y="1828800"/>
            <a:ext cx="2670048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38912" y="1828800"/>
            <a:ext cx="109728" cy="2395728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94944" y="1975104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少调用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694944" y="2340864"/>
            <a:ext cx="2231136" cy="17739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更审慎的工具使用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优于高频试探</a:t>
            </a:r>
            <a:endParaRPr lang="zh-CN" sz="1400"/>
          </a:p>
        </p:txBody>
      </p:sp>
      <p:sp>
        <p:nvSpPr>
          <p:cNvPr id="14" name="Shape 14"/>
          <p:cNvSpPr/>
          <p:nvPr/>
        </p:nvSpPr>
        <p:spPr>
          <a:xfrm>
            <a:off x="3300984" y="1828800"/>
            <a:ext cx="2670048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300984" y="1828800"/>
            <a:ext cx="109728" cy="2395728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557016" y="1975104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少记忆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3557016" y="2340864"/>
            <a:ext cx="2231136" cy="17739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固定或折叠状态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优于无限历史</a:t>
            </a:r>
            <a:endParaRPr lang="zh-CN" sz="1400"/>
          </a:p>
        </p:txBody>
      </p:sp>
      <p:sp>
        <p:nvSpPr>
          <p:cNvPr id="18" name="Shape 18"/>
          <p:cNvSpPr/>
          <p:nvPr/>
        </p:nvSpPr>
        <p:spPr>
          <a:xfrm>
            <a:off x="6163056" y="1828800"/>
            <a:ext cx="2670048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163056" y="1828800"/>
            <a:ext cx="109728" cy="2395728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419088" y="1975104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少节点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6419088" y="2340864"/>
            <a:ext cx="2231136" cy="17739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小团队与稀疏图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常优于全员广播</a:t>
            </a:r>
            <a:endParaRPr lang="zh-CN" sz="1400"/>
          </a:p>
        </p:txBody>
      </p:sp>
      <p:sp>
        <p:nvSpPr>
          <p:cNvPr id="22" name="Shape 22"/>
          <p:cNvSpPr/>
          <p:nvPr/>
        </p:nvSpPr>
        <p:spPr>
          <a:xfrm>
            <a:off x="9025128" y="1828800"/>
            <a:ext cx="2670048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025128" y="1828800"/>
            <a:ext cx="109728" cy="239572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281160" y="1975104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少冗余</a:t>
            </a:r>
            <a:endParaRPr lang="zh-CN" sz="1400"/>
          </a:p>
        </p:txBody>
      </p:sp>
      <p:sp>
        <p:nvSpPr>
          <p:cNvPr id="25" name="Text 25"/>
          <p:cNvSpPr txBox="1"/>
          <p:nvPr/>
        </p:nvSpPr>
        <p:spPr>
          <a:xfrm>
            <a:off x="9281160" y="2340864"/>
            <a:ext cx="2231136" cy="17739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只回放冲突证据</a:t>
            </a:r>
            <a:endParaRPr lang="zh-CN" sz="1400"/>
          </a:p>
          <a:p>
            <a:pPr algn="l"/>
            <a:r>
              <a:rPr lang="zh-CN" sz="140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只验证高风险主张</a:t>
            </a:r>
            <a:endParaRPr lang="zh-CN" sz="1400"/>
          </a:p>
        </p:txBody>
      </p:sp>
      <p:sp>
        <p:nvSpPr>
          <p:cNvPr id="26" name="Shape 26"/>
          <p:cNvSpPr/>
          <p:nvPr/>
        </p:nvSpPr>
        <p:spPr>
          <a:xfrm>
            <a:off x="914400" y="4864608"/>
            <a:ext cx="10351008" cy="69494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161288" y="50749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6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结论：调度器的价值不是“调用更多能力”，而是以最小代价形成足够、可核验的证据链。</a:t>
            </a:r>
            <a:endParaRPr lang="zh-CN" sz="146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88135"/>
            <a:ext cx="12192000" cy="36817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381000" y="4527550"/>
              <a:ext cx="887730" cy="15748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381000" y="4527550"/>
                <a:ext cx="88773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198755" y="2545715"/>
              <a:ext cx="2728595" cy="9080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98755" y="2545715"/>
                <a:ext cx="272859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5" name="墨迹 4"/>
              <p14:cNvContentPartPr/>
              <p14:nvPr/>
            </p14:nvContentPartPr>
            <p14:xfrm>
              <a:off x="1998345" y="2603500"/>
              <a:ext cx="332105" cy="158369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998345" y="2603500"/>
                <a:ext cx="332105" cy="15836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6" name="墨迹 5"/>
              <p14:cNvContentPartPr/>
              <p14:nvPr/>
            </p14:nvContentPartPr>
            <p14:xfrm>
              <a:off x="1824355" y="4162425"/>
              <a:ext cx="489585" cy="17399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9"/>
            </p:blipFill>
            <p:spPr>
              <a:xfrm>
                <a:off x="1824355" y="4162425"/>
                <a:ext cx="48958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7" name="墨迹 6"/>
              <p14:cNvContentPartPr/>
              <p14:nvPr/>
            </p14:nvContentPartPr>
            <p14:xfrm>
              <a:off x="198755" y="1923415"/>
              <a:ext cx="2728595" cy="340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1"/>
            </p:blipFill>
            <p:spPr>
              <a:xfrm>
                <a:off x="198755" y="1923415"/>
                <a:ext cx="2728595" cy="340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8" name="墨迹 7"/>
              <p14:cNvContentPartPr/>
              <p14:nvPr/>
            </p14:nvContentPartPr>
            <p14:xfrm>
              <a:off x="2778125" y="1807210"/>
              <a:ext cx="240665" cy="33210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3"/>
            </p:blipFill>
            <p:spPr>
              <a:xfrm>
                <a:off x="2778125" y="1807210"/>
                <a:ext cx="240665" cy="332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9" name="墨迹 8"/>
              <p14:cNvContentPartPr/>
              <p14:nvPr/>
            </p14:nvContentPartPr>
            <p14:xfrm>
              <a:off x="347980" y="2727960"/>
              <a:ext cx="3193415" cy="42291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5"/>
            </p:blipFill>
            <p:spPr>
              <a:xfrm>
                <a:off x="347980" y="2727960"/>
                <a:ext cx="3193415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0" name="墨迹 9"/>
              <p14:cNvContentPartPr/>
              <p14:nvPr/>
            </p14:nvContentPartPr>
            <p14:xfrm>
              <a:off x="3400425" y="2595245"/>
              <a:ext cx="231775" cy="30670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7"/>
            </p:blipFill>
            <p:spPr>
              <a:xfrm>
                <a:off x="3400425" y="2595245"/>
                <a:ext cx="231775" cy="3067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研究机会：预算感知的证据调度器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用同一策略联合选择 Agent、证据、工具、拓扑、操作与停止时机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14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85800" y="1783080"/>
            <a:ext cx="1993392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201168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状态 sₜ</a:t>
            </a:r>
            <a:endParaRPr lang="zh-CN" sz="1300"/>
          </a:p>
        </p:txBody>
      </p:sp>
      <p:cxnSp>
        <p:nvCxnSpPr>
          <p:cNvPr id="12" name="Line 12"/>
          <p:cNvCxnSpPr/>
          <p:nvPr/>
        </p:nvCxnSpPr>
        <p:spPr>
          <a:xfrm>
            <a:off x="2679192" y="215798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3063240" y="1783080"/>
            <a:ext cx="1993392" cy="74980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172968" y="201168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策略 π</a:t>
            </a:r>
            <a:endParaRPr lang="zh-CN" sz="1300"/>
          </a:p>
        </p:txBody>
      </p:sp>
      <p:cxnSp>
        <p:nvCxnSpPr>
          <p:cNvPr id="15" name="Line 15"/>
          <p:cNvCxnSpPr/>
          <p:nvPr/>
        </p:nvCxnSpPr>
        <p:spPr>
          <a:xfrm>
            <a:off x="5056632" y="215798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440680" y="1783080"/>
            <a:ext cx="1993392" cy="749808"/>
          </a:xfrm>
          <a:prstGeom prst="round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550408" y="201168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行动 aₜ</a:t>
            </a:r>
            <a:endParaRPr lang="zh-CN" sz="1300"/>
          </a:p>
        </p:txBody>
      </p:sp>
      <p:cxnSp>
        <p:nvCxnSpPr>
          <p:cNvPr id="18" name="Line 18"/>
          <p:cNvCxnSpPr/>
          <p:nvPr/>
        </p:nvCxnSpPr>
        <p:spPr>
          <a:xfrm>
            <a:off x="7434072" y="215798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7818120" y="1783080"/>
            <a:ext cx="1993392" cy="749808"/>
          </a:xfrm>
          <a:prstGeom prst="round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927848" y="201168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执行轨迹</a:t>
            </a:r>
            <a:endParaRPr lang="zh-CN" sz="1300"/>
          </a:p>
        </p:txBody>
      </p:sp>
      <p:cxnSp>
        <p:nvCxnSpPr>
          <p:cNvPr id="21" name="Line 21"/>
          <p:cNvCxnSpPr/>
          <p:nvPr/>
        </p:nvCxnSpPr>
        <p:spPr>
          <a:xfrm>
            <a:off x="9811512" y="2157984"/>
            <a:ext cx="384048" cy="0"/>
          </a:xfrm>
          <a:prstGeom prst="line">
            <a:avLst/>
          </a:prstGeom>
          <a:ln w="19050">
            <a:solidFill>
              <a:srgbClr val="627D98"/>
            </a:solidFill>
          </a:ln>
        </p:spPr>
      </p:cxnSp>
      <p:sp>
        <p:nvSpPr>
          <p:cNvPr id="22" name="Shape 22"/>
          <p:cNvSpPr/>
          <p:nvPr/>
        </p:nvSpPr>
        <p:spPr>
          <a:xfrm>
            <a:off x="10195560" y="1783080"/>
            <a:ext cx="1993392" cy="749808"/>
          </a:xfrm>
          <a:prstGeom prst="roundRect">
            <a:avLst/>
          </a:prstGeom>
          <a:solidFill>
            <a:srgbClr val="2EAD7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305288" y="201168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可验证奖励</a:t>
            </a:r>
            <a:endParaRPr lang="zh-CN" sz="1300"/>
          </a:p>
        </p:txBody>
      </p:sp>
      <p:sp>
        <p:nvSpPr>
          <p:cNvPr id="24" name="Shape 24"/>
          <p:cNvSpPr/>
          <p:nvPr/>
        </p:nvSpPr>
        <p:spPr>
          <a:xfrm>
            <a:off x="685800" y="3136392"/>
            <a:ext cx="52120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85800" y="3136392"/>
            <a:ext cx="109728" cy="1920240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41832" y="3282696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状态与动作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941832" y="3648456"/>
            <a:ext cx="4773168" cy="12984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sₜ = (q, Mₜ, Eₜ, Uₜ, Bₜ)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aₜ = (Agent 集, chunk/tool 集, 图 Gₜ, 操作 rₜ, stop)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其中 Uₜ 表示未解决冲突，Bₜ 表示剩余预算</a:t>
            </a:r>
            <a:endParaRPr lang="zh-CN" sz="1320"/>
          </a:p>
        </p:txBody>
      </p:sp>
      <p:sp>
        <p:nvSpPr>
          <p:cNvPr id="28" name="Shape 28"/>
          <p:cNvSpPr/>
          <p:nvPr/>
        </p:nvSpPr>
        <p:spPr>
          <a:xfrm>
            <a:off x="6263640" y="3136392"/>
            <a:ext cx="52120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263640" y="3136392"/>
            <a:ext cx="109728" cy="1920240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519672" y="3282696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联合优化目标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6519672" y="3648456"/>
            <a:ext cx="4773168" cy="12984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最大化：答案质量 + grounding + 证据覆盖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最小化：token + 延迟 + 幻觉风险</a:t>
            </a:r>
            <a:endParaRPr lang="zh-CN" sz="1320"/>
          </a:p>
          <a:p>
            <a:pPr algn="l"/>
            <a:r>
              <a:rPr lang="zh-CN" sz="132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关键训练难题：跨层、长轨迹、低方差信用分配</a:t>
            </a:r>
            <a:endParaRPr lang="zh-CN" sz="1320"/>
          </a:p>
        </p:txBody>
      </p:sp>
      <p:sp>
        <p:nvSpPr>
          <p:cNvPr id="32" name="Text 32"/>
          <p:cNvSpPr txBox="1"/>
          <p:nvPr/>
        </p:nvSpPr>
        <p:spPr>
          <a:xfrm>
            <a:off x="868680" y="5440680"/>
            <a:ext cx="10469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可组合模块：XpandA 分区 + GoA 拓扑 + MaAS 资源 + LONGAGENT 冲突 + DocAgent 验证。</a:t>
            </a:r>
            <a:endParaRPr lang="zh-CN" sz="12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75895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255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建议阅读路线与结论边界</a:t>
            </a:r>
            <a:endParaRPr lang="zh-CN" sz="2550"/>
          </a:p>
        </p:txBody>
      </p:sp>
      <p:sp>
        <p:nvSpPr>
          <p:cNvPr id="4" name="Text 4"/>
          <p:cNvSpPr txBox="1"/>
          <p:nvPr/>
        </p:nvSpPr>
        <p:spPr>
          <a:xfrm>
            <a:off x="612648" y="1243584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2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先建立调度框架，再分别深入策略、记忆、拓扑与评测</a:t>
            </a:r>
            <a:endParaRPr lang="zh-CN" sz="1250"/>
          </a:p>
        </p:txBody>
      </p:sp>
      <p:sp>
        <p:nvSpPr>
          <p:cNvPr id="5" name="Shap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12648" y="6537960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Agent Scheduling · 控制层研究综述</a:t>
            </a:r>
            <a:endParaRPr lang="zh-CN" sz="850"/>
          </a:p>
        </p:txBody>
      </p:sp>
      <p:sp>
        <p:nvSpPr>
          <p:cNvPr id="7" name="Text 7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r"/>
            <a:r>
              <a:rPr lang="zh-CN" sz="850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15</a:t>
            </a:r>
            <a:endParaRPr lang="zh-CN" sz="850"/>
          </a:p>
        </p:txBody>
      </p:sp>
      <p:sp>
        <p:nvSpPr>
          <p:cNvPr id="10" name="Shape 10"/>
          <p:cNvSpPr/>
          <p:nvPr/>
        </p:nvSpPr>
        <p:spPr>
          <a:xfrm>
            <a:off x="658368" y="1609344"/>
            <a:ext cx="3429000" cy="3438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58368" y="1609344"/>
            <a:ext cx="109728" cy="3438144"/>
          </a:xfrm>
          <a:prstGeom prst="rect">
            <a:avLst/>
          </a:prstGeom>
          <a:solidFill>
            <a:srgbClr val="00B8A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755648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策略 / RL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914400" y="2121408"/>
            <a:ext cx="2990088" cy="281635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DeepSeek-R1 / GRPO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ARTIST → ARPO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Demystifying Agentic RL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Credit Assignment Survey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重点：奖励与归因</a:t>
            </a:r>
            <a:endParaRPr lang="zh-CN" sz="1340"/>
          </a:p>
        </p:txBody>
      </p:sp>
      <p:sp>
        <p:nvSpPr>
          <p:cNvPr id="14" name="Shape 14"/>
          <p:cNvSpPr/>
          <p:nvPr/>
        </p:nvSpPr>
        <p:spPr>
          <a:xfrm>
            <a:off x="4379976" y="1609344"/>
            <a:ext cx="3429000" cy="3438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79976" y="1609344"/>
            <a:ext cx="109728" cy="3438144"/>
          </a:xfrm>
          <a:prstGeom prst="rect">
            <a:avLst/>
          </a:prstGeom>
          <a:solidFill>
            <a:srgbClr val="149AC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636008" y="1755648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记忆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4636008" y="2121408"/>
            <a:ext cx="2990088" cy="281635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MemAgent → MEM1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MemAct / DCPO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Context-Folding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ACON → MemOS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重点：有界状态与可逆编辑</a:t>
            </a:r>
            <a:endParaRPr lang="zh-CN" sz="1340"/>
          </a:p>
        </p:txBody>
      </p:sp>
      <p:sp>
        <p:nvSpPr>
          <p:cNvPr id="18" name="Shape 18"/>
          <p:cNvSpPr/>
          <p:nvPr/>
        </p:nvSpPr>
        <p:spPr>
          <a:xfrm>
            <a:off x="8101584" y="1609344"/>
            <a:ext cx="3429000" cy="3438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101584" y="1609344"/>
            <a:ext cx="109728" cy="3438144"/>
          </a:xfrm>
          <a:prstGeom prst="rect">
            <a:avLst/>
          </a:prstGeom>
          <a:solidFill>
            <a:srgbClr val="F04F7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57616" y="1755648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400" b="1">
                <a:solidFill>
                  <a:srgbClr val="102A43"/>
                </a:solidFill>
                <a:latin typeface="Aptos"/>
                <a:ea typeface="微软雅黑" panose="020B0503020204020204" charset="-122"/>
              </a:rPr>
              <a:t>拓扑 / 编排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57616" y="2121408"/>
            <a:ext cx="2990088" cy="281635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LONGAGENT → XpandA → GoA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GPTSwarm / ADAS / AFlow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G-Designer → MaAS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Graph-GRPO / AgentConductor</a:t>
            </a:r>
            <a:endParaRPr lang="zh-CN" sz="1340"/>
          </a:p>
          <a:p>
            <a:pPr algn="l"/>
            <a:r>
              <a:rPr lang="zh-CN" sz="1340">
                <a:solidFill>
                  <a:srgbClr val="243B53"/>
                </a:solidFill>
                <a:latin typeface="Aptos"/>
                <a:ea typeface="微软雅黑" panose="020B0503020204020204" charset="-122"/>
              </a:rPr>
              <a:t>重点：输入条件化执行图</a:t>
            </a:r>
            <a:endParaRPr lang="zh-CN" sz="1340"/>
          </a:p>
        </p:txBody>
      </p:sp>
      <p:sp>
        <p:nvSpPr>
          <p:cNvPr id="22" name="Shape 22"/>
          <p:cNvSpPr/>
          <p:nvPr/>
        </p:nvSpPr>
        <p:spPr>
          <a:xfrm>
            <a:off x="868680" y="5376672"/>
            <a:ext cx="10479024" cy="493776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6E0E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69848" y="552297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algn="l"/>
            <a:r>
              <a:rPr lang="zh-CN" sz="1130" b="1">
                <a:solidFill>
                  <a:srgbClr val="627D98"/>
                </a:solidFill>
                <a:latin typeface="Aptos"/>
                <a:ea typeface="微软雅黑" panose="020B0503020204020204" charset="-122"/>
              </a:rPr>
              <a:t>引用边界：2601–2606 多为 2026 H1 预印本；正式论文引用前应复核版本、编号与最终发表状态。</a:t>
            </a:r>
            <a:endParaRPr lang="zh-CN" sz="113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2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3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4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5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6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7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8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9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10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11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12.xml><?xml version="1.0" encoding="utf-8"?>
<p:tagLst xmlns:p="http://schemas.openxmlformats.org/presentationml/2006/main">
  <p:tag name="KSO_WM_DIAGRAM_VIRTUALLY_FRAME" val="{&quot;height&quot;:194.4,&quot;left&quot;:54,&quot;top&quot;:138.24,&quot;width&quot;:849.6}"/>
</p:tagLst>
</file>

<file path=ppt/tags/tag13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4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5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6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7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8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19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0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1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2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3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4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5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6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ags/tag27.xml><?xml version="1.0" encoding="utf-8"?>
<p:tagLst xmlns:p="http://schemas.openxmlformats.org/presentationml/2006/main">
  <p:tag name="KSO_WM_DIAGRAM_VIRTUALLY_FRAME" val="{&quot;height&quot;:289.44,&quot;left&quot;:56.160000000000004,&quot;top&quot;:131.04000000000002,&quot;width&quot;:849.6}"/>
</p:tagLst>
</file>

<file path=ppt/theme/theme1.xml><?xml version="1.0" encoding="utf-8"?>
<a:theme xmlns:a="http://schemas.openxmlformats.org/drawingml/2006/main" name="CrawlerTheme">
  <a:themeElements>
    <a:clrScheme name="Crawler">
      <a:dk1>
        <a:srgbClr val="102A43"/>
      </a:dk1>
      <a:lt1>
        <a:srgbClr val="FFFFFF"/>
      </a:lt1>
      <a:dk2>
        <a:srgbClr val="263238"/>
      </a:dk2>
      <a:lt2>
        <a:srgbClr val="F2F5F7"/>
      </a:lt2>
      <a:accent1>
        <a:srgbClr val="118AB2"/>
      </a:accent1>
      <a:accent2>
        <a:srgbClr val="00A896"/>
      </a:accent2>
      <a:accent3>
        <a:srgbClr val="EF476F"/>
      </a:accent3>
      <a:accent4>
        <a:srgbClr val="FFD166"/>
      </a:accent4>
      <a:accent5>
        <a:srgbClr val="607D8B"/>
      </a:accent5>
      <a:accent6>
        <a:srgbClr val="17212B"/>
      </a:accent6>
      <a:hlink>
        <a:srgbClr val="118AB2"/>
      </a:hlink>
      <a:folHlink>
        <a:srgbClr val="607D8B"/>
      </a:folHlink>
    </a:clrScheme>
    <a:fontScheme name="Aptos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3997</Words>
  <Application>WPS 演示</Application>
  <PresentationFormat>On-screen Show (16:9)</PresentationFormat>
  <Paragraphs>438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Aptos</vt:lpstr>
      <vt:lpstr>Helvetica Neue</vt:lpstr>
      <vt:lpstr>微软雅黑</vt:lpstr>
      <vt:lpstr>汉仪旗黑</vt:lpstr>
      <vt:lpstr>宋体</vt:lpstr>
      <vt:lpstr>Arial Unicode MS</vt:lpstr>
      <vt:lpstr>Calibri</vt:lpstr>
      <vt:lpstr>汉仪书宋二KW</vt:lpstr>
      <vt:lpstr>微软雅黑</vt:lpstr>
      <vt:lpstr>Aptos</vt:lpstr>
      <vt:lpstr>CrawlerTheme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Scheduling：LLM 智能体系统的控制层</dc:title>
  <dc:creator>Codex</dc:creator>
  <dc:subject>基于 agent_scheduling_survey.md 的中文研究综述</dc:subject>
  <cp:lastModifiedBy>马子焓</cp:lastModifiedBy>
  <cp:revision>3</cp:revision>
  <dcterms:created xsi:type="dcterms:W3CDTF">2026-07-20T08:08:07Z</dcterms:created>
  <dcterms:modified xsi:type="dcterms:W3CDTF">2026-07-20T08:08:07Z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FE829334944F49DB928666EF838D68FF_12</vt:lpwstr>
  </property>
</Properties>
</file>